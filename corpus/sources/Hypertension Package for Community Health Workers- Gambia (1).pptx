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51"/>
  </p:notesMasterIdLst>
  <p:handoutMasterIdLst>
    <p:handoutMasterId r:id="rId52"/>
  </p:handoutMasterIdLst>
  <p:sldIdLst>
    <p:sldId id="646" r:id="rId3"/>
    <p:sldId id="304" r:id="rId4"/>
    <p:sldId id="305" r:id="rId5"/>
    <p:sldId id="344" r:id="rId6"/>
    <p:sldId id="311" r:id="rId7"/>
    <p:sldId id="314" r:id="rId8"/>
    <p:sldId id="315" r:id="rId9"/>
    <p:sldId id="316" r:id="rId10"/>
    <p:sldId id="317" r:id="rId11"/>
    <p:sldId id="345" r:id="rId12"/>
    <p:sldId id="318" r:id="rId13"/>
    <p:sldId id="319" r:id="rId14"/>
    <p:sldId id="307" r:id="rId15"/>
    <p:sldId id="320" r:id="rId16"/>
    <p:sldId id="321" r:id="rId17"/>
    <p:sldId id="346" r:id="rId18"/>
    <p:sldId id="322" r:id="rId19"/>
    <p:sldId id="323" r:id="rId20"/>
    <p:sldId id="309" r:id="rId21"/>
    <p:sldId id="347" r:id="rId22"/>
    <p:sldId id="324" r:id="rId23"/>
    <p:sldId id="325" r:id="rId24"/>
    <p:sldId id="326" r:id="rId25"/>
    <p:sldId id="308" r:id="rId26"/>
    <p:sldId id="348" r:id="rId27"/>
    <p:sldId id="327" r:id="rId28"/>
    <p:sldId id="328" r:id="rId29"/>
    <p:sldId id="329" r:id="rId30"/>
    <p:sldId id="349" r:id="rId31"/>
    <p:sldId id="330" r:id="rId32"/>
    <p:sldId id="350" r:id="rId33"/>
    <p:sldId id="331" r:id="rId34"/>
    <p:sldId id="351" r:id="rId35"/>
    <p:sldId id="332" r:id="rId36"/>
    <p:sldId id="353" r:id="rId37"/>
    <p:sldId id="333" r:id="rId38"/>
    <p:sldId id="334" r:id="rId39"/>
    <p:sldId id="335" r:id="rId40"/>
    <p:sldId id="336" r:id="rId41"/>
    <p:sldId id="337" r:id="rId42"/>
    <p:sldId id="352" r:id="rId43"/>
    <p:sldId id="338" r:id="rId44"/>
    <p:sldId id="339" r:id="rId45"/>
    <p:sldId id="340" r:id="rId46"/>
    <p:sldId id="354" r:id="rId47"/>
    <p:sldId id="341" r:id="rId48"/>
    <p:sldId id="342" r:id="rId49"/>
    <p:sldId id="343" r:id="rId50"/>
  </p:sldIdLst>
  <p:sldSz cx="10691813" cy="7559675"/>
  <p:notesSz cx="6858000" cy="9144000"/>
  <p:defaultTextStyle>
    <a:defPPr>
      <a:defRPr lang="en-US"/>
    </a:defPPr>
    <a:lvl1pPr marL="0" algn="l" defTabSz="995507" rtl="0" eaLnBrk="1" latinLnBrk="0" hangingPunct="1">
      <a:defRPr sz="1960" kern="1200">
        <a:solidFill>
          <a:schemeClr val="tx1"/>
        </a:solidFill>
        <a:latin typeface="+mn-lt"/>
        <a:ea typeface="+mn-ea"/>
        <a:cs typeface="+mn-cs"/>
      </a:defRPr>
    </a:lvl1pPr>
    <a:lvl2pPr marL="497754" algn="l" defTabSz="995507" rtl="0" eaLnBrk="1" latinLnBrk="0" hangingPunct="1">
      <a:defRPr sz="1960" kern="1200">
        <a:solidFill>
          <a:schemeClr val="tx1"/>
        </a:solidFill>
        <a:latin typeface="+mn-lt"/>
        <a:ea typeface="+mn-ea"/>
        <a:cs typeface="+mn-cs"/>
      </a:defRPr>
    </a:lvl2pPr>
    <a:lvl3pPr marL="995507" algn="l" defTabSz="995507" rtl="0" eaLnBrk="1" latinLnBrk="0" hangingPunct="1">
      <a:defRPr sz="1960" kern="1200">
        <a:solidFill>
          <a:schemeClr val="tx1"/>
        </a:solidFill>
        <a:latin typeface="+mn-lt"/>
        <a:ea typeface="+mn-ea"/>
        <a:cs typeface="+mn-cs"/>
      </a:defRPr>
    </a:lvl3pPr>
    <a:lvl4pPr marL="1493261" algn="l" defTabSz="995507" rtl="0" eaLnBrk="1" latinLnBrk="0" hangingPunct="1">
      <a:defRPr sz="1960" kern="1200">
        <a:solidFill>
          <a:schemeClr val="tx1"/>
        </a:solidFill>
        <a:latin typeface="+mn-lt"/>
        <a:ea typeface="+mn-ea"/>
        <a:cs typeface="+mn-cs"/>
      </a:defRPr>
    </a:lvl4pPr>
    <a:lvl5pPr marL="1991015" algn="l" defTabSz="995507" rtl="0" eaLnBrk="1" latinLnBrk="0" hangingPunct="1">
      <a:defRPr sz="1960" kern="1200">
        <a:solidFill>
          <a:schemeClr val="tx1"/>
        </a:solidFill>
        <a:latin typeface="+mn-lt"/>
        <a:ea typeface="+mn-ea"/>
        <a:cs typeface="+mn-cs"/>
      </a:defRPr>
    </a:lvl5pPr>
    <a:lvl6pPr marL="2488768" algn="l" defTabSz="995507" rtl="0" eaLnBrk="1" latinLnBrk="0" hangingPunct="1">
      <a:defRPr sz="1960" kern="1200">
        <a:solidFill>
          <a:schemeClr val="tx1"/>
        </a:solidFill>
        <a:latin typeface="+mn-lt"/>
        <a:ea typeface="+mn-ea"/>
        <a:cs typeface="+mn-cs"/>
      </a:defRPr>
    </a:lvl6pPr>
    <a:lvl7pPr marL="2986522" algn="l" defTabSz="995507" rtl="0" eaLnBrk="1" latinLnBrk="0" hangingPunct="1">
      <a:defRPr sz="1960" kern="1200">
        <a:solidFill>
          <a:schemeClr val="tx1"/>
        </a:solidFill>
        <a:latin typeface="+mn-lt"/>
        <a:ea typeface="+mn-ea"/>
        <a:cs typeface="+mn-cs"/>
      </a:defRPr>
    </a:lvl7pPr>
    <a:lvl8pPr marL="3484275" algn="l" defTabSz="995507" rtl="0" eaLnBrk="1" latinLnBrk="0" hangingPunct="1">
      <a:defRPr sz="1960" kern="1200">
        <a:solidFill>
          <a:schemeClr val="tx1"/>
        </a:solidFill>
        <a:latin typeface="+mn-lt"/>
        <a:ea typeface="+mn-ea"/>
        <a:cs typeface="+mn-cs"/>
      </a:defRPr>
    </a:lvl8pPr>
    <a:lvl9pPr marL="3982029" algn="l" defTabSz="995507"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532"/>
    <a:srgbClr val="FFEB1D"/>
    <a:srgbClr val="FFF4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52"/>
    <p:restoredTop sz="95288"/>
  </p:normalViewPr>
  <p:slideViewPr>
    <p:cSldViewPr snapToGrid="0" snapToObjects="1">
      <p:cViewPr varScale="1">
        <p:scale>
          <a:sx n="76" d="100"/>
          <a:sy n="76" d="100"/>
        </p:scale>
        <p:origin x="926" y="62"/>
      </p:cViewPr>
      <p:guideLst/>
    </p:cSldViewPr>
  </p:slideViewPr>
  <p:notesTextViewPr>
    <p:cViewPr>
      <p:scale>
        <a:sx n="1" d="1"/>
        <a:sy n="1" d="1"/>
      </p:scale>
      <p:origin x="0" y="0"/>
    </p:cViewPr>
  </p:notesTextViewPr>
  <p:notesViewPr>
    <p:cSldViewPr snapToGrid="0" snapToObjects="1">
      <p:cViewPr varScale="1">
        <p:scale>
          <a:sx n="67" d="100"/>
          <a:sy n="67" d="100"/>
        </p:scale>
        <p:origin x="3120" y="5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C55518-47C6-4B69-B171-963212FFB976}" type="datetimeFigureOut">
              <a:rPr lang="en-US" smtClean="0"/>
              <a:t>10-May-23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FB90844-011B-4E53-ADE5-5916AEB70AE2}" type="slidenum">
              <a:rPr lang="en-US" smtClean="0"/>
              <a:t>‹#›</a:t>
            </a:fld>
            <a:endParaRPr lang="en-US"/>
          </a:p>
        </p:txBody>
      </p:sp>
    </p:spTree>
    <p:extLst>
      <p:ext uri="{BB962C8B-B14F-4D97-AF65-F5344CB8AC3E}">
        <p14:creationId xmlns:p14="http://schemas.microsoft.com/office/powerpoint/2010/main" val="3033551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86FD7E-94E1-6445-BD6A-2C2AACED39B9}" type="datetimeFigureOut">
              <a:rPr lang="en-US" smtClean="0"/>
              <a:t>10-May-23</a:t>
            </a:fld>
            <a:endParaRPr lang="en-US"/>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0A0F2F-99C9-5F40-8FC4-DCA1EE2D3ED1}" type="slidenum">
              <a:rPr lang="en-US" smtClean="0"/>
              <a:t>‹#›</a:t>
            </a:fld>
            <a:endParaRPr lang="en-US"/>
          </a:p>
        </p:txBody>
      </p:sp>
    </p:spTree>
    <p:extLst>
      <p:ext uri="{BB962C8B-B14F-4D97-AF65-F5344CB8AC3E}">
        <p14:creationId xmlns:p14="http://schemas.microsoft.com/office/powerpoint/2010/main" val="3423535928"/>
      </p:ext>
    </p:extLst>
  </p:cSld>
  <p:clrMap bg1="lt1" tx1="dk1" bg2="lt2" tx2="dk2" accent1="accent1" accent2="accent2" accent3="accent3" accent4="accent4" accent5="accent5" accent6="accent6" hlink="hlink" folHlink="folHlink"/>
  <p:notesStyle>
    <a:lvl1pPr marL="0" algn="l" defTabSz="995507" rtl="0" eaLnBrk="1" latinLnBrk="0" hangingPunct="1">
      <a:defRPr sz="1306" kern="1200">
        <a:solidFill>
          <a:schemeClr val="tx1"/>
        </a:solidFill>
        <a:latin typeface="+mn-lt"/>
        <a:ea typeface="+mn-ea"/>
        <a:cs typeface="+mn-cs"/>
      </a:defRPr>
    </a:lvl1pPr>
    <a:lvl2pPr marL="497754" algn="l" defTabSz="995507" rtl="0" eaLnBrk="1" latinLnBrk="0" hangingPunct="1">
      <a:defRPr sz="1306" kern="1200">
        <a:solidFill>
          <a:schemeClr val="tx1"/>
        </a:solidFill>
        <a:latin typeface="+mn-lt"/>
        <a:ea typeface="+mn-ea"/>
        <a:cs typeface="+mn-cs"/>
      </a:defRPr>
    </a:lvl2pPr>
    <a:lvl3pPr marL="995507" algn="l" defTabSz="995507" rtl="0" eaLnBrk="1" latinLnBrk="0" hangingPunct="1">
      <a:defRPr sz="1306" kern="1200">
        <a:solidFill>
          <a:schemeClr val="tx1"/>
        </a:solidFill>
        <a:latin typeface="+mn-lt"/>
        <a:ea typeface="+mn-ea"/>
        <a:cs typeface="+mn-cs"/>
      </a:defRPr>
    </a:lvl3pPr>
    <a:lvl4pPr marL="1493261" algn="l" defTabSz="995507" rtl="0" eaLnBrk="1" latinLnBrk="0" hangingPunct="1">
      <a:defRPr sz="1306" kern="1200">
        <a:solidFill>
          <a:schemeClr val="tx1"/>
        </a:solidFill>
        <a:latin typeface="+mn-lt"/>
        <a:ea typeface="+mn-ea"/>
        <a:cs typeface="+mn-cs"/>
      </a:defRPr>
    </a:lvl4pPr>
    <a:lvl5pPr marL="1991015" algn="l" defTabSz="995507" rtl="0" eaLnBrk="1" latinLnBrk="0" hangingPunct="1">
      <a:defRPr sz="1306" kern="1200">
        <a:solidFill>
          <a:schemeClr val="tx1"/>
        </a:solidFill>
        <a:latin typeface="+mn-lt"/>
        <a:ea typeface="+mn-ea"/>
        <a:cs typeface="+mn-cs"/>
      </a:defRPr>
    </a:lvl5pPr>
    <a:lvl6pPr marL="2488768" algn="l" defTabSz="995507" rtl="0" eaLnBrk="1" latinLnBrk="0" hangingPunct="1">
      <a:defRPr sz="1306" kern="1200">
        <a:solidFill>
          <a:schemeClr val="tx1"/>
        </a:solidFill>
        <a:latin typeface="+mn-lt"/>
        <a:ea typeface="+mn-ea"/>
        <a:cs typeface="+mn-cs"/>
      </a:defRPr>
    </a:lvl6pPr>
    <a:lvl7pPr marL="2986522" algn="l" defTabSz="995507" rtl="0" eaLnBrk="1" latinLnBrk="0" hangingPunct="1">
      <a:defRPr sz="1306" kern="1200">
        <a:solidFill>
          <a:schemeClr val="tx1"/>
        </a:solidFill>
        <a:latin typeface="+mn-lt"/>
        <a:ea typeface="+mn-ea"/>
        <a:cs typeface="+mn-cs"/>
      </a:defRPr>
    </a:lvl7pPr>
    <a:lvl8pPr marL="3484275" algn="l" defTabSz="995507" rtl="0" eaLnBrk="1" latinLnBrk="0" hangingPunct="1">
      <a:defRPr sz="1306" kern="1200">
        <a:solidFill>
          <a:schemeClr val="tx1"/>
        </a:solidFill>
        <a:latin typeface="+mn-lt"/>
        <a:ea typeface="+mn-ea"/>
        <a:cs typeface="+mn-cs"/>
      </a:defRPr>
    </a:lvl8pPr>
    <a:lvl9pPr marL="3982029" algn="l" defTabSz="995507" rtl="0" eaLnBrk="1" latinLnBrk="0" hangingPunct="1">
      <a:defRPr sz="13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0A0F2F-99C9-5F40-8FC4-DCA1EE2D3ED1}" type="slidenum">
              <a:rPr lang="en-US" smtClean="0"/>
              <a:t>11</a:t>
            </a:fld>
            <a:endParaRPr lang="en-US"/>
          </a:p>
        </p:txBody>
      </p:sp>
    </p:spTree>
    <p:extLst>
      <p:ext uri="{BB962C8B-B14F-4D97-AF65-F5344CB8AC3E}">
        <p14:creationId xmlns:p14="http://schemas.microsoft.com/office/powerpoint/2010/main" val="2955082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en-US"/>
              <a:t>Click to edit Master title style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r>
              <a:rPr lang="en-US" dirty="0"/>
              <a:t>1</a:t>
            </a:r>
          </a:p>
        </p:txBody>
      </p:sp>
    </p:spTree>
    <p:extLst>
      <p:ext uri="{BB962C8B-B14F-4D97-AF65-F5344CB8AC3E}">
        <p14:creationId xmlns:p14="http://schemas.microsoft.com/office/powerpoint/2010/main" val="270096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5062" y="7006700"/>
            <a:ext cx="2405658" cy="402483"/>
          </a:xfrm>
          <a:prstGeom prst="rect">
            <a:avLst/>
          </a:prstGeom>
        </p:spPr>
        <p:txBody>
          <a:bodyPr/>
          <a:lstStyle/>
          <a:p>
            <a:endParaRPr lang="en-US"/>
          </a:p>
        </p:txBody>
      </p:sp>
      <p:sp>
        <p:nvSpPr>
          <p:cNvPr id="5" name="Footer Placeholder 4"/>
          <p:cNvSpPr>
            <a:spLocks noGrp="1"/>
          </p:cNvSpPr>
          <p:nvPr>
            <p:ph type="ftr" sz="quarter" idx="11"/>
          </p:nvPr>
        </p:nvSpPr>
        <p:spPr>
          <a:xfrm>
            <a:off x="3541663" y="7006700"/>
            <a:ext cx="3608487" cy="402483"/>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3990867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en-US"/>
              <a:t>Click to edit Master title style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5062" y="7006700"/>
            <a:ext cx="2405658" cy="402483"/>
          </a:xfrm>
          <a:prstGeom prst="rect">
            <a:avLst/>
          </a:prstGeom>
        </p:spPr>
        <p:txBody>
          <a:bodyPr/>
          <a:lstStyle/>
          <a:p>
            <a:endParaRPr lang="en-US"/>
          </a:p>
        </p:txBody>
      </p:sp>
      <p:sp>
        <p:nvSpPr>
          <p:cNvPr id="5" name="Footer Placeholder 4"/>
          <p:cNvSpPr>
            <a:spLocks noGrp="1"/>
          </p:cNvSpPr>
          <p:nvPr>
            <p:ph type="ftr" sz="quarter" idx="11"/>
          </p:nvPr>
        </p:nvSpPr>
        <p:spPr>
          <a:xfrm>
            <a:off x="3541663" y="7006700"/>
            <a:ext cx="3608487" cy="402483"/>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2949036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5062" y="7006700"/>
            <a:ext cx="2405658" cy="402483"/>
          </a:xfrm>
          <a:prstGeom prst="rect">
            <a:avLst/>
          </a:prstGeom>
        </p:spPr>
        <p:txBody>
          <a:bodyPr/>
          <a:lstStyle/>
          <a:p>
            <a:endParaRPr lang="en-US"/>
          </a:p>
        </p:txBody>
      </p:sp>
      <p:sp>
        <p:nvSpPr>
          <p:cNvPr id="6" name="Footer Placeholder 5"/>
          <p:cNvSpPr>
            <a:spLocks noGrp="1"/>
          </p:cNvSpPr>
          <p:nvPr>
            <p:ph type="ftr" sz="quarter" idx="11"/>
          </p:nvPr>
        </p:nvSpPr>
        <p:spPr>
          <a:xfrm>
            <a:off x="3541663" y="7006700"/>
            <a:ext cx="3608487" cy="402483"/>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415663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Edit Master text styles</a:t>
            </a:r>
          </a:p>
        </p:txBody>
      </p:sp>
      <p:sp>
        <p:nvSpPr>
          <p:cNvPr id="4" name="Content Placeholder 3"/>
          <p:cNvSpPr>
            <a:spLocks noGrp="1"/>
          </p:cNvSpPr>
          <p:nvPr>
            <p:ph sz="half" idx="2"/>
          </p:nvPr>
        </p:nvSpPr>
        <p:spPr>
          <a:xfrm>
            <a:off x="736456" y="2761381"/>
            <a:ext cx="4523137" cy="40615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Edit Master text styles</a:t>
            </a:r>
          </a:p>
        </p:txBody>
      </p:sp>
      <p:sp>
        <p:nvSpPr>
          <p:cNvPr id="6" name="Content Placeholder 5"/>
          <p:cNvSpPr>
            <a:spLocks noGrp="1"/>
          </p:cNvSpPr>
          <p:nvPr>
            <p:ph sz="quarter" idx="4"/>
          </p:nvPr>
        </p:nvSpPr>
        <p:spPr>
          <a:xfrm>
            <a:off x="5412731" y="2761381"/>
            <a:ext cx="4545413" cy="40615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5062" y="7006700"/>
            <a:ext cx="2405658" cy="402483"/>
          </a:xfrm>
          <a:prstGeom prst="rect">
            <a:avLst/>
          </a:prstGeom>
        </p:spPr>
        <p:txBody>
          <a:bodyPr/>
          <a:lstStyle/>
          <a:p>
            <a:endParaRPr lang="en-US"/>
          </a:p>
        </p:txBody>
      </p:sp>
      <p:sp>
        <p:nvSpPr>
          <p:cNvPr id="8" name="Footer Placeholder 7"/>
          <p:cNvSpPr>
            <a:spLocks noGrp="1"/>
          </p:cNvSpPr>
          <p:nvPr>
            <p:ph type="ftr" sz="quarter" idx="11"/>
          </p:nvPr>
        </p:nvSpPr>
        <p:spPr>
          <a:xfrm>
            <a:off x="3541663" y="7006700"/>
            <a:ext cx="3608487" cy="402483"/>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2813932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5062" y="7006700"/>
            <a:ext cx="2405658" cy="402483"/>
          </a:xfrm>
          <a:prstGeom prst="rect">
            <a:avLst/>
          </a:prstGeom>
        </p:spPr>
        <p:txBody>
          <a:bodyPr/>
          <a:lstStyle/>
          <a:p>
            <a:endParaRPr lang="en-US"/>
          </a:p>
        </p:txBody>
      </p:sp>
      <p:sp>
        <p:nvSpPr>
          <p:cNvPr id="4" name="Footer Placeholder 3"/>
          <p:cNvSpPr>
            <a:spLocks noGrp="1"/>
          </p:cNvSpPr>
          <p:nvPr>
            <p:ph type="ftr" sz="quarter" idx="11"/>
          </p:nvPr>
        </p:nvSpPr>
        <p:spPr>
          <a:xfrm>
            <a:off x="3541663" y="7006700"/>
            <a:ext cx="3608487" cy="402483"/>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72672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5062" y="7006700"/>
            <a:ext cx="2405658" cy="402483"/>
          </a:xfrm>
          <a:prstGeom prst="rect">
            <a:avLst/>
          </a:prstGeom>
        </p:spPr>
        <p:txBody>
          <a:bodyPr/>
          <a:lstStyle/>
          <a:p>
            <a:endParaRPr lang="en-US"/>
          </a:p>
        </p:txBody>
      </p:sp>
      <p:sp>
        <p:nvSpPr>
          <p:cNvPr id="3" name="Footer Placeholder 2"/>
          <p:cNvSpPr>
            <a:spLocks noGrp="1"/>
          </p:cNvSpPr>
          <p:nvPr>
            <p:ph type="ftr" sz="quarter" idx="11"/>
          </p:nvPr>
        </p:nvSpPr>
        <p:spPr>
          <a:xfrm>
            <a:off x="3541663" y="7006700"/>
            <a:ext cx="3608487" cy="402483"/>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1643913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en-US"/>
              <a:t>Click to edit Master title style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Edit Master text styles</a:t>
            </a:r>
          </a:p>
        </p:txBody>
      </p:sp>
      <p:sp>
        <p:nvSpPr>
          <p:cNvPr id="5" name="Date Placeholder 4"/>
          <p:cNvSpPr>
            <a:spLocks noGrp="1"/>
          </p:cNvSpPr>
          <p:nvPr>
            <p:ph type="dt" sz="half" idx="10"/>
          </p:nvPr>
        </p:nvSpPr>
        <p:spPr>
          <a:xfrm>
            <a:off x="735062" y="7006700"/>
            <a:ext cx="2405658" cy="402483"/>
          </a:xfrm>
          <a:prstGeom prst="rect">
            <a:avLst/>
          </a:prstGeom>
        </p:spPr>
        <p:txBody>
          <a:bodyPr/>
          <a:lstStyle/>
          <a:p>
            <a:endParaRPr lang="en-US"/>
          </a:p>
        </p:txBody>
      </p:sp>
      <p:sp>
        <p:nvSpPr>
          <p:cNvPr id="6" name="Footer Placeholder 5"/>
          <p:cNvSpPr>
            <a:spLocks noGrp="1"/>
          </p:cNvSpPr>
          <p:nvPr>
            <p:ph type="ftr" sz="quarter" idx="11"/>
          </p:nvPr>
        </p:nvSpPr>
        <p:spPr>
          <a:xfrm>
            <a:off x="3541663" y="7006700"/>
            <a:ext cx="3608487" cy="402483"/>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1546236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a:t>Click icon to add picture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Edit Master text styles</a:t>
            </a:r>
          </a:p>
        </p:txBody>
      </p:sp>
      <p:sp>
        <p:nvSpPr>
          <p:cNvPr id="5" name="Date Placeholder 4"/>
          <p:cNvSpPr>
            <a:spLocks noGrp="1"/>
          </p:cNvSpPr>
          <p:nvPr>
            <p:ph type="dt" sz="half" idx="10"/>
          </p:nvPr>
        </p:nvSpPr>
        <p:spPr>
          <a:xfrm>
            <a:off x="735062" y="7006700"/>
            <a:ext cx="2405658" cy="402483"/>
          </a:xfrm>
          <a:prstGeom prst="rect">
            <a:avLst/>
          </a:prstGeom>
        </p:spPr>
        <p:txBody>
          <a:bodyPr/>
          <a:lstStyle/>
          <a:p>
            <a:endParaRPr lang="en-US"/>
          </a:p>
        </p:txBody>
      </p:sp>
      <p:sp>
        <p:nvSpPr>
          <p:cNvPr id="6" name="Footer Placeholder 5"/>
          <p:cNvSpPr>
            <a:spLocks noGrp="1"/>
          </p:cNvSpPr>
          <p:nvPr>
            <p:ph type="ftr" sz="quarter" idx="11"/>
          </p:nvPr>
        </p:nvSpPr>
        <p:spPr>
          <a:xfrm>
            <a:off x="3541663" y="7006700"/>
            <a:ext cx="3608487" cy="402483"/>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1329471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5062" y="7006700"/>
            <a:ext cx="2405658" cy="402483"/>
          </a:xfrm>
          <a:prstGeom prst="rect">
            <a:avLst/>
          </a:prstGeom>
        </p:spPr>
        <p:txBody>
          <a:bodyPr/>
          <a:lstStyle/>
          <a:p>
            <a:endParaRPr lang="en-US"/>
          </a:p>
        </p:txBody>
      </p:sp>
      <p:sp>
        <p:nvSpPr>
          <p:cNvPr id="5" name="Footer Placeholder 4"/>
          <p:cNvSpPr>
            <a:spLocks noGrp="1"/>
          </p:cNvSpPr>
          <p:nvPr>
            <p:ph type="ftr" sz="quarter" idx="11"/>
          </p:nvPr>
        </p:nvSpPr>
        <p:spPr>
          <a:xfrm>
            <a:off x="3541663" y="7006700"/>
            <a:ext cx="3608487" cy="402483"/>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65311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5062" y="7006700"/>
            <a:ext cx="2405658" cy="402483"/>
          </a:xfrm>
          <a:prstGeom prst="rect">
            <a:avLst/>
          </a:prstGeom>
        </p:spPr>
        <p:txBody>
          <a:bodyPr/>
          <a:lstStyle/>
          <a:p>
            <a:endParaRPr lang="en-US"/>
          </a:p>
        </p:txBody>
      </p:sp>
      <p:sp>
        <p:nvSpPr>
          <p:cNvPr id="5" name="Footer Placeholder 4"/>
          <p:cNvSpPr>
            <a:spLocks noGrp="1"/>
          </p:cNvSpPr>
          <p:nvPr>
            <p:ph type="ftr" sz="quarter" idx="11"/>
          </p:nvPr>
        </p:nvSpPr>
        <p:spPr>
          <a:xfrm>
            <a:off x="3541663" y="7006700"/>
            <a:ext cx="3608487" cy="402483"/>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FCE7002-8CF6-784B-9A24-69DF51357AB2}" type="slidenum">
              <a:rPr lang="en-US" smtClean="0"/>
              <a:t>‹#›</a:t>
            </a:fld>
            <a:endParaRPr lang="en-US"/>
          </a:p>
        </p:txBody>
      </p:sp>
    </p:spTree>
    <p:extLst>
      <p:ext uri="{BB962C8B-B14F-4D97-AF65-F5344CB8AC3E}">
        <p14:creationId xmlns:p14="http://schemas.microsoft.com/office/powerpoint/2010/main" val="55714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38B85A-AB1F-ECFC-6310-D74F57AED34B}"/>
              </a:ext>
            </a:extLst>
          </p:cNvPr>
          <p:cNvSpPr>
            <a:spLocks noGrp="1"/>
          </p:cNvSpPr>
          <p:nvPr>
            <p:ph type="ctrTitle"/>
          </p:nvPr>
        </p:nvSpPr>
        <p:spPr>
          <a:xfrm>
            <a:off x="1336477" y="1237197"/>
            <a:ext cx="8018860" cy="2631887"/>
          </a:xfrm>
        </p:spPr>
        <p:txBody>
          <a:bodyPr anchor="b"/>
          <a:lstStyle>
            <a:lvl1pPr algn="ctr">
              <a:defRPr sz="5262"/>
            </a:lvl1pPr>
          </a:lstStyle>
          <a:p>
            <a:r>
              <a:rPr lang="en-US"/>
              <a:t>Click to edit Master title style</a:t>
            </a:r>
          </a:p>
        </p:txBody>
      </p:sp>
      <p:sp>
        <p:nvSpPr>
          <p:cNvPr id="3" name="Subtitle 2">
            <a:extLst>
              <a:ext uri="{FF2B5EF4-FFF2-40B4-BE49-F238E27FC236}">
                <a16:creationId xmlns:a16="http://schemas.microsoft.com/office/drawing/2014/main" xmlns="" id="{0C2786BE-D908-D499-8600-2203FDA61236}"/>
              </a:ext>
            </a:extLst>
          </p:cNvPr>
          <p:cNvSpPr>
            <a:spLocks noGrp="1"/>
          </p:cNvSpPr>
          <p:nvPr>
            <p:ph type="subTitle" idx="1"/>
          </p:nvPr>
        </p:nvSpPr>
        <p:spPr>
          <a:xfrm>
            <a:off x="1336477" y="3970580"/>
            <a:ext cx="8018860" cy="1825171"/>
          </a:xfrm>
        </p:spPr>
        <p:txBody>
          <a:bodyPr/>
          <a:lstStyle>
            <a:lvl1pPr marL="0" indent="0" algn="ctr">
              <a:buNone/>
              <a:defRPr sz="2105"/>
            </a:lvl1pPr>
            <a:lvl2pPr marL="400964" indent="0" algn="ctr">
              <a:buNone/>
              <a:defRPr sz="1754"/>
            </a:lvl2pPr>
            <a:lvl3pPr marL="801929" indent="0" algn="ctr">
              <a:buNone/>
              <a:defRPr sz="1579"/>
            </a:lvl3pPr>
            <a:lvl4pPr marL="1202893" indent="0" algn="ctr">
              <a:buNone/>
              <a:defRPr sz="1403"/>
            </a:lvl4pPr>
            <a:lvl5pPr marL="1603858" indent="0" algn="ctr">
              <a:buNone/>
              <a:defRPr sz="1403"/>
            </a:lvl5pPr>
            <a:lvl6pPr marL="2004822" indent="0" algn="ctr">
              <a:buNone/>
              <a:defRPr sz="1403"/>
            </a:lvl6pPr>
            <a:lvl7pPr marL="2405786" indent="0" algn="ctr">
              <a:buNone/>
              <a:defRPr sz="1403"/>
            </a:lvl7pPr>
            <a:lvl8pPr marL="2806751" indent="0" algn="ctr">
              <a:buNone/>
              <a:defRPr sz="1403"/>
            </a:lvl8pPr>
            <a:lvl9pPr marL="3207715" indent="0" algn="ctr">
              <a:buNone/>
              <a:defRPr sz="1403"/>
            </a:lvl9pPr>
          </a:lstStyle>
          <a:p>
            <a:r>
              <a:rPr lang="en-US"/>
              <a:t>Click to edit Master subtitle style</a:t>
            </a:r>
          </a:p>
        </p:txBody>
      </p:sp>
      <p:sp>
        <p:nvSpPr>
          <p:cNvPr id="4" name="Date Placeholder 3">
            <a:extLst>
              <a:ext uri="{FF2B5EF4-FFF2-40B4-BE49-F238E27FC236}">
                <a16:creationId xmlns:a16="http://schemas.microsoft.com/office/drawing/2014/main" xmlns="" id="{BD4EA5F0-9FB0-AD81-ACB4-C43184325B0B}"/>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5" name="Footer Placeholder 4">
            <a:extLst>
              <a:ext uri="{FF2B5EF4-FFF2-40B4-BE49-F238E27FC236}">
                <a16:creationId xmlns:a16="http://schemas.microsoft.com/office/drawing/2014/main" xmlns="" id="{C0B1C078-465B-71DF-07EB-E479267FB4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6FA7990-53B2-DEFA-9CA8-4C3ECDE1C94C}"/>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3175845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8D1778-0E86-0AF9-D765-DBCA55590B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97A7B0B2-E5E4-2BDC-6CC9-BBD8164512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0F92E78-96B7-F373-2514-5FEAD78CD5B4}"/>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5" name="Footer Placeholder 4">
            <a:extLst>
              <a:ext uri="{FF2B5EF4-FFF2-40B4-BE49-F238E27FC236}">
                <a16:creationId xmlns:a16="http://schemas.microsoft.com/office/drawing/2014/main" xmlns="" id="{EE887BA7-8348-5544-5ACF-3C349DA40A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BF55CB0-AC3A-8A53-2D73-F5D00DD9BD30}"/>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3316457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B0CE26-5ECA-867A-AEEE-E154231C00F8}"/>
              </a:ext>
            </a:extLst>
          </p:cNvPr>
          <p:cNvSpPr>
            <a:spLocks noGrp="1"/>
          </p:cNvSpPr>
          <p:nvPr>
            <p:ph type="title"/>
          </p:nvPr>
        </p:nvSpPr>
        <p:spPr>
          <a:xfrm>
            <a:off x="729493" y="1884670"/>
            <a:ext cx="9221689" cy="3144614"/>
          </a:xfrm>
        </p:spPr>
        <p:txBody>
          <a:bodyPr anchor="b"/>
          <a:lstStyle>
            <a:lvl1pPr>
              <a:defRPr sz="5262"/>
            </a:lvl1pPr>
          </a:lstStyle>
          <a:p>
            <a:r>
              <a:rPr lang="en-US"/>
              <a:t>Click to edit Master title style</a:t>
            </a:r>
          </a:p>
        </p:txBody>
      </p:sp>
      <p:sp>
        <p:nvSpPr>
          <p:cNvPr id="3" name="Text Placeholder 2">
            <a:extLst>
              <a:ext uri="{FF2B5EF4-FFF2-40B4-BE49-F238E27FC236}">
                <a16:creationId xmlns:a16="http://schemas.microsoft.com/office/drawing/2014/main" xmlns="" id="{A7D94C86-D49E-B754-A330-203173AD8D9B}"/>
              </a:ext>
            </a:extLst>
          </p:cNvPr>
          <p:cNvSpPr>
            <a:spLocks noGrp="1"/>
          </p:cNvSpPr>
          <p:nvPr>
            <p:ph type="body" idx="1"/>
          </p:nvPr>
        </p:nvSpPr>
        <p:spPr>
          <a:xfrm>
            <a:off x="729493" y="5059034"/>
            <a:ext cx="9221689" cy="1653678"/>
          </a:xfrm>
        </p:spPr>
        <p:txBody>
          <a:bodyPr/>
          <a:lstStyle>
            <a:lvl1pPr marL="0" indent="0">
              <a:buNone/>
              <a:defRPr sz="2105">
                <a:solidFill>
                  <a:schemeClr val="tx1">
                    <a:tint val="75000"/>
                  </a:schemeClr>
                </a:solidFill>
              </a:defRPr>
            </a:lvl1pPr>
            <a:lvl2pPr marL="400964" indent="0">
              <a:buNone/>
              <a:defRPr sz="1754">
                <a:solidFill>
                  <a:schemeClr val="tx1">
                    <a:tint val="75000"/>
                  </a:schemeClr>
                </a:solidFill>
              </a:defRPr>
            </a:lvl2pPr>
            <a:lvl3pPr marL="801929" indent="0">
              <a:buNone/>
              <a:defRPr sz="1579">
                <a:solidFill>
                  <a:schemeClr val="tx1">
                    <a:tint val="75000"/>
                  </a:schemeClr>
                </a:solidFill>
              </a:defRPr>
            </a:lvl3pPr>
            <a:lvl4pPr marL="1202893" indent="0">
              <a:buNone/>
              <a:defRPr sz="1403">
                <a:solidFill>
                  <a:schemeClr val="tx1">
                    <a:tint val="75000"/>
                  </a:schemeClr>
                </a:solidFill>
              </a:defRPr>
            </a:lvl4pPr>
            <a:lvl5pPr marL="1603858" indent="0">
              <a:buNone/>
              <a:defRPr sz="1403">
                <a:solidFill>
                  <a:schemeClr val="tx1">
                    <a:tint val="75000"/>
                  </a:schemeClr>
                </a:solidFill>
              </a:defRPr>
            </a:lvl5pPr>
            <a:lvl6pPr marL="2004822" indent="0">
              <a:buNone/>
              <a:defRPr sz="1403">
                <a:solidFill>
                  <a:schemeClr val="tx1">
                    <a:tint val="75000"/>
                  </a:schemeClr>
                </a:solidFill>
              </a:defRPr>
            </a:lvl6pPr>
            <a:lvl7pPr marL="2405786" indent="0">
              <a:buNone/>
              <a:defRPr sz="1403">
                <a:solidFill>
                  <a:schemeClr val="tx1">
                    <a:tint val="75000"/>
                  </a:schemeClr>
                </a:solidFill>
              </a:defRPr>
            </a:lvl7pPr>
            <a:lvl8pPr marL="2806751" indent="0">
              <a:buNone/>
              <a:defRPr sz="1403">
                <a:solidFill>
                  <a:schemeClr val="tx1">
                    <a:tint val="75000"/>
                  </a:schemeClr>
                </a:solidFill>
              </a:defRPr>
            </a:lvl8pPr>
            <a:lvl9pPr marL="3207715" indent="0">
              <a:buNone/>
              <a:defRPr sz="140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0C82388-41BC-BB88-FACD-BEBDD1E95B5A}"/>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5" name="Footer Placeholder 4">
            <a:extLst>
              <a:ext uri="{FF2B5EF4-FFF2-40B4-BE49-F238E27FC236}">
                <a16:creationId xmlns:a16="http://schemas.microsoft.com/office/drawing/2014/main" xmlns="" id="{2F9895A7-D246-77B2-E779-38E1F13C84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260A52C-615F-16D2-F521-D6B1A8E78184}"/>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3197204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D17F43-82AF-94DF-E258-35E96684E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3E9AE91-EED4-D5EE-CC6B-6C236FCD1E36}"/>
              </a:ext>
            </a:extLst>
          </p:cNvPr>
          <p:cNvSpPr>
            <a:spLocks noGrp="1"/>
          </p:cNvSpPr>
          <p:nvPr>
            <p:ph sz="half" idx="1"/>
          </p:nvPr>
        </p:nvSpPr>
        <p:spPr>
          <a:xfrm>
            <a:off x="735062" y="2012414"/>
            <a:ext cx="4544021" cy="479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D5262F8A-C8A5-3932-64B0-1B276DB63747}"/>
              </a:ext>
            </a:extLst>
          </p:cNvPr>
          <p:cNvSpPr>
            <a:spLocks noGrp="1"/>
          </p:cNvSpPr>
          <p:nvPr>
            <p:ph sz="half" idx="2"/>
          </p:nvPr>
        </p:nvSpPr>
        <p:spPr>
          <a:xfrm>
            <a:off x="5412730" y="2012414"/>
            <a:ext cx="4544021" cy="479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2C96591E-C06F-D7DB-34E3-1E5A2843E280}"/>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6" name="Footer Placeholder 5">
            <a:extLst>
              <a:ext uri="{FF2B5EF4-FFF2-40B4-BE49-F238E27FC236}">
                <a16:creationId xmlns:a16="http://schemas.microsoft.com/office/drawing/2014/main" xmlns="" id="{88A2C18B-73AE-C878-5E3B-45725A038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CD55A8A-121F-5177-6670-C7886864FB64}"/>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1864744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191C0E-6B02-4225-1858-D51F2A4A0020}"/>
              </a:ext>
            </a:extLst>
          </p:cNvPr>
          <p:cNvSpPr>
            <a:spLocks noGrp="1"/>
          </p:cNvSpPr>
          <p:nvPr>
            <p:ph type="title"/>
          </p:nvPr>
        </p:nvSpPr>
        <p:spPr>
          <a:xfrm>
            <a:off x="736455" y="402483"/>
            <a:ext cx="9221689" cy="1461188"/>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4FD06A5B-E199-30F4-64A6-BD0FE4BD104F}"/>
              </a:ext>
            </a:extLst>
          </p:cNvPr>
          <p:cNvSpPr>
            <a:spLocks noGrp="1"/>
          </p:cNvSpPr>
          <p:nvPr>
            <p:ph type="body" idx="1"/>
          </p:nvPr>
        </p:nvSpPr>
        <p:spPr>
          <a:xfrm>
            <a:off x="736455" y="1853171"/>
            <a:ext cx="4523138" cy="908210"/>
          </a:xfrm>
        </p:spPr>
        <p:txBody>
          <a:bodyPr anchor="b"/>
          <a:lstStyle>
            <a:lvl1pPr marL="0" indent="0">
              <a:buNone/>
              <a:defRPr sz="2105" b="1"/>
            </a:lvl1pPr>
            <a:lvl2pPr marL="400964" indent="0">
              <a:buNone/>
              <a:defRPr sz="1754" b="1"/>
            </a:lvl2pPr>
            <a:lvl3pPr marL="801929" indent="0">
              <a:buNone/>
              <a:defRPr sz="1579" b="1"/>
            </a:lvl3pPr>
            <a:lvl4pPr marL="1202893" indent="0">
              <a:buNone/>
              <a:defRPr sz="1403" b="1"/>
            </a:lvl4pPr>
            <a:lvl5pPr marL="1603858" indent="0">
              <a:buNone/>
              <a:defRPr sz="1403" b="1"/>
            </a:lvl5pPr>
            <a:lvl6pPr marL="2004822" indent="0">
              <a:buNone/>
              <a:defRPr sz="1403" b="1"/>
            </a:lvl6pPr>
            <a:lvl7pPr marL="2405786" indent="0">
              <a:buNone/>
              <a:defRPr sz="1403" b="1"/>
            </a:lvl7pPr>
            <a:lvl8pPr marL="2806751" indent="0">
              <a:buNone/>
              <a:defRPr sz="1403" b="1"/>
            </a:lvl8pPr>
            <a:lvl9pPr marL="3207715" indent="0">
              <a:buNone/>
              <a:defRPr sz="1403"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F9A970C-0BDD-F689-6037-802E496156F6}"/>
              </a:ext>
            </a:extLst>
          </p:cNvPr>
          <p:cNvSpPr>
            <a:spLocks noGrp="1"/>
          </p:cNvSpPr>
          <p:nvPr>
            <p:ph sz="half" idx="2"/>
          </p:nvPr>
        </p:nvSpPr>
        <p:spPr>
          <a:xfrm>
            <a:off x="736455" y="2761381"/>
            <a:ext cx="4523138" cy="4061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401B724-F39B-F3BC-A30A-22D583271084}"/>
              </a:ext>
            </a:extLst>
          </p:cNvPr>
          <p:cNvSpPr>
            <a:spLocks noGrp="1"/>
          </p:cNvSpPr>
          <p:nvPr>
            <p:ph type="body" sz="quarter" idx="3"/>
          </p:nvPr>
        </p:nvSpPr>
        <p:spPr>
          <a:xfrm>
            <a:off x="5412730" y="1853171"/>
            <a:ext cx="4545413" cy="908210"/>
          </a:xfrm>
        </p:spPr>
        <p:txBody>
          <a:bodyPr anchor="b"/>
          <a:lstStyle>
            <a:lvl1pPr marL="0" indent="0">
              <a:buNone/>
              <a:defRPr sz="2105" b="1"/>
            </a:lvl1pPr>
            <a:lvl2pPr marL="400964" indent="0">
              <a:buNone/>
              <a:defRPr sz="1754" b="1"/>
            </a:lvl2pPr>
            <a:lvl3pPr marL="801929" indent="0">
              <a:buNone/>
              <a:defRPr sz="1579" b="1"/>
            </a:lvl3pPr>
            <a:lvl4pPr marL="1202893" indent="0">
              <a:buNone/>
              <a:defRPr sz="1403" b="1"/>
            </a:lvl4pPr>
            <a:lvl5pPr marL="1603858" indent="0">
              <a:buNone/>
              <a:defRPr sz="1403" b="1"/>
            </a:lvl5pPr>
            <a:lvl6pPr marL="2004822" indent="0">
              <a:buNone/>
              <a:defRPr sz="1403" b="1"/>
            </a:lvl6pPr>
            <a:lvl7pPr marL="2405786" indent="0">
              <a:buNone/>
              <a:defRPr sz="1403" b="1"/>
            </a:lvl7pPr>
            <a:lvl8pPr marL="2806751" indent="0">
              <a:buNone/>
              <a:defRPr sz="1403" b="1"/>
            </a:lvl8pPr>
            <a:lvl9pPr marL="3207715" indent="0">
              <a:buNone/>
              <a:defRPr sz="1403"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1D7D487-5443-FD40-4CFF-CFD158170804}"/>
              </a:ext>
            </a:extLst>
          </p:cNvPr>
          <p:cNvSpPr>
            <a:spLocks noGrp="1"/>
          </p:cNvSpPr>
          <p:nvPr>
            <p:ph sz="quarter" idx="4"/>
          </p:nvPr>
        </p:nvSpPr>
        <p:spPr>
          <a:xfrm>
            <a:off x="5412730" y="2761381"/>
            <a:ext cx="4545413" cy="4061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8E4E4C71-184F-5056-6E0E-14408C340D8C}"/>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8" name="Footer Placeholder 7">
            <a:extLst>
              <a:ext uri="{FF2B5EF4-FFF2-40B4-BE49-F238E27FC236}">
                <a16:creationId xmlns:a16="http://schemas.microsoft.com/office/drawing/2014/main" xmlns="" id="{FCCE7662-9576-3101-B33B-957D8C4DA0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7B5358EF-C215-FFFC-DDE2-8E25FFF8BE9C}"/>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2108599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610B73-24A2-A4C6-E99F-0BEBC1FEBC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7AA320D3-C5EA-9295-BF57-B8866B1386D2}"/>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4" name="Footer Placeholder 3">
            <a:extLst>
              <a:ext uri="{FF2B5EF4-FFF2-40B4-BE49-F238E27FC236}">
                <a16:creationId xmlns:a16="http://schemas.microsoft.com/office/drawing/2014/main" xmlns="" id="{99395C0C-5F47-4DAF-193A-94E9FAD69D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0F39071-DBA7-AFDA-E3F5-AD8B67560DDE}"/>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3345721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B9BFD4C-CD0C-C4F2-BDC9-8272DA8FFB82}"/>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3" name="Footer Placeholder 2">
            <a:extLst>
              <a:ext uri="{FF2B5EF4-FFF2-40B4-BE49-F238E27FC236}">
                <a16:creationId xmlns:a16="http://schemas.microsoft.com/office/drawing/2014/main" xmlns="" id="{1E02417F-FEC3-56A2-C9B6-086A6C624A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8017E5AC-68A4-0E98-5AE5-D18131D5C41B}"/>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13787591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3820C5-523F-8007-1958-A51D1926AF5F}"/>
              </a:ext>
            </a:extLst>
          </p:cNvPr>
          <p:cNvSpPr>
            <a:spLocks noGrp="1"/>
          </p:cNvSpPr>
          <p:nvPr>
            <p:ph type="title"/>
          </p:nvPr>
        </p:nvSpPr>
        <p:spPr>
          <a:xfrm>
            <a:off x="736455" y="503978"/>
            <a:ext cx="3448388" cy="1763924"/>
          </a:xfrm>
        </p:spPr>
        <p:txBody>
          <a:bodyPr anchor="b"/>
          <a:lstStyle>
            <a:lvl1pPr>
              <a:defRPr sz="2806"/>
            </a:lvl1pPr>
          </a:lstStyle>
          <a:p>
            <a:r>
              <a:rPr lang="en-US"/>
              <a:t>Click to edit Master title style</a:t>
            </a:r>
          </a:p>
        </p:txBody>
      </p:sp>
      <p:sp>
        <p:nvSpPr>
          <p:cNvPr id="3" name="Content Placeholder 2">
            <a:extLst>
              <a:ext uri="{FF2B5EF4-FFF2-40B4-BE49-F238E27FC236}">
                <a16:creationId xmlns:a16="http://schemas.microsoft.com/office/drawing/2014/main" xmlns="" id="{01F8AF6A-F17F-9D14-261B-88428C8C7047}"/>
              </a:ext>
            </a:extLst>
          </p:cNvPr>
          <p:cNvSpPr>
            <a:spLocks noGrp="1"/>
          </p:cNvSpPr>
          <p:nvPr>
            <p:ph idx="1"/>
          </p:nvPr>
        </p:nvSpPr>
        <p:spPr>
          <a:xfrm>
            <a:off x="4545413" y="1088454"/>
            <a:ext cx="5412730" cy="5372269"/>
          </a:xfrm>
        </p:spPr>
        <p:txBody>
          <a:bodyPr/>
          <a:lstStyle>
            <a:lvl1pPr>
              <a:defRPr sz="2806"/>
            </a:lvl1pPr>
            <a:lvl2pPr>
              <a:defRPr sz="2456"/>
            </a:lvl2pPr>
            <a:lvl3pPr>
              <a:defRPr sz="2105"/>
            </a:lvl3pPr>
            <a:lvl4pPr>
              <a:defRPr sz="1754"/>
            </a:lvl4pPr>
            <a:lvl5pPr>
              <a:defRPr sz="1754"/>
            </a:lvl5pPr>
            <a:lvl6pPr>
              <a:defRPr sz="1754"/>
            </a:lvl6pPr>
            <a:lvl7pPr>
              <a:defRPr sz="1754"/>
            </a:lvl7pPr>
            <a:lvl8pPr>
              <a:defRPr sz="1754"/>
            </a:lvl8pPr>
            <a:lvl9pPr>
              <a:defRPr sz="17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65E8970-0581-39E9-E52D-1B50FA820DBD}"/>
              </a:ext>
            </a:extLst>
          </p:cNvPr>
          <p:cNvSpPr>
            <a:spLocks noGrp="1"/>
          </p:cNvSpPr>
          <p:nvPr>
            <p:ph type="body" sz="half" idx="2"/>
          </p:nvPr>
        </p:nvSpPr>
        <p:spPr>
          <a:xfrm>
            <a:off x="736455" y="2267902"/>
            <a:ext cx="3448388" cy="4201570"/>
          </a:xfrm>
        </p:spPr>
        <p:txBody>
          <a:bodyPr/>
          <a:lstStyle>
            <a:lvl1pPr marL="0" indent="0">
              <a:buNone/>
              <a:defRPr sz="1403"/>
            </a:lvl1pPr>
            <a:lvl2pPr marL="400964" indent="0">
              <a:buNone/>
              <a:defRPr sz="1228"/>
            </a:lvl2pPr>
            <a:lvl3pPr marL="801929" indent="0">
              <a:buNone/>
              <a:defRPr sz="1052"/>
            </a:lvl3pPr>
            <a:lvl4pPr marL="1202893" indent="0">
              <a:buNone/>
              <a:defRPr sz="877"/>
            </a:lvl4pPr>
            <a:lvl5pPr marL="1603858" indent="0">
              <a:buNone/>
              <a:defRPr sz="877"/>
            </a:lvl5pPr>
            <a:lvl6pPr marL="2004822" indent="0">
              <a:buNone/>
              <a:defRPr sz="877"/>
            </a:lvl6pPr>
            <a:lvl7pPr marL="2405786" indent="0">
              <a:buNone/>
              <a:defRPr sz="877"/>
            </a:lvl7pPr>
            <a:lvl8pPr marL="2806751" indent="0">
              <a:buNone/>
              <a:defRPr sz="877"/>
            </a:lvl8pPr>
            <a:lvl9pPr marL="3207715" indent="0">
              <a:buNone/>
              <a:defRPr sz="877"/>
            </a:lvl9pPr>
          </a:lstStyle>
          <a:p>
            <a:pPr lvl="0"/>
            <a:r>
              <a:rPr lang="en-US"/>
              <a:t>Click to edit Master text styles</a:t>
            </a:r>
          </a:p>
        </p:txBody>
      </p:sp>
      <p:sp>
        <p:nvSpPr>
          <p:cNvPr id="5" name="Date Placeholder 4">
            <a:extLst>
              <a:ext uri="{FF2B5EF4-FFF2-40B4-BE49-F238E27FC236}">
                <a16:creationId xmlns:a16="http://schemas.microsoft.com/office/drawing/2014/main" xmlns="" id="{B6F3221B-0BA7-7B88-3778-5F7C6D2E3F32}"/>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6" name="Footer Placeholder 5">
            <a:extLst>
              <a:ext uri="{FF2B5EF4-FFF2-40B4-BE49-F238E27FC236}">
                <a16:creationId xmlns:a16="http://schemas.microsoft.com/office/drawing/2014/main" xmlns="" id="{6EB16E35-D903-80AA-987F-9206F9CFEE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63AE5D5-217A-ECFA-F1C0-B5D3225B998F}"/>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14912066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E99A6D-6A80-CF80-7E02-1BE79049287B}"/>
              </a:ext>
            </a:extLst>
          </p:cNvPr>
          <p:cNvSpPr>
            <a:spLocks noGrp="1"/>
          </p:cNvSpPr>
          <p:nvPr>
            <p:ph type="title"/>
          </p:nvPr>
        </p:nvSpPr>
        <p:spPr>
          <a:xfrm>
            <a:off x="736455" y="503978"/>
            <a:ext cx="3448388" cy="1763924"/>
          </a:xfrm>
        </p:spPr>
        <p:txBody>
          <a:bodyPr anchor="b"/>
          <a:lstStyle>
            <a:lvl1pPr>
              <a:defRPr sz="2806"/>
            </a:lvl1pPr>
          </a:lstStyle>
          <a:p>
            <a:r>
              <a:rPr lang="en-US"/>
              <a:t>Click to edit Master title style</a:t>
            </a:r>
          </a:p>
        </p:txBody>
      </p:sp>
      <p:sp>
        <p:nvSpPr>
          <p:cNvPr id="3" name="Picture Placeholder 2">
            <a:extLst>
              <a:ext uri="{FF2B5EF4-FFF2-40B4-BE49-F238E27FC236}">
                <a16:creationId xmlns:a16="http://schemas.microsoft.com/office/drawing/2014/main" xmlns="" id="{E522E4A5-1C49-BB02-9A5C-9D3C5C84CF29}"/>
              </a:ext>
            </a:extLst>
          </p:cNvPr>
          <p:cNvSpPr>
            <a:spLocks noGrp="1"/>
          </p:cNvSpPr>
          <p:nvPr>
            <p:ph type="pic" idx="1"/>
          </p:nvPr>
        </p:nvSpPr>
        <p:spPr>
          <a:xfrm>
            <a:off x="4545413" y="1088454"/>
            <a:ext cx="5412730" cy="5372269"/>
          </a:xfrm>
        </p:spPr>
        <p:txBody>
          <a:bodyPr/>
          <a:lstStyle>
            <a:lvl1pPr marL="0" indent="0">
              <a:buNone/>
              <a:defRPr sz="2806"/>
            </a:lvl1pPr>
            <a:lvl2pPr marL="400964" indent="0">
              <a:buNone/>
              <a:defRPr sz="2456"/>
            </a:lvl2pPr>
            <a:lvl3pPr marL="801929" indent="0">
              <a:buNone/>
              <a:defRPr sz="2105"/>
            </a:lvl3pPr>
            <a:lvl4pPr marL="1202893" indent="0">
              <a:buNone/>
              <a:defRPr sz="1754"/>
            </a:lvl4pPr>
            <a:lvl5pPr marL="1603858" indent="0">
              <a:buNone/>
              <a:defRPr sz="1754"/>
            </a:lvl5pPr>
            <a:lvl6pPr marL="2004822" indent="0">
              <a:buNone/>
              <a:defRPr sz="1754"/>
            </a:lvl6pPr>
            <a:lvl7pPr marL="2405786" indent="0">
              <a:buNone/>
              <a:defRPr sz="1754"/>
            </a:lvl7pPr>
            <a:lvl8pPr marL="2806751" indent="0">
              <a:buNone/>
              <a:defRPr sz="1754"/>
            </a:lvl8pPr>
            <a:lvl9pPr marL="3207715" indent="0">
              <a:buNone/>
              <a:defRPr sz="1754"/>
            </a:lvl9pPr>
          </a:lstStyle>
          <a:p>
            <a:endParaRPr lang="en-US"/>
          </a:p>
        </p:txBody>
      </p:sp>
      <p:sp>
        <p:nvSpPr>
          <p:cNvPr id="4" name="Text Placeholder 3">
            <a:extLst>
              <a:ext uri="{FF2B5EF4-FFF2-40B4-BE49-F238E27FC236}">
                <a16:creationId xmlns:a16="http://schemas.microsoft.com/office/drawing/2014/main" xmlns="" id="{19EDB995-7039-2F91-83F2-86FBBD35A0E2}"/>
              </a:ext>
            </a:extLst>
          </p:cNvPr>
          <p:cNvSpPr>
            <a:spLocks noGrp="1"/>
          </p:cNvSpPr>
          <p:nvPr>
            <p:ph type="body" sz="half" idx="2"/>
          </p:nvPr>
        </p:nvSpPr>
        <p:spPr>
          <a:xfrm>
            <a:off x="736455" y="2267902"/>
            <a:ext cx="3448388" cy="4201570"/>
          </a:xfrm>
        </p:spPr>
        <p:txBody>
          <a:bodyPr/>
          <a:lstStyle>
            <a:lvl1pPr marL="0" indent="0">
              <a:buNone/>
              <a:defRPr sz="1403"/>
            </a:lvl1pPr>
            <a:lvl2pPr marL="400964" indent="0">
              <a:buNone/>
              <a:defRPr sz="1228"/>
            </a:lvl2pPr>
            <a:lvl3pPr marL="801929" indent="0">
              <a:buNone/>
              <a:defRPr sz="1052"/>
            </a:lvl3pPr>
            <a:lvl4pPr marL="1202893" indent="0">
              <a:buNone/>
              <a:defRPr sz="877"/>
            </a:lvl4pPr>
            <a:lvl5pPr marL="1603858" indent="0">
              <a:buNone/>
              <a:defRPr sz="877"/>
            </a:lvl5pPr>
            <a:lvl6pPr marL="2004822" indent="0">
              <a:buNone/>
              <a:defRPr sz="877"/>
            </a:lvl6pPr>
            <a:lvl7pPr marL="2405786" indent="0">
              <a:buNone/>
              <a:defRPr sz="877"/>
            </a:lvl7pPr>
            <a:lvl8pPr marL="2806751" indent="0">
              <a:buNone/>
              <a:defRPr sz="877"/>
            </a:lvl8pPr>
            <a:lvl9pPr marL="3207715" indent="0">
              <a:buNone/>
              <a:defRPr sz="877"/>
            </a:lvl9pPr>
          </a:lstStyle>
          <a:p>
            <a:pPr lvl="0"/>
            <a:r>
              <a:rPr lang="en-US"/>
              <a:t>Click to edit Master text styles</a:t>
            </a:r>
          </a:p>
        </p:txBody>
      </p:sp>
      <p:sp>
        <p:nvSpPr>
          <p:cNvPr id="5" name="Date Placeholder 4">
            <a:extLst>
              <a:ext uri="{FF2B5EF4-FFF2-40B4-BE49-F238E27FC236}">
                <a16:creationId xmlns:a16="http://schemas.microsoft.com/office/drawing/2014/main" xmlns="" id="{F4DAA16B-BBED-90E7-F50E-C3319B3043C7}"/>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6" name="Footer Placeholder 5">
            <a:extLst>
              <a:ext uri="{FF2B5EF4-FFF2-40B4-BE49-F238E27FC236}">
                <a16:creationId xmlns:a16="http://schemas.microsoft.com/office/drawing/2014/main" xmlns="" id="{0905E730-4D1B-A1C1-22B0-048CB7DF3A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8357C42-660A-17E8-B4B6-AF6B8A1A346D}"/>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9584074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691200-5F17-07B3-7072-31A4111D6D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5D9DA727-D7F2-92DE-DB72-44D571A23A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F7DBF51-E46C-F362-74F6-696A7A322218}"/>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5" name="Footer Placeholder 4">
            <a:extLst>
              <a:ext uri="{FF2B5EF4-FFF2-40B4-BE49-F238E27FC236}">
                <a16:creationId xmlns:a16="http://schemas.microsoft.com/office/drawing/2014/main" xmlns="" id="{42BA5293-89DC-8298-62ED-783FC5B9B2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5B15B15-BD1C-9F22-CB1D-3A34F9F5FB10}"/>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3697601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B93233C-E0F2-7237-6292-C74DAFEB85FF}"/>
              </a:ext>
            </a:extLst>
          </p:cNvPr>
          <p:cNvSpPr>
            <a:spLocks noGrp="1"/>
          </p:cNvSpPr>
          <p:nvPr>
            <p:ph type="title" orient="vert"/>
          </p:nvPr>
        </p:nvSpPr>
        <p:spPr>
          <a:xfrm>
            <a:off x="7651329" y="402483"/>
            <a:ext cx="2305422" cy="64064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2FEA2FC9-9CF2-E078-6A2B-ECC9160883AC}"/>
              </a:ext>
            </a:extLst>
          </p:cNvPr>
          <p:cNvSpPr>
            <a:spLocks noGrp="1"/>
          </p:cNvSpPr>
          <p:nvPr>
            <p:ph type="body" orient="vert" idx="1"/>
          </p:nvPr>
        </p:nvSpPr>
        <p:spPr>
          <a:xfrm>
            <a:off x="735062" y="402483"/>
            <a:ext cx="6782619" cy="6406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4DD1916-E87E-D5C3-9BC1-A19B3DCDE461}"/>
              </a:ext>
            </a:extLst>
          </p:cNvPr>
          <p:cNvSpPr>
            <a:spLocks noGrp="1"/>
          </p:cNvSpPr>
          <p:nvPr>
            <p:ph type="dt" sz="half" idx="10"/>
          </p:nvPr>
        </p:nvSpPr>
        <p:spPr/>
        <p:txBody>
          <a:bodyPr/>
          <a:lstStyle/>
          <a:p>
            <a:fld id="{D92C4AB7-A667-48B8-8641-D0E0007A07AF}" type="datetimeFigureOut">
              <a:rPr lang="en-US" smtClean="0"/>
              <a:t>10-May-23</a:t>
            </a:fld>
            <a:endParaRPr lang="en-US"/>
          </a:p>
        </p:txBody>
      </p:sp>
      <p:sp>
        <p:nvSpPr>
          <p:cNvPr id="5" name="Footer Placeholder 4">
            <a:extLst>
              <a:ext uri="{FF2B5EF4-FFF2-40B4-BE49-F238E27FC236}">
                <a16:creationId xmlns:a16="http://schemas.microsoft.com/office/drawing/2014/main" xmlns="" id="{48D52281-32AE-2840-4A10-AE31E56A5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943811-F270-0447-2269-F339C8A83A60}"/>
              </a:ext>
            </a:extLst>
          </p:cNvPr>
          <p:cNvSpPr>
            <a:spLocks noGrp="1"/>
          </p:cNvSpPr>
          <p:nvPr>
            <p:ph type="sldNum" sz="quarter" idx="12"/>
          </p:nvPr>
        </p:nvSpPr>
        <p:spPr/>
        <p:txBody>
          <a:bodyPr/>
          <a:lstStyle/>
          <a:p>
            <a:fld id="{83A58610-8E30-464F-84FE-597335FE0669}" type="slidenum">
              <a:rPr lang="en-US" smtClean="0"/>
              <a:t>‹#›</a:t>
            </a:fld>
            <a:endParaRPr lang="en-US"/>
          </a:p>
        </p:txBody>
      </p:sp>
    </p:spTree>
    <p:extLst>
      <p:ext uri="{BB962C8B-B14F-4D97-AF65-F5344CB8AC3E}">
        <p14:creationId xmlns:p14="http://schemas.microsoft.com/office/powerpoint/2010/main" val="3297104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7718152" y="7073784"/>
            <a:ext cx="2405658" cy="402483"/>
          </a:xfrm>
          <a:prstGeom prst="rect">
            <a:avLst/>
          </a:prstGeom>
        </p:spPr>
        <p:txBody>
          <a:bodyPr vert="horz" lIns="91440" tIns="45720" rIns="91440" bIns="45720" rtlCol="0" anchor="ctr"/>
          <a:lstStyle>
            <a:lvl1pPr algn="r">
              <a:defRPr sz="1052">
                <a:solidFill>
                  <a:schemeClr val="bg1"/>
                </a:solidFill>
                <a:latin typeface="Arial" panose="020B0604020202020204" pitchFamily="34" charset="0"/>
                <a:cs typeface="Arial" panose="020B0604020202020204" pitchFamily="34" charset="0"/>
              </a:defRPr>
            </a:lvl1pPr>
          </a:lstStyle>
          <a:p>
            <a:fld id="{A39D7F4B-74C3-0F40-AE18-6861EE333CA1}" type="slidenum">
              <a:rPr lang="en-US" smtClean="0"/>
              <a:pPr/>
              <a:t>‹#›</a:t>
            </a:fld>
            <a:endParaRPr lang="en-US" dirty="0"/>
          </a:p>
        </p:txBody>
      </p:sp>
    </p:spTree>
    <p:extLst>
      <p:ext uri="{BB962C8B-B14F-4D97-AF65-F5344CB8AC3E}">
        <p14:creationId xmlns:p14="http://schemas.microsoft.com/office/powerpoint/2010/main" val="1385508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7976395" y="7155044"/>
            <a:ext cx="2405658" cy="402483"/>
          </a:xfrm>
          <a:prstGeom prst="rect">
            <a:avLst/>
          </a:prstGeom>
        </p:spPr>
        <p:txBody>
          <a:bodyPr vert="horz" lIns="91440" tIns="45720" rIns="91440" bIns="45720" rtlCol="0" anchor="ctr"/>
          <a:lstStyle>
            <a:lvl1pPr algn="r">
              <a:defRPr sz="1323">
                <a:solidFill>
                  <a:schemeClr val="bg1"/>
                </a:solidFill>
              </a:defRPr>
            </a:lvl1pPr>
          </a:lstStyle>
          <a:p>
            <a:r>
              <a:rPr lang="en-US" dirty="0"/>
              <a:t>1</a:t>
            </a:r>
          </a:p>
        </p:txBody>
      </p:sp>
      <p:pic>
        <p:nvPicPr>
          <p:cNvPr id="5" name="Picture 4">
            <a:extLst>
              <a:ext uri="{FF2B5EF4-FFF2-40B4-BE49-F238E27FC236}">
                <a16:creationId xmlns:a16="http://schemas.microsoft.com/office/drawing/2014/main" xmlns="" id="{E1478C90-F09B-4A40-84BF-28A358557ED9}"/>
              </a:ext>
            </a:extLst>
          </p:cNvPr>
          <p:cNvPicPr>
            <a:picLocks noChangeAspect="1"/>
          </p:cNvPicPr>
          <p:nvPr userDrawn="1"/>
        </p:nvPicPr>
        <p:blipFill>
          <a:blip r:embed="rId13"/>
          <a:stretch>
            <a:fillRect/>
          </a:stretch>
        </p:blipFill>
        <p:spPr>
          <a:xfrm>
            <a:off x="0" y="2148"/>
            <a:ext cx="10691813" cy="7555379"/>
          </a:xfrm>
          <a:prstGeom prst="rect">
            <a:avLst/>
          </a:prstGeom>
        </p:spPr>
      </p:pic>
    </p:spTree>
    <p:extLst>
      <p:ext uri="{BB962C8B-B14F-4D97-AF65-F5344CB8AC3E}">
        <p14:creationId xmlns:p14="http://schemas.microsoft.com/office/powerpoint/2010/main" val="25543032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EF26CF0-0438-A251-FED4-712FDFA17C44}"/>
              </a:ext>
            </a:extLst>
          </p:cNvPr>
          <p:cNvSpPr>
            <a:spLocks noGrp="1"/>
          </p:cNvSpPr>
          <p:nvPr>
            <p:ph type="title"/>
          </p:nvPr>
        </p:nvSpPr>
        <p:spPr>
          <a:xfrm>
            <a:off x="735062" y="402483"/>
            <a:ext cx="9221689" cy="146118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AD42BCE7-BCC8-D2B5-49F5-E11A211EDDB1}"/>
              </a:ext>
            </a:extLst>
          </p:cNvPr>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AB88411-389E-1519-6425-FC14F3AB974F}"/>
              </a:ext>
            </a:extLst>
          </p:cNvPr>
          <p:cNvSpPr>
            <a:spLocks noGrp="1"/>
          </p:cNvSpPr>
          <p:nvPr>
            <p:ph type="dt" sz="half" idx="2"/>
          </p:nvPr>
        </p:nvSpPr>
        <p:spPr>
          <a:xfrm>
            <a:off x="735062" y="7006699"/>
            <a:ext cx="2405658" cy="402483"/>
          </a:xfrm>
          <a:prstGeom prst="rect">
            <a:avLst/>
          </a:prstGeom>
        </p:spPr>
        <p:txBody>
          <a:bodyPr vert="horz" lIns="91440" tIns="45720" rIns="91440" bIns="45720" rtlCol="0" anchor="ctr"/>
          <a:lstStyle>
            <a:lvl1pPr algn="l">
              <a:defRPr sz="1052">
                <a:solidFill>
                  <a:schemeClr val="tx1">
                    <a:tint val="75000"/>
                  </a:schemeClr>
                </a:solidFill>
              </a:defRPr>
            </a:lvl1pPr>
          </a:lstStyle>
          <a:p>
            <a:fld id="{D92C4AB7-A667-48B8-8641-D0E0007A07AF}" type="datetimeFigureOut">
              <a:rPr lang="en-US" smtClean="0"/>
              <a:t>10-May-23</a:t>
            </a:fld>
            <a:endParaRPr lang="en-US"/>
          </a:p>
        </p:txBody>
      </p:sp>
      <p:sp>
        <p:nvSpPr>
          <p:cNvPr id="5" name="Footer Placeholder 4">
            <a:extLst>
              <a:ext uri="{FF2B5EF4-FFF2-40B4-BE49-F238E27FC236}">
                <a16:creationId xmlns:a16="http://schemas.microsoft.com/office/drawing/2014/main" xmlns="" id="{5BD654C3-5FE5-6DD5-D560-FFF812510288}"/>
              </a:ext>
            </a:extLst>
          </p:cNvPr>
          <p:cNvSpPr>
            <a:spLocks noGrp="1"/>
          </p:cNvSpPr>
          <p:nvPr>
            <p:ph type="ftr" sz="quarter" idx="3"/>
          </p:nvPr>
        </p:nvSpPr>
        <p:spPr>
          <a:xfrm>
            <a:off x="3541663" y="7006699"/>
            <a:ext cx="3608487" cy="402483"/>
          </a:xfrm>
          <a:prstGeom prst="rect">
            <a:avLst/>
          </a:prstGeom>
        </p:spPr>
        <p:txBody>
          <a:bodyPr vert="horz" lIns="91440" tIns="45720" rIns="91440" bIns="45720" rtlCol="0" anchor="ctr"/>
          <a:lstStyle>
            <a:lvl1pPr algn="ctr">
              <a:defRPr sz="1052">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87712691-4C92-037E-A381-4A404C51B457}"/>
              </a:ext>
            </a:extLst>
          </p:cNvPr>
          <p:cNvSpPr>
            <a:spLocks noGrp="1"/>
          </p:cNvSpPr>
          <p:nvPr>
            <p:ph type="sldNum" sz="quarter" idx="4"/>
          </p:nvPr>
        </p:nvSpPr>
        <p:spPr>
          <a:xfrm>
            <a:off x="7551093" y="7006699"/>
            <a:ext cx="2405658" cy="402483"/>
          </a:xfrm>
          <a:prstGeom prst="rect">
            <a:avLst/>
          </a:prstGeom>
        </p:spPr>
        <p:txBody>
          <a:bodyPr vert="horz" lIns="91440" tIns="45720" rIns="91440" bIns="45720" rtlCol="0" anchor="ctr"/>
          <a:lstStyle>
            <a:lvl1pPr algn="r">
              <a:defRPr sz="1052">
                <a:solidFill>
                  <a:schemeClr val="tx1">
                    <a:tint val="75000"/>
                  </a:schemeClr>
                </a:solidFill>
              </a:defRPr>
            </a:lvl1pPr>
          </a:lstStyle>
          <a:p>
            <a:fld id="{83A58610-8E30-464F-84FE-597335FE0669}" type="slidenum">
              <a:rPr lang="en-US" smtClean="0"/>
              <a:t>‹#›</a:t>
            </a:fld>
            <a:endParaRPr lang="en-US"/>
          </a:p>
        </p:txBody>
      </p:sp>
    </p:spTree>
    <p:extLst>
      <p:ext uri="{BB962C8B-B14F-4D97-AF65-F5344CB8AC3E}">
        <p14:creationId xmlns:p14="http://schemas.microsoft.com/office/powerpoint/2010/main" val="29198176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801929" rtl="0" eaLnBrk="1" latinLnBrk="0" hangingPunct="1">
        <a:lnSpc>
          <a:spcPct val="90000"/>
        </a:lnSpc>
        <a:spcBef>
          <a:spcPct val="0"/>
        </a:spcBef>
        <a:buNone/>
        <a:defRPr sz="3859" kern="1200">
          <a:solidFill>
            <a:schemeClr val="tx1"/>
          </a:solidFill>
          <a:latin typeface="+mj-lt"/>
          <a:ea typeface="+mj-ea"/>
          <a:cs typeface="+mj-cs"/>
        </a:defRPr>
      </a:lvl1pPr>
    </p:titleStyle>
    <p:bodyStyle>
      <a:lvl1pPr marL="200482" indent="-200482" algn="l" defTabSz="801929" rtl="0" eaLnBrk="1" latinLnBrk="0" hangingPunct="1">
        <a:lnSpc>
          <a:spcPct val="90000"/>
        </a:lnSpc>
        <a:spcBef>
          <a:spcPts val="877"/>
        </a:spcBef>
        <a:buFont typeface="Arial" panose="020B0604020202020204" pitchFamily="34" charset="0"/>
        <a:buChar char="•"/>
        <a:defRPr sz="2456" kern="1200">
          <a:solidFill>
            <a:schemeClr val="tx1"/>
          </a:solidFill>
          <a:latin typeface="+mn-lt"/>
          <a:ea typeface="+mn-ea"/>
          <a:cs typeface="+mn-cs"/>
        </a:defRPr>
      </a:lvl1pPr>
      <a:lvl2pPr marL="601447" indent="-200482" algn="l" defTabSz="801929" rtl="0" eaLnBrk="1" latinLnBrk="0" hangingPunct="1">
        <a:lnSpc>
          <a:spcPct val="90000"/>
        </a:lnSpc>
        <a:spcBef>
          <a:spcPts val="439"/>
        </a:spcBef>
        <a:buFont typeface="Arial" panose="020B0604020202020204" pitchFamily="34" charset="0"/>
        <a:buChar char="•"/>
        <a:defRPr sz="2105" kern="1200">
          <a:solidFill>
            <a:schemeClr val="tx1"/>
          </a:solidFill>
          <a:latin typeface="+mn-lt"/>
          <a:ea typeface="+mn-ea"/>
          <a:cs typeface="+mn-cs"/>
        </a:defRPr>
      </a:lvl2pPr>
      <a:lvl3pPr marL="1002411" indent="-200482" algn="l" defTabSz="801929" rtl="0" eaLnBrk="1" latinLnBrk="0" hangingPunct="1">
        <a:lnSpc>
          <a:spcPct val="90000"/>
        </a:lnSpc>
        <a:spcBef>
          <a:spcPts val="439"/>
        </a:spcBef>
        <a:buFont typeface="Arial" panose="020B0604020202020204" pitchFamily="34" charset="0"/>
        <a:buChar char="•"/>
        <a:defRPr sz="1754" kern="1200">
          <a:solidFill>
            <a:schemeClr val="tx1"/>
          </a:solidFill>
          <a:latin typeface="+mn-lt"/>
          <a:ea typeface="+mn-ea"/>
          <a:cs typeface="+mn-cs"/>
        </a:defRPr>
      </a:lvl3pPr>
      <a:lvl4pPr marL="1403375" indent="-200482" algn="l" defTabSz="801929"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4pPr>
      <a:lvl5pPr marL="1804340" indent="-200482" algn="l" defTabSz="801929"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5pPr>
      <a:lvl6pPr marL="2205304" indent="-200482" algn="l" defTabSz="801929"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269" indent="-200482" algn="l" defTabSz="801929"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233" indent="-200482" algn="l" defTabSz="801929"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197" indent="-200482" algn="l" defTabSz="801929"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p:bodyStyle>
    <p:otherStyle>
      <a:defPPr>
        <a:defRPr lang="en-US"/>
      </a:defPPr>
      <a:lvl1pPr marL="0" algn="l" defTabSz="801929" rtl="0" eaLnBrk="1" latinLnBrk="0" hangingPunct="1">
        <a:defRPr sz="1579" kern="1200">
          <a:solidFill>
            <a:schemeClr val="tx1"/>
          </a:solidFill>
          <a:latin typeface="+mn-lt"/>
          <a:ea typeface="+mn-ea"/>
          <a:cs typeface="+mn-cs"/>
        </a:defRPr>
      </a:lvl1pPr>
      <a:lvl2pPr marL="400964" algn="l" defTabSz="801929" rtl="0" eaLnBrk="1" latinLnBrk="0" hangingPunct="1">
        <a:defRPr sz="1579" kern="1200">
          <a:solidFill>
            <a:schemeClr val="tx1"/>
          </a:solidFill>
          <a:latin typeface="+mn-lt"/>
          <a:ea typeface="+mn-ea"/>
          <a:cs typeface="+mn-cs"/>
        </a:defRPr>
      </a:lvl2pPr>
      <a:lvl3pPr marL="801929" algn="l" defTabSz="801929" rtl="0" eaLnBrk="1" latinLnBrk="0" hangingPunct="1">
        <a:defRPr sz="1579" kern="1200">
          <a:solidFill>
            <a:schemeClr val="tx1"/>
          </a:solidFill>
          <a:latin typeface="+mn-lt"/>
          <a:ea typeface="+mn-ea"/>
          <a:cs typeface="+mn-cs"/>
        </a:defRPr>
      </a:lvl3pPr>
      <a:lvl4pPr marL="1202893" algn="l" defTabSz="801929" rtl="0" eaLnBrk="1" latinLnBrk="0" hangingPunct="1">
        <a:defRPr sz="1579" kern="1200">
          <a:solidFill>
            <a:schemeClr val="tx1"/>
          </a:solidFill>
          <a:latin typeface="+mn-lt"/>
          <a:ea typeface="+mn-ea"/>
          <a:cs typeface="+mn-cs"/>
        </a:defRPr>
      </a:lvl4pPr>
      <a:lvl5pPr marL="1603858" algn="l" defTabSz="801929" rtl="0" eaLnBrk="1" latinLnBrk="0" hangingPunct="1">
        <a:defRPr sz="1579" kern="1200">
          <a:solidFill>
            <a:schemeClr val="tx1"/>
          </a:solidFill>
          <a:latin typeface="+mn-lt"/>
          <a:ea typeface="+mn-ea"/>
          <a:cs typeface="+mn-cs"/>
        </a:defRPr>
      </a:lvl5pPr>
      <a:lvl6pPr marL="2004822" algn="l" defTabSz="801929" rtl="0" eaLnBrk="1" latinLnBrk="0" hangingPunct="1">
        <a:defRPr sz="1579" kern="1200">
          <a:solidFill>
            <a:schemeClr val="tx1"/>
          </a:solidFill>
          <a:latin typeface="+mn-lt"/>
          <a:ea typeface="+mn-ea"/>
          <a:cs typeface="+mn-cs"/>
        </a:defRPr>
      </a:lvl6pPr>
      <a:lvl7pPr marL="2405786" algn="l" defTabSz="801929" rtl="0" eaLnBrk="1" latinLnBrk="0" hangingPunct="1">
        <a:defRPr sz="1579" kern="1200">
          <a:solidFill>
            <a:schemeClr val="tx1"/>
          </a:solidFill>
          <a:latin typeface="+mn-lt"/>
          <a:ea typeface="+mn-ea"/>
          <a:cs typeface="+mn-cs"/>
        </a:defRPr>
      </a:lvl7pPr>
      <a:lvl8pPr marL="2806751" algn="l" defTabSz="801929" rtl="0" eaLnBrk="1" latinLnBrk="0" hangingPunct="1">
        <a:defRPr sz="1579" kern="1200">
          <a:solidFill>
            <a:schemeClr val="tx1"/>
          </a:solidFill>
          <a:latin typeface="+mn-lt"/>
          <a:ea typeface="+mn-ea"/>
          <a:cs typeface="+mn-cs"/>
        </a:defRPr>
      </a:lvl8pPr>
      <a:lvl9pPr marL="3207715" algn="l" defTabSz="801929" rtl="0" eaLnBrk="1" latinLnBrk="0" hangingPunct="1">
        <a:defRPr sz="15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014CF5-AF79-6A4A-ED55-DA62652B9A74}"/>
              </a:ext>
            </a:extLst>
          </p:cNvPr>
          <p:cNvSpPr>
            <a:spLocks noGrp="1"/>
          </p:cNvSpPr>
          <p:nvPr>
            <p:ph type="ctrTitle"/>
          </p:nvPr>
        </p:nvSpPr>
        <p:spPr>
          <a:xfrm>
            <a:off x="3942607" y="1411769"/>
            <a:ext cx="6012806" cy="2768611"/>
          </a:xfrm>
          <a:noFill/>
        </p:spPr>
        <p:txBody>
          <a:bodyPr>
            <a:normAutofit/>
          </a:bodyPr>
          <a:lstStyle/>
          <a:p>
            <a:pPr algn="l"/>
            <a:r>
              <a:rPr lang="en-US" sz="3859" dirty="0" smtClean="0">
                <a:solidFill>
                  <a:srgbClr val="C00000"/>
                </a:solidFill>
                <a:latin typeface="Times New Roman" panose="02020603050405020304" pitchFamily="18" charset="0"/>
                <a:cs typeface="Times New Roman" panose="02020603050405020304" pitchFamily="18" charset="0"/>
              </a:rPr>
              <a:t>HYPERTENSION </a:t>
            </a:r>
            <a:r>
              <a:rPr lang="en-US" sz="3859" dirty="0">
                <a:solidFill>
                  <a:srgbClr val="C00000"/>
                </a:solidFill>
                <a:latin typeface="Times New Roman" panose="02020603050405020304" pitchFamily="18" charset="0"/>
                <a:cs typeface="Times New Roman" panose="02020603050405020304" pitchFamily="18" charset="0"/>
              </a:rPr>
              <a:t>PREVENTION AND CONTROL MANUAL  FOR COMMUNITY HEALTH CARE WORKERS</a:t>
            </a:r>
          </a:p>
        </p:txBody>
      </p:sp>
      <p:sp>
        <p:nvSpPr>
          <p:cNvPr id="3" name="Subtitle 2">
            <a:extLst>
              <a:ext uri="{FF2B5EF4-FFF2-40B4-BE49-F238E27FC236}">
                <a16:creationId xmlns:a16="http://schemas.microsoft.com/office/drawing/2014/main" xmlns="" id="{BC20700B-6302-5610-1809-CD17203C35DF}"/>
              </a:ext>
            </a:extLst>
          </p:cNvPr>
          <p:cNvSpPr>
            <a:spLocks noGrp="1"/>
          </p:cNvSpPr>
          <p:nvPr>
            <p:ph type="subTitle" idx="1"/>
          </p:nvPr>
        </p:nvSpPr>
        <p:spPr>
          <a:xfrm>
            <a:off x="3884135" y="4343758"/>
            <a:ext cx="6071277" cy="1804146"/>
          </a:xfrm>
          <a:noFill/>
        </p:spPr>
        <p:txBody>
          <a:bodyPr>
            <a:normAutofit/>
          </a:bodyPr>
          <a:lstStyle/>
          <a:p>
            <a:pPr algn="l"/>
            <a:r>
              <a:rPr lang="en-US" dirty="0">
                <a:latin typeface="Times New Roman" panose="02020603050405020304" pitchFamily="18" charset="0"/>
                <a:cs typeface="Times New Roman" panose="02020603050405020304" pitchFamily="18" charset="0"/>
              </a:rPr>
              <a:t>MINISRY OF HEALTH, THE GAMBIA </a:t>
            </a:r>
          </a:p>
          <a:p>
            <a:pPr algn="l"/>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PRESENTER’S NAME: </a:t>
            </a:r>
          </a:p>
        </p:txBody>
      </p:sp>
      <p:pic>
        <p:nvPicPr>
          <p:cNvPr id="5" name="Picture 4" descr="A picture containing clipart, crest, symbol, cartoon&#10;&#10;Description automatically generated">
            <a:extLst>
              <a:ext uri="{FF2B5EF4-FFF2-40B4-BE49-F238E27FC236}">
                <a16:creationId xmlns:a16="http://schemas.microsoft.com/office/drawing/2014/main" xmlns="" id="{EA5222A4-CF62-0931-780D-C5620FD42AF1}"/>
              </a:ext>
            </a:extLst>
          </p:cNvPr>
          <p:cNvPicPr>
            <a:picLocks noChangeAspect="1"/>
          </p:cNvPicPr>
          <p:nvPr/>
        </p:nvPicPr>
        <p:blipFill rotWithShape="1">
          <a:blip r:embed="rId2">
            <a:extLst>
              <a:ext uri="{28A0092B-C50C-407E-A947-70E740481C1C}">
                <a14:useLocalDpi xmlns:a14="http://schemas.microsoft.com/office/drawing/2010/main" val="0"/>
              </a:ext>
            </a:extLst>
          </a:blip>
          <a:srcRect l="7595" r="7461" b="-1"/>
          <a:stretch/>
        </p:blipFill>
        <p:spPr>
          <a:xfrm>
            <a:off x="736400" y="1900417"/>
            <a:ext cx="3039146" cy="3349545"/>
          </a:xfrm>
          <a:prstGeom prst="rect">
            <a:avLst/>
          </a:prstGeom>
        </p:spPr>
      </p:pic>
    </p:spTree>
    <p:extLst>
      <p:ext uri="{BB962C8B-B14F-4D97-AF65-F5344CB8AC3E}">
        <p14:creationId xmlns:p14="http://schemas.microsoft.com/office/powerpoint/2010/main" val="3724489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8F59704-E823-A74B-93A0-A012B94BA40D}"/>
              </a:ext>
            </a:extLst>
          </p:cNvPr>
          <p:cNvSpPr>
            <a:spLocks noGrp="1"/>
          </p:cNvSpPr>
          <p:nvPr>
            <p:ph type="sldNum" sz="quarter" idx="12"/>
          </p:nvPr>
        </p:nvSpPr>
        <p:spPr/>
        <p:txBody>
          <a:bodyPr/>
          <a:lstStyle/>
          <a:p>
            <a:fld id="{5FCE7002-8CF6-784B-9A24-69DF51357AB2}" type="slidenum">
              <a:rPr lang="en-US" smtClean="0"/>
              <a:t>2</a:t>
            </a:fld>
            <a:endParaRPr lang="en-US"/>
          </a:p>
        </p:txBody>
      </p:sp>
      <p:sp>
        <p:nvSpPr>
          <p:cNvPr id="5" name="object 2">
            <a:extLst>
              <a:ext uri="{FF2B5EF4-FFF2-40B4-BE49-F238E27FC236}">
                <a16:creationId xmlns:a16="http://schemas.microsoft.com/office/drawing/2014/main" xmlns="" id="{632A351F-2B59-6545-B2ED-E22592969BF5}"/>
              </a:ext>
            </a:extLst>
          </p:cNvPr>
          <p:cNvSpPr txBox="1"/>
          <p:nvPr/>
        </p:nvSpPr>
        <p:spPr>
          <a:xfrm>
            <a:off x="0" y="423599"/>
            <a:ext cx="7347473" cy="430706"/>
          </a:xfrm>
          <a:prstGeom prst="rect">
            <a:avLst/>
          </a:prstGeom>
          <a:solidFill>
            <a:srgbClr val="00B050"/>
          </a:solidFill>
          <a:ln w="9525">
            <a:noFill/>
          </a:ln>
        </p:spPr>
        <p:txBody>
          <a:bodyPr vert="horz" wrap="square" lIns="0" tIns="0" rIns="0" bIns="0" rtlCol="0">
            <a:spAutoFit/>
          </a:bodyPr>
          <a:lstStyle/>
          <a:p>
            <a:pPr marL="566193"/>
            <a:r>
              <a:rPr lang="en-GB" sz="2799" b="1" kern="0" dirty="0">
                <a:solidFill>
                  <a:schemeClr val="bg1"/>
                </a:solidFill>
                <a:latin typeface="Arial" pitchFamily="34" charset="0"/>
                <a:ea typeface="+mj-ea"/>
                <a:cs typeface="Arial" pitchFamily="34" charset="0"/>
              </a:rPr>
              <a:t>  Components of a course description</a:t>
            </a:r>
            <a:endParaRPr sz="2999" b="1" dirty="0">
              <a:solidFill>
                <a:schemeClr val="bg1"/>
              </a:solidFill>
              <a:latin typeface="Arial"/>
              <a:cs typeface="Arial"/>
            </a:endParaRPr>
          </a:p>
        </p:txBody>
      </p:sp>
      <p:sp>
        <p:nvSpPr>
          <p:cNvPr id="6" name="object 3">
            <a:extLst>
              <a:ext uri="{FF2B5EF4-FFF2-40B4-BE49-F238E27FC236}">
                <a16:creationId xmlns:a16="http://schemas.microsoft.com/office/drawing/2014/main" xmlns="" id="{CC42BA31-8737-F845-B4D3-F04983F439EA}"/>
              </a:ext>
            </a:extLst>
          </p:cNvPr>
          <p:cNvSpPr txBox="1"/>
          <p:nvPr/>
        </p:nvSpPr>
        <p:spPr>
          <a:xfrm>
            <a:off x="779667" y="1404177"/>
            <a:ext cx="8816154" cy="2546787"/>
          </a:xfrm>
          <a:prstGeom prst="rect">
            <a:avLst/>
          </a:prstGeom>
        </p:spPr>
        <p:txBody>
          <a:bodyPr vert="horz" wrap="square" lIns="0" tIns="0" rIns="0" bIns="0" rtlCol="0">
            <a:spAutoFit/>
          </a:bodyPr>
          <a:lstStyle/>
          <a:p>
            <a:pPr marL="456382" indent="-443687">
              <a:lnSpc>
                <a:spcPts val="2600"/>
              </a:lnSpc>
              <a:buClr>
                <a:srgbClr val="231F20"/>
              </a:buClr>
              <a:buFont typeface="Wingdings" panose="05000000000000000000" pitchFamily="2" charset="2"/>
              <a:buChar char="§"/>
              <a:tabLst>
                <a:tab pos="457017" algn="l"/>
              </a:tabLst>
            </a:pPr>
            <a:r>
              <a:rPr sz="1799" spc="-70" dirty="0">
                <a:solidFill>
                  <a:srgbClr val="231F20"/>
                </a:solidFill>
                <a:latin typeface="Arial"/>
                <a:cs typeface="Arial"/>
              </a:rPr>
              <a:t>T</a:t>
            </a:r>
            <a:r>
              <a:rPr sz="1799" dirty="0">
                <a:solidFill>
                  <a:srgbClr val="231F20"/>
                </a:solidFill>
                <a:latin typeface="Arial"/>
                <a:cs typeface="Arial"/>
              </a:rPr>
              <a:t>itle of the module</a:t>
            </a:r>
            <a:endParaRPr sz="1799" dirty="0">
              <a:latin typeface="Arial"/>
              <a:cs typeface="Arial"/>
            </a:endParaRPr>
          </a:p>
          <a:p>
            <a:pPr marL="456382" indent="-443687">
              <a:lnSpc>
                <a:spcPts val="2600"/>
              </a:lnSpc>
              <a:spcBef>
                <a:spcPts val="850"/>
              </a:spcBef>
              <a:buClr>
                <a:srgbClr val="231F20"/>
              </a:buClr>
              <a:buFont typeface="Wingdings" panose="05000000000000000000" pitchFamily="2" charset="2"/>
              <a:buChar char="§"/>
              <a:tabLst>
                <a:tab pos="457017" algn="l"/>
              </a:tabLst>
            </a:pPr>
            <a:r>
              <a:rPr sz="1799" dirty="0">
                <a:solidFill>
                  <a:srgbClr val="231F20"/>
                </a:solidFill>
                <a:latin typeface="Arial"/>
                <a:cs typeface="Arial"/>
              </a:rPr>
              <a:t>Overall/general objective</a:t>
            </a:r>
            <a:endParaRPr sz="1799" dirty="0">
              <a:latin typeface="Arial"/>
              <a:cs typeface="Arial"/>
            </a:endParaRPr>
          </a:p>
          <a:p>
            <a:pPr marL="456382" indent="-443687">
              <a:lnSpc>
                <a:spcPts val="2600"/>
              </a:lnSpc>
              <a:spcBef>
                <a:spcPts val="850"/>
              </a:spcBef>
              <a:buClr>
                <a:srgbClr val="231F20"/>
              </a:buClr>
              <a:buFont typeface="Wingdings" panose="05000000000000000000" pitchFamily="2" charset="2"/>
              <a:buChar char="§"/>
              <a:tabLst>
                <a:tab pos="457017" algn="l"/>
              </a:tabLst>
            </a:pPr>
            <a:r>
              <a:rPr sz="1799" dirty="0">
                <a:solidFill>
                  <a:srgbClr val="231F20"/>
                </a:solidFill>
                <a:latin typeface="Arial"/>
                <a:cs typeface="Arial"/>
              </a:rPr>
              <a:t>Specific objectives of the module</a:t>
            </a:r>
            <a:endParaRPr sz="1799" dirty="0">
              <a:latin typeface="Arial"/>
              <a:cs typeface="Arial"/>
            </a:endParaRPr>
          </a:p>
          <a:p>
            <a:pPr marL="456382" indent="-443687">
              <a:lnSpc>
                <a:spcPts val="2600"/>
              </a:lnSpc>
              <a:spcBef>
                <a:spcPts val="850"/>
              </a:spcBef>
              <a:buClr>
                <a:srgbClr val="231F20"/>
              </a:buClr>
              <a:buFont typeface="Wingdings" panose="05000000000000000000" pitchFamily="2" charset="2"/>
              <a:buChar char="§"/>
              <a:tabLst>
                <a:tab pos="457017" algn="l"/>
              </a:tabLst>
            </a:pPr>
            <a:r>
              <a:rPr sz="1799" dirty="0">
                <a:solidFill>
                  <a:srgbClr val="231F20"/>
                </a:solidFill>
                <a:latin typeface="Arial"/>
                <a:cs typeface="Arial"/>
              </a:rPr>
              <a:t>Unit titles and subtopics</a:t>
            </a:r>
            <a:endParaRPr sz="1799" dirty="0">
              <a:latin typeface="Arial"/>
              <a:cs typeface="Arial"/>
            </a:endParaRPr>
          </a:p>
          <a:p>
            <a:pPr marL="456382" indent="-443687">
              <a:lnSpc>
                <a:spcPts val="2600"/>
              </a:lnSpc>
              <a:spcBef>
                <a:spcPts val="850"/>
              </a:spcBef>
              <a:buClr>
                <a:srgbClr val="231F20"/>
              </a:buClr>
              <a:buFont typeface="Wingdings" panose="05000000000000000000" pitchFamily="2" charset="2"/>
              <a:buChar char="§"/>
              <a:tabLst>
                <a:tab pos="457017" algn="l"/>
              </a:tabLst>
            </a:pPr>
            <a:r>
              <a:rPr sz="1799" dirty="0">
                <a:solidFill>
                  <a:srgbClr val="231F20"/>
                </a:solidFill>
                <a:latin typeface="Arial"/>
                <a:cs typeface="Arial"/>
              </a:rPr>
              <a:t>Course plan guide; units, titles, teaching methods, teaching aids and time per unit</a:t>
            </a:r>
            <a:endParaRPr sz="1799" dirty="0">
              <a:latin typeface="Arial"/>
              <a:cs typeface="Arial"/>
            </a:endParaRPr>
          </a:p>
          <a:p>
            <a:pPr marL="456382" indent="-443687">
              <a:lnSpc>
                <a:spcPts val="2600"/>
              </a:lnSpc>
              <a:spcBef>
                <a:spcPts val="850"/>
              </a:spcBef>
              <a:buClr>
                <a:srgbClr val="231F20"/>
              </a:buClr>
              <a:buFont typeface="Wingdings" panose="05000000000000000000" pitchFamily="2" charset="2"/>
              <a:buChar char="§"/>
              <a:tabLst>
                <a:tab pos="457017" algn="l"/>
              </a:tabLst>
            </a:pPr>
            <a:r>
              <a:rPr sz="1799" dirty="0">
                <a:solidFill>
                  <a:srgbClr val="231F20"/>
                </a:solidFill>
                <a:latin typeface="Arial"/>
                <a:cs typeface="Arial"/>
              </a:rPr>
              <a:t>References and recommended readings for the module</a:t>
            </a:r>
            <a:endParaRPr sz="1799" dirty="0">
              <a:latin typeface="Arial"/>
              <a:cs typeface="Arial"/>
            </a:endParaRPr>
          </a:p>
        </p:txBody>
      </p:sp>
      <p:sp>
        <p:nvSpPr>
          <p:cNvPr id="8" name="Rectangle 7">
            <a:extLst>
              <a:ext uri="{FF2B5EF4-FFF2-40B4-BE49-F238E27FC236}">
                <a16:creationId xmlns:a16="http://schemas.microsoft.com/office/drawing/2014/main" xmlns="" id="{68B7C27E-D5F7-8448-9EA9-A85EBC6FF3AF}"/>
              </a:ext>
            </a:extLst>
          </p:cNvPr>
          <p:cNvSpPr/>
          <p:nvPr/>
        </p:nvSpPr>
        <p:spPr>
          <a:xfrm>
            <a:off x="7347473" y="423599"/>
            <a:ext cx="150607" cy="430706"/>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1582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9B1CE7C-6333-DA47-9AB0-AB85321D2137}"/>
              </a:ext>
            </a:extLst>
          </p:cNvPr>
          <p:cNvSpPr>
            <a:spLocks noGrp="1"/>
          </p:cNvSpPr>
          <p:nvPr>
            <p:ph type="sldNum" sz="quarter" idx="12"/>
          </p:nvPr>
        </p:nvSpPr>
        <p:spPr/>
        <p:txBody>
          <a:bodyPr/>
          <a:lstStyle/>
          <a:p>
            <a:fld id="{5FCE7002-8CF6-784B-9A24-69DF51357AB2}" type="slidenum">
              <a:rPr lang="en-US" smtClean="0"/>
              <a:t>3</a:t>
            </a:fld>
            <a:endParaRPr lang="en-US"/>
          </a:p>
        </p:txBody>
      </p:sp>
      <p:sp>
        <p:nvSpPr>
          <p:cNvPr id="5" name="object 2">
            <a:extLst>
              <a:ext uri="{FF2B5EF4-FFF2-40B4-BE49-F238E27FC236}">
                <a16:creationId xmlns:a16="http://schemas.microsoft.com/office/drawing/2014/main" xmlns="" id="{6FED55C6-FA2E-1743-BF61-EB578C7485C7}"/>
              </a:ext>
            </a:extLst>
          </p:cNvPr>
          <p:cNvSpPr txBox="1"/>
          <p:nvPr/>
        </p:nvSpPr>
        <p:spPr>
          <a:xfrm>
            <a:off x="7798" y="423599"/>
            <a:ext cx="4456626" cy="430706"/>
          </a:xfrm>
          <a:prstGeom prst="rect">
            <a:avLst/>
          </a:prstGeom>
          <a:solidFill>
            <a:srgbClr val="00B050"/>
          </a:solidFill>
          <a:ln w="9525">
            <a:noFill/>
          </a:ln>
        </p:spPr>
        <p:txBody>
          <a:bodyPr vert="horz" wrap="square" lIns="0" tIns="0" rIns="0" bIns="0" rtlCol="0">
            <a:spAutoFit/>
          </a:bodyPr>
          <a:lstStyle/>
          <a:p>
            <a:pPr marL="564289"/>
            <a:r>
              <a:rPr lang="en-GB" sz="2799" b="1" kern="0" dirty="0">
                <a:solidFill>
                  <a:schemeClr val="bg1"/>
                </a:solidFill>
                <a:latin typeface="Arial" pitchFamily="34" charset="0"/>
                <a:ea typeface="+mj-ea"/>
                <a:cs typeface="Arial" pitchFamily="34" charset="0"/>
              </a:rPr>
              <a:t>  Table of Contents</a:t>
            </a:r>
            <a:endParaRPr sz="2999" b="1" dirty="0">
              <a:solidFill>
                <a:schemeClr val="bg1"/>
              </a:solidFill>
              <a:latin typeface="Arial"/>
              <a:cs typeface="Arial"/>
            </a:endParaRPr>
          </a:p>
        </p:txBody>
      </p:sp>
      <p:sp>
        <p:nvSpPr>
          <p:cNvPr id="6" name="object 3">
            <a:extLst>
              <a:ext uri="{FF2B5EF4-FFF2-40B4-BE49-F238E27FC236}">
                <a16:creationId xmlns:a16="http://schemas.microsoft.com/office/drawing/2014/main" xmlns="" id="{99A238CB-8F78-5D4C-B3A2-56A3A5A5349F}"/>
              </a:ext>
            </a:extLst>
          </p:cNvPr>
          <p:cNvSpPr txBox="1"/>
          <p:nvPr/>
        </p:nvSpPr>
        <p:spPr>
          <a:xfrm>
            <a:off x="863038" y="1252751"/>
            <a:ext cx="8208953" cy="5201424"/>
          </a:xfrm>
          <a:prstGeom prst="rect">
            <a:avLst/>
          </a:prstGeom>
        </p:spPr>
        <p:txBody>
          <a:bodyPr vert="horz" wrap="square" lIns="0" tIns="0" rIns="0" bIns="0" rtlCol="0">
            <a:spAutoFit/>
          </a:bodyPr>
          <a:lstStyle/>
          <a:p>
            <a:pPr marL="12695"/>
            <a:r>
              <a:rPr lang="en-GB" sz="2000" b="1" kern="0" dirty="0">
                <a:solidFill>
                  <a:srgbClr val="00B050"/>
                </a:solidFill>
                <a:latin typeface="Arial" pitchFamily="34" charset="0"/>
                <a:ea typeface="+mj-ea"/>
                <a:cs typeface="Arial" pitchFamily="34" charset="0"/>
              </a:rPr>
              <a:t>Unit 1: Understanding the Meaning of Hypertension</a:t>
            </a:r>
            <a:endParaRPr sz="2000" b="1" dirty="0">
              <a:solidFill>
                <a:srgbClr val="00B050"/>
              </a:solidFill>
              <a:latin typeface="Arial" panose="020B0604020202020204" pitchFamily="34" charset="0"/>
              <a:cs typeface="Arial" panose="020B0604020202020204" pitchFamily="34" charset="0"/>
            </a:endParaRPr>
          </a:p>
          <a:p>
            <a:pPr marL="241203" indent="-228509">
              <a:lnSpc>
                <a:spcPts val="2860"/>
              </a:lnSpc>
              <a:spcBef>
                <a:spcPts val="1110"/>
              </a:spcBef>
              <a:buClr>
                <a:srgbClr val="231F20"/>
              </a:buClr>
              <a:buFont typeface="Franklin Gothic Book"/>
              <a:buAutoNum type="arabicPeriod"/>
              <a:tabLst>
                <a:tab pos="241203" algn="l"/>
              </a:tabLst>
            </a:pPr>
            <a:r>
              <a:rPr lang="en-ZA" sz="1800" spc="-10" dirty="0">
                <a:solidFill>
                  <a:srgbClr val="231F20"/>
                </a:solidFill>
                <a:latin typeface="Arial" panose="020B0604020202020204" pitchFamily="34" charset="0"/>
                <a:cs typeface="Arial" panose="020B0604020202020204" pitchFamily="34" charset="0"/>
              </a:rPr>
              <a:t>H</a:t>
            </a:r>
            <a:r>
              <a:rPr lang="en-ZA" sz="1800" spc="-30" dirty="0">
                <a:solidFill>
                  <a:srgbClr val="231F20"/>
                </a:solidFill>
                <a:latin typeface="Arial" panose="020B0604020202020204" pitchFamily="34" charset="0"/>
                <a:cs typeface="Arial" panose="020B0604020202020204" pitchFamily="34" charset="0"/>
              </a:rPr>
              <a:t>o</a:t>
            </a:r>
            <a:r>
              <a:rPr lang="en-ZA" sz="1800" dirty="0">
                <a:solidFill>
                  <a:srgbClr val="231F20"/>
                </a:solidFill>
                <a:latin typeface="Arial" panose="020B0604020202020204" pitchFamily="34" charset="0"/>
                <a:cs typeface="Arial" panose="020B0604020202020204" pitchFamily="34" charset="0"/>
              </a:rPr>
              <a:t>w </a:t>
            </a:r>
            <a:r>
              <a:rPr lang="en-ZA" sz="1800" spc="-10" dirty="0">
                <a:solidFill>
                  <a:srgbClr val="231F20"/>
                </a:solidFill>
                <a:latin typeface="Arial" panose="020B0604020202020204" pitchFamily="34" charset="0"/>
                <a:cs typeface="Arial" panose="020B0604020202020204" pitchFamily="34" charset="0"/>
              </a:rPr>
              <a:t>our</a:t>
            </a:r>
            <a:r>
              <a:rPr lang="en-ZA" sz="1800"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bloo</a:t>
            </a:r>
            <a:r>
              <a:rPr lang="en-ZA" sz="1800" spc="-10" dirty="0">
                <a:solidFill>
                  <a:srgbClr val="231F20"/>
                </a:solidFill>
                <a:latin typeface="Arial" panose="020B0604020202020204" pitchFamily="34" charset="0"/>
                <a:cs typeface="Arial" panose="020B0604020202020204" pitchFamily="34" charset="0"/>
              </a:rPr>
              <a:t>d</a:t>
            </a:r>
            <a:r>
              <a:rPr lang="en-ZA" sz="1800" spc="5" dirty="0">
                <a:solidFill>
                  <a:srgbClr val="231F20"/>
                </a:solidFill>
                <a:latin typeface="Arial" panose="020B0604020202020204" pitchFamily="34" charset="0"/>
                <a:cs typeface="Arial" panose="020B0604020202020204" pitchFamily="34" charset="0"/>
              </a:rPr>
              <a:t> </a:t>
            </a:r>
            <a:r>
              <a:rPr lang="en-ZA" sz="1800" spc="-10" dirty="0">
                <a:solidFill>
                  <a:srgbClr val="231F20"/>
                </a:solidFill>
                <a:latin typeface="Arial" panose="020B0604020202020204" pitchFamily="34" charset="0"/>
                <a:cs typeface="Arial" panose="020B0604020202020204" pitchFamily="34" charset="0"/>
              </a:rPr>
              <a:t>m</a:t>
            </a:r>
            <a:r>
              <a:rPr lang="en-ZA" sz="1800" spc="-35" dirty="0">
                <a:solidFill>
                  <a:srgbClr val="231F20"/>
                </a:solidFill>
                <a:latin typeface="Arial" panose="020B0604020202020204" pitchFamily="34" charset="0"/>
                <a:cs typeface="Arial" panose="020B0604020202020204" pitchFamily="34" charset="0"/>
              </a:rPr>
              <a:t>o</a:t>
            </a:r>
            <a:r>
              <a:rPr lang="en-ZA" sz="1800" spc="-20" dirty="0">
                <a:solidFill>
                  <a:srgbClr val="231F20"/>
                </a:solidFill>
                <a:latin typeface="Arial" panose="020B0604020202020204" pitchFamily="34" charset="0"/>
                <a:cs typeface="Arial" panose="020B0604020202020204" pitchFamily="34" charset="0"/>
              </a:rPr>
              <a:t>v</a:t>
            </a:r>
            <a:r>
              <a:rPr lang="en-ZA" sz="1800" spc="-10" dirty="0">
                <a:solidFill>
                  <a:srgbClr val="231F20"/>
                </a:solidFill>
                <a:latin typeface="Arial" panose="020B0604020202020204" pitchFamily="34" charset="0"/>
                <a:cs typeface="Arial" panose="020B0604020202020204" pitchFamily="34" charset="0"/>
              </a:rPr>
              <a:t>es</a:t>
            </a:r>
            <a:endParaRPr lang="en-ZA" sz="1800" dirty="0">
              <a:latin typeface="Arial" panose="020B0604020202020204" pitchFamily="34" charset="0"/>
              <a:cs typeface="Arial" panose="020B0604020202020204" pitchFamily="34" charset="0"/>
            </a:endParaRPr>
          </a:p>
          <a:p>
            <a:pPr marL="469712" lvl="1" indent="-228509">
              <a:lnSpc>
                <a:spcPts val="2860"/>
              </a:lnSpc>
              <a:spcBef>
                <a:spcPts val="565"/>
              </a:spcBef>
              <a:buClr>
                <a:srgbClr val="231F20"/>
              </a:buClr>
              <a:buFont typeface="Arial"/>
              <a:buChar char="•"/>
              <a:tabLst>
                <a:tab pos="469712" algn="l"/>
              </a:tabLst>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pu</a:t>
            </a:r>
            <a:r>
              <a:rPr sz="1800" spc="-25" dirty="0">
                <a:solidFill>
                  <a:srgbClr val="231F20"/>
                </a:solidFill>
                <a:latin typeface="Arial" panose="020B0604020202020204" pitchFamily="34" charset="0"/>
                <a:cs typeface="Arial" panose="020B0604020202020204" pitchFamily="34" charset="0"/>
              </a:rPr>
              <a:t>m</a:t>
            </a:r>
            <a:r>
              <a:rPr sz="1800" dirty="0">
                <a:solidFill>
                  <a:srgbClr val="231F20"/>
                </a:solidFill>
                <a:latin typeface="Arial" panose="020B0604020202020204" pitchFamily="34" charset="0"/>
                <a:cs typeface="Arial" panose="020B0604020202020204" pitchFamily="34" charset="0"/>
              </a:rPr>
              <a:t>p</a:t>
            </a:r>
            <a:endParaRPr sz="1800" dirty="0">
              <a:latin typeface="Arial" panose="020B0604020202020204" pitchFamily="34" charset="0"/>
              <a:cs typeface="Arial" panose="020B0604020202020204" pitchFamily="34" charset="0"/>
            </a:endParaRPr>
          </a:p>
          <a:p>
            <a:pPr marL="241203" indent="-228509">
              <a:lnSpc>
                <a:spcPts val="2860"/>
              </a:lnSpc>
              <a:spcBef>
                <a:spcPts val="565"/>
              </a:spcBef>
              <a:buClr>
                <a:srgbClr val="231F20"/>
              </a:buClr>
              <a:buFont typeface="Franklin Gothic Book"/>
              <a:buAutoNum type="arabicPeriod"/>
              <a:tabLst>
                <a:tab pos="241203" algn="l"/>
              </a:tabLst>
            </a:pPr>
            <a:r>
              <a:rPr lang="en-ZA" sz="1800" spc="-20" dirty="0">
                <a:solidFill>
                  <a:srgbClr val="231F20"/>
                </a:solidFill>
                <a:latin typeface="Arial" panose="020B0604020202020204" pitchFamily="34" charset="0"/>
                <a:cs typeface="Arial" panose="020B0604020202020204" pitchFamily="34" charset="0"/>
              </a:rPr>
              <a:t>U</a:t>
            </a:r>
            <a:r>
              <a:rPr lang="en-ZA" sz="1800" spc="-10" dirty="0">
                <a:solidFill>
                  <a:srgbClr val="231F20"/>
                </a:solidFill>
                <a:latin typeface="Arial" panose="020B0604020202020204" pitchFamily="34" charset="0"/>
                <a:cs typeface="Arial" panose="020B0604020202020204" pitchFamily="34" charset="0"/>
              </a:rPr>
              <a:t>nde</a:t>
            </a:r>
            <a:r>
              <a:rPr lang="en-ZA" sz="1800" dirty="0">
                <a:solidFill>
                  <a:srgbClr val="231F20"/>
                </a:solidFill>
                <a:latin typeface="Arial" panose="020B0604020202020204" pitchFamily="34" charset="0"/>
                <a:cs typeface="Arial" panose="020B0604020202020204" pitchFamily="34" charset="0"/>
              </a:rPr>
              <a:t>r</a:t>
            </a:r>
            <a:r>
              <a:rPr lang="en-ZA" sz="1800" spc="-10" dirty="0">
                <a:solidFill>
                  <a:srgbClr val="231F20"/>
                </a:solidFill>
                <a:latin typeface="Arial" panose="020B0604020202020204" pitchFamily="34" charset="0"/>
                <a:cs typeface="Arial" panose="020B0604020202020204" pitchFamily="34" charset="0"/>
              </a:rPr>
              <a:t>standing</a:t>
            </a:r>
            <a:r>
              <a:rPr lang="en-ZA" sz="1800" spc="-5"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bloo</a:t>
            </a:r>
            <a:r>
              <a:rPr lang="en-ZA" sz="1800" spc="-10" dirty="0">
                <a:solidFill>
                  <a:srgbClr val="231F20"/>
                </a:solidFill>
                <a:latin typeface="Arial" panose="020B0604020202020204" pitchFamily="34" charset="0"/>
                <a:cs typeface="Arial" panose="020B0604020202020204" pitchFamily="34" charset="0"/>
              </a:rPr>
              <a:t>d</a:t>
            </a:r>
            <a:r>
              <a:rPr lang="en-ZA" sz="1800" spc="5" dirty="0">
                <a:solidFill>
                  <a:srgbClr val="231F20"/>
                </a:solidFill>
                <a:latin typeface="Arial" panose="020B0604020202020204" pitchFamily="34" charset="0"/>
                <a:cs typeface="Arial" panose="020B0604020202020204" pitchFamily="34" charset="0"/>
              </a:rPr>
              <a:t> </a:t>
            </a:r>
            <a:r>
              <a:rPr lang="en-ZA" sz="1800" spc="-10" dirty="0">
                <a:solidFill>
                  <a:srgbClr val="231F20"/>
                </a:solidFill>
                <a:latin typeface="Arial" panose="020B0604020202020204" pitchFamily="34" charset="0"/>
                <a:cs typeface="Arial" panose="020B0604020202020204" pitchFamily="34" charset="0"/>
              </a:rPr>
              <a:t>pressure</a:t>
            </a:r>
            <a:endParaRPr lang="en-ZA" sz="1800" dirty="0">
              <a:latin typeface="Arial" panose="020B0604020202020204" pitchFamily="34" charset="0"/>
              <a:cs typeface="Arial" panose="020B0604020202020204" pitchFamily="34" charset="0"/>
            </a:endParaRPr>
          </a:p>
          <a:p>
            <a:pPr marL="469712" lvl="1" indent="-228509">
              <a:lnSpc>
                <a:spcPts val="2860"/>
              </a:lnSpc>
              <a:spcBef>
                <a:spcPts val="565"/>
              </a:spcBef>
              <a:buClr>
                <a:srgbClr val="231F20"/>
              </a:buClr>
              <a:buFont typeface="Arial"/>
              <a:buChar char="•"/>
              <a:tabLst>
                <a:tab pos="469712" algn="l"/>
              </a:tabLst>
            </a:pPr>
            <a:r>
              <a:rPr lang="en-ZA" sz="1800" spc="-10" dirty="0">
                <a:solidFill>
                  <a:srgbClr val="231F20"/>
                </a:solidFill>
                <a:latin typeface="Arial" panose="020B0604020202020204" pitchFamily="34" charset="0"/>
                <a:cs typeface="Arial" panose="020B0604020202020204" pitchFamily="34" charset="0"/>
              </a:rPr>
              <a:t>Normal </a:t>
            </a:r>
            <a:r>
              <a:rPr lang="en-ZA" sz="1800" spc="-15" dirty="0">
                <a:solidFill>
                  <a:srgbClr val="231F20"/>
                </a:solidFill>
                <a:latin typeface="Arial" panose="020B0604020202020204" pitchFamily="34" charset="0"/>
                <a:cs typeface="Arial" panose="020B0604020202020204" pitchFamily="34" charset="0"/>
              </a:rPr>
              <a:t>bloo</a:t>
            </a:r>
            <a:r>
              <a:rPr lang="en-ZA" sz="1800" spc="-10" dirty="0">
                <a:solidFill>
                  <a:srgbClr val="231F20"/>
                </a:solidFill>
                <a:latin typeface="Arial" panose="020B0604020202020204" pitchFamily="34" charset="0"/>
                <a:cs typeface="Arial" panose="020B0604020202020204" pitchFamily="34" charset="0"/>
              </a:rPr>
              <a:t>d</a:t>
            </a:r>
            <a:r>
              <a:rPr lang="en-ZA" sz="1800"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pressure</a:t>
            </a:r>
            <a:endParaRPr lang="en-ZA" sz="1800" dirty="0">
              <a:latin typeface="Arial" panose="020B0604020202020204" pitchFamily="34" charset="0"/>
              <a:cs typeface="Arial" panose="020B0604020202020204" pitchFamily="34" charset="0"/>
            </a:endParaRPr>
          </a:p>
          <a:p>
            <a:pPr marL="469712" lvl="1" indent="-228509">
              <a:lnSpc>
                <a:spcPts val="2860"/>
              </a:lnSpc>
              <a:buClr>
                <a:srgbClr val="231F20"/>
              </a:buClr>
              <a:buFont typeface="Arial"/>
              <a:buChar char="•"/>
              <a:tabLst>
                <a:tab pos="469712" algn="l"/>
              </a:tabLst>
            </a:pPr>
            <a:r>
              <a:rPr lang="en-ZA" sz="1800" spc="-5" dirty="0">
                <a:solidFill>
                  <a:srgbClr val="231F20"/>
                </a:solidFill>
                <a:latin typeface="Arial" panose="020B0604020202020204" pitchFamily="34" charset="0"/>
                <a:cs typeface="Arial" panose="020B0604020202020204" pitchFamily="34" charset="0"/>
              </a:rPr>
              <a:t>L</a:t>
            </a:r>
            <a:r>
              <a:rPr lang="en-ZA" sz="1800" spc="-30" dirty="0">
                <a:solidFill>
                  <a:srgbClr val="231F20"/>
                </a:solidFill>
                <a:latin typeface="Arial" panose="020B0604020202020204" pitchFamily="34" charset="0"/>
                <a:cs typeface="Arial" panose="020B0604020202020204" pitchFamily="34" charset="0"/>
              </a:rPr>
              <a:t>o</a:t>
            </a:r>
            <a:r>
              <a:rPr lang="en-ZA" sz="1800" dirty="0">
                <a:solidFill>
                  <a:srgbClr val="231F20"/>
                </a:solidFill>
                <a:latin typeface="Arial" panose="020B0604020202020204" pitchFamily="34" charset="0"/>
                <a:cs typeface="Arial" panose="020B0604020202020204" pitchFamily="34" charset="0"/>
              </a:rPr>
              <a:t>w </a:t>
            </a:r>
            <a:r>
              <a:rPr lang="en-ZA" sz="1800" spc="-15" dirty="0">
                <a:solidFill>
                  <a:srgbClr val="231F20"/>
                </a:solidFill>
                <a:latin typeface="Arial" panose="020B0604020202020204" pitchFamily="34" charset="0"/>
                <a:cs typeface="Arial" panose="020B0604020202020204" pitchFamily="34" charset="0"/>
              </a:rPr>
              <a:t>bloo</a:t>
            </a:r>
            <a:r>
              <a:rPr lang="en-ZA" sz="1800" spc="-10" dirty="0">
                <a:solidFill>
                  <a:srgbClr val="231F20"/>
                </a:solidFill>
                <a:latin typeface="Arial" panose="020B0604020202020204" pitchFamily="34" charset="0"/>
                <a:cs typeface="Arial" panose="020B0604020202020204" pitchFamily="34" charset="0"/>
              </a:rPr>
              <a:t>d</a:t>
            </a:r>
            <a:r>
              <a:rPr lang="en-ZA" sz="1800"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pressure</a:t>
            </a:r>
            <a:endParaRPr lang="en-ZA" sz="1800" dirty="0">
              <a:latin typeface="Arial" panose="020B0604020202020204" pitchFamily="34" charset="0"/>
              <a:cs typeface="Arial" panose="020B0604020202020204" pitchFamily="34" charset="0"/>
            </a:endParaRPr>
          </a:p>
          <a:p>
            <a:pPr marL="469712" lvl="1" indent="-228509">
              <a:lnSpc>
                <a:spcPts val="2860"/>
              </a:lnSpc>
              <a:buClr>
                <a:srgbClr val="231F20"/>
              </a:buClr>
              <a:buFont typeface="Arial"/>
              <a:buChar char="•"/>
              <a:tabLst>
                <a:tab pos="469712" algn="l"/>
              </a:tabLst>
            </a:pPr>
            <a:r>
              <a:rPr lang="en-ZA" sz="1800" dirty="0">
                <a:solidFill>
                  <a:srgbClr val="231F20"/>
                </a:solidFill>
                <a:latin typeface="Arial" panose="020B0604020202020204" pitchFamily="34" charset="0"/>
                <a:cs typeface="Arial" panose="020B0604020202020204" pitchFamily="34" charset="0"/>
              </a:rPr>
              <a:t>High</a:t>
            </a:r>
            <a:r>
              <a:rPr lang="en-ZA" sz="1800" spc="-5"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bloo</a:t>
            </a:r>
            <a:r>
              <a:rPr lang="en-ZA" sz="1800" spc="-10" dirty="0">
                <a:solidFill>
                  <a:srgbClr val="231F20"/>
                </a:solidFill>
                <a:latin typeface="Arial" panose="020B0604020202020204" pitchFamily="34" charset="0"/>
                <a:cs typeface="Arial" panose="020B0604020202020204" pitchFamily="34" charset="0"/>
              </a:rPr>
              <a:t>d</a:t>
            </a:r>
            <a:r>
              <a:rPr lang="en-ZA" sz="1800"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pressure</a:t>
            </a:r>
            <a:endParaRPr lang="en-ZA" sz="1800" dirty="0">
              <a:latin typeface="Arial" panose="020B0604020202020204" pitchFamily="34" charset="0"/>
              <a:cs typeface="Arial" panose="020B0604020202020204" pitchFamily="34" charset="0"/>
            </a:endParaRPr>
          </a:p>
          <a:p>
            <a:pPr marL="241203" indent="-228509">
              <a:lnSpc>
                <a:spcPts val="2860"/>
              </a:lnSpc>
              <a:spcBef>
                <a:spcPts val="565"/>
              </a:spcBef>
              <a:buClr>
                <a:srgbClr val="231F20"/>
              </a:buClr>
              <a:buFont typeface="Franklin Gothic Book"/>
              <a:buAutoNum type="arabicPeriod"/>
              <a:tabLst>
                <a:tab pos="241203" algn="l"/>
              </a:tabLst>
            </a:pPr>
            <a:r>
              <a:rPr sz="1800" spc="-20" dirty="0">
                <a:solidFill>
                  <a:srgbClr val="231F20"/>
                </a:solidFill>
                <a:latin typeface="Arial" panose="020B0604020202020204" pitchFamily="34" charset="0"/>
                <a:cs typeface="Arial" panose="020B0604020202020204" pitchFamily="34" charset="0"/>
              </a:rPr>
              <a:t>U</a:t>
            </a:r>
            <a:r>
              <a:rPr sz="1800" spc="-10" dirty="0">
                <a:solidFill>
                  <a:srgbClr val="231F20"/>
                </a:solidFill>
                <a:latin typeface="Arial" panose="020B0604020202020204" pitchFamily="34" charset="0"/>
                <a:cs typeface="Arial" panose="020B0604020202020204" pitchFamily="34" charset="0"/>
              </a:rPr>
              <a:t>nde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standing</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469712" lvl="1" indent="-228509">
              <a:lnSpc>
                <a:spcPts val="2860"/>
              </a:lnSpc>
              <a:spcBef>
                <a:spcPts val="565"/>
              </a:spcBef>
              <a:buClr>
                <a:srgbClr val="231F20"/>
              </a:buClr>
              <a:buFont typeface="Arial"/>
              <a:buChar char="•"/>
              <a:tabLst>
                <a:tab pos="469712" algn="l"/>
              </a:tabLst>
            </a:pPr>
            <a:r>
              <a:rPr sz="1800" spc="-15" dirty="0">
                <a:solidFill>
                  <a:srgbClr val="231F20"/>
                </a:solidFill>
                <a:latin typeface="Arial" panose="020B0604020202020204" pitchFamily="34" charset="0"/>
                <a:cs typeface="Arial" panose="020B0604020202020204" pitchFamily="34" charset="0"/>
              </a:rPr>
              <a:t>Define </a:t>
            </a:r>
            <a:r>
              <a:rPr sz="1800" spc="-2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ype</a:t>
            </a:r>
            <a:r>
              <a:rPr sz="1800" spc="35" dirty="0">
                <a:solidFill>
                  <a:srgbClr val="231F20"/>
                </a:solidFill>
                <a:latin typeface="Arial" panose="020B0604020202020204" pitchFamily="34" charset="0"/>
                <a:cs typeface="Arial" panose="020B0604020202020204" pitchFamily="34" charset="0"/>
              </a:rPr>
              <a:t>r</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469712" lvl="1" indent="-228509">
              <a:lnSpc>
                <a:spcPts val="2860"/>
              </a:lnSpc>
              <a:buClr>
                <a:srgbClr val="231F20"/>
              </a:buClr>
              <a:buFont typeface="Arial"/>
              <a:buChar char="•"/>
              <a:tabLst>
                <a:tab pos="469712" algn="l"/>
              </a:tabLst>
            </a:pPr>
            <a:r>
              <a:rPr sz="1800" spc="-5" dirty="0">
                <a:solidFill>
                  <a:srgbClr val="231F20"/>
                </a:solidFill>
                <a:latin typeface="Arial" panose="020B0604020202020204" pitchFamily="34" charset="0"/>
                <a:cs typeface="Arial" panose="020B0604020202020204" pitchFamily="34" charset="0"/>
              </a:rPr>
              <a:t>W</a:t>
            </a:r>
            <a:r>
              <a:rPr sz="1800" spc="-2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t </a:t>
            </a:r>
            <a:r>
              <a:rPr sz="1800" spc="-5" dirty="0">
                <a:solidFill>
                  <a:srgbClr val="231F20"/>
                </a:solidFill>
                <a:latin typeface="Arial" panose="020B0604020202020204" pitchFamily="34" charset="0"/>
                <a:cs typeface="Arial" panose="020B0604020202020204" pitchFamily="34" charset="0"/>
              </a:rPr>
              <a:t>i</a:t>
            </a:r>
            <a:r>
              <a:rPr sz="1800" spc="-10" dirty="0">
                <a:solidFill>
                  <a:srgbClr val="231F20"/>
                </a:solidFill>
                <a:latin typeface="Arial" panose="020B0604020202020204" pitchFamily="34" charset="0"/>
                <a:cs typeface="Arial" panose="020B0604020202020204" pitchFamily="34" charset="0"/>
              </a:rPr>
              <a:t>m</a:t>
            </a:r>
            <a:r>
              <a:rPr sz="1800" spc="-15" dirty="0">
                <a:solidFill>
                  <a:srgbClr val="231F20"/>
                </a:solidFill>
                <a:latin typeface="Arial" panose="020B0604020202020204" pitchFamily="34" charset="0"/>
                <a:cs typeface="Arial" panose="020B0604020202020204" pitchFamily="34" charset="0"/>
              </a:rPr>
              <a:t>po</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tant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understand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lang="en-US" sz="1800" spc="-10" dirty="0">
              <a:solidFill>
                <a:srgbClr val="231F20"/>
              </a:solidFill>
              <a:latin typeface="Arial" panose="020B0604020202020204" pitchFamily="34" charset="0"/>
              <a:cs typeface="Arial" panose="020B0604020202020204" pitchFamily="34" charset="0"/>
            </a:endParaRPr>
          </a:p>
          <a:p>
            <a:pPr marL="469712" lvl="1" indent="-228509">
              <a:lnSpc>
                <a:spcPts val="2860"/>
              </a:lnSpc>
              <a:buClr>
                <a:srgbClr val="231F20"/>
              </a:buClr>
              <a:buFont typeface="Arial"/>
              <a:buChar char="•"/>
              <a:tabLst>
                <a:tab pos="469712" algn="l"/>
              </a:tabLst>
            </a:pPr>
            <a:r>
              <a:rPr lang="en-US" sz="1800" spc="-5" dirty="0">
                <a:solidFill>
                  <a:srgbClr val="231F20"/>
                </a:solidFill>
                <a:latin typeface="Arial" panose="020B0604020202020204" pitchFamily="34" charset="0"/>
                <a:cs typeface="Arial" panose="020B0604020202020204" pitchFamily="34" charset="0"/>
              </a:rPr>
              <a:t>Is hypertension a problem in </a:t>
            </a:r>
            <a:r>
              <a:rPr lang="en-US" sz="1800" spc="-5" dirty="0">
                <a:solidFill>
                  <a:srgbClr val="FF0000"/>
                </a:solidFill>
                <a:latin typeface="Arial" panose="020B0604020202020204" pitchFamily="34" charset="0"/>
                <a:cs typeface="Arial" panose="020B0604020202020204" pitchFamily="34" charset="0"/>
              </a:rPr>
              <a:t>The Gambia</a:t>
            </a:r>
            <a:r>
              <a:rPr lang="en-US" sz="1800" spc="-5" dirty="0">
                <a:solidFill>
                  <a:srgbClr val="231F20"/>
                </a:solidFill>
                <a:latin typeface="Arial" panose="020B0604020202020204" pitchFamily="34" charset="0"/>
                <a:cs typeface="Arial" panose="020B0604020202020204" pitchFamily="34" charset="0"/>
              </a:rPr>
              <a:t>?</a:t>
            </a:r>
            <a:endParaRPr sz="1800" spc="-5" dirty="0">
              <a:solidFill>
                <a:srgbClr val="231F20"/>
              </a:solidFill>
              <a:latin typeface="Arial" panose="020B0604020202020204" pitchFamily="34" charset="0"/>
              <a:cs typeface="Arial" panose="020B0604020202020204" pitchFamily="34" charset="0"/>
            </a:endParaRPr>
          </a:p>
          <a:p>
            <a:pPr>
              <a:lnSpc>
                <a:spcPts val="2860"/>
              </a:lnSpc>
              <a:spcBef>
                <a:spcPts val="6"/>
              </a:spcBef>
            </a:pPr>
            <a:endParaRPr sz="1800" dirty="0">
              <a:latin typeface="Arial" panose="020B0604020202020204" pitchFamily="34" charset="0"/>
              <a:cs typeface="Arial" panose="020B0604020202020204" pitchFamily="34" charset="0"/>
            </a:endParaRPr>
          </a:p>
          <a:p>
            <a:pPr marL="12695"/>
            <a:endParaRPr sz="18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xmlns="" id="{DC2022A5-64AA-7542-BE44-0C7F6780C411}"/>
              </a:ext>
            </a:extLst>
          </p:cNvPr>
          <p:cNvSpPr/>
          <p:nvPr/>
        </p:nvSpPr>
        <p:spPr>
          <a:xfrm>
            <a:off x="4464424" y="423599"/>
            <a:ext cx="150607" cy="430706"/>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427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FAF87664-A5F1-1A40-B6D4-6BFD9F7B289E}"/>
              </a:ext>
            </a:extLst>
          </p:cNvPr>
          <p:cNvSpPr>
            <a:spLocks noGrp="1"/>
          </p:cNvSpPr>
          <p:nvPr>
            <p:ph type="sldNum" sz="quarter" idx="12"/>
          </p:nvPr>
        </p:nvSpPr>
        <p:spPr/>
        <p:txBody>
          <a:bodyPr/>
          <a:lstStyle/>
          <a:p>
            <a:fld id="{5FCE7002-8CF6-784B-9A24-69DF51357AB2}" type="slidenum">
              <a:rPr lang="en-US" smtClean="0"/>
              <a:t>4</a:t>
            </a:fld>
            <a:endParaRPr lang="en-US"/>
          </a:p>
        </p:txBody>
      </p:sp>
      <p:sp>
        <p:nvSpPr>
          <p:cNvPr id="5" name="object 2">
            <a:extLst>
              <a:ext uri="{FF2B5EF4-FFF2-40B4-BE49-F238E27FC236}">
                <a16:creationId xmlns:a16="http://schemas.microsoft.com/office/drawing/2014/main" xmlns="" id="{B5431465-63B2-6045-990F-D734146F024A}"/>
              </a:ext>
            </a:extLst>
          </p:cNvPr>
          <p:cNvSpPr txBox="1"/>
          <p:nvPr/>
        </p:nvSpPr>
        <p:spPr>
          <a:xfrm>
            <a:off x="876484" y="1241570"/>
            <a:ext cx="9463188" cy="5711820"/>
          </a:xfrm>
          <a:prstGeom prst="rect">
            <a:avLst/>
          </a:prstGeom>
        </p:spPr>
        <p:txBody>
          <a:bodyPr vert="horz" wrap="square" lIns="0" tIns="0" rIns="0" bIns="0" rtlCol="0">
            <a:spAutoFit/>
          </a:bodyPr>
          <a:lstStyle/>
          <a:p>
            <a:pPr marL="12695" lvl="0">
              <a:lnSpc>
                <a:spcPts val="2800"/>
              </a:lnSpc>
            </a:pPr>
            <a:r>
              <a:rPr lang="en-US" sz="2000" b="1" kern="0" dirty="0">
                <a:solidFill>
                  <a:srgbClr val="00B050"/>
                </a:solidFill>
                <a:latin typeface="Arial" pitchFamily="34" charset="0"/>
                <a:cs typeface="Arial" pitchFamily="34" charset="0"/>
              </a:rPr>
              <a:t>Unit 2: Identify the risk factors of hypertension</a:t>
            </a:r>
            <a:endParaRPr lang="en-US" sz="2000" b="1" dirty="0">
              <a:solidFill>
                <a:srgbClr val="00B050"/>
              </a:solidFill>
              <a:latin typeface="Arial" panose="020B0604020202020204" pitchFamily="34" charset="0"/>
              <a:cs typeface="Arial" panose="020B0604020202020204" pitchFamily="34" charset="0"/>
            </a:endParaRPr>
          </a:p>
          <a:p>
            <a:pPr marL="241203" lvl="0" indent="-228509">
              <a:lnSpc>
                <a:spcPts val="2800"/>
              </a:lnSpc>
              <a:spcBef>
                <a:spcPts val="1110"/>
              </a:spcBef>
              <a:buClr>
                <a:srgbClr val="231F20"/>
              </a:buClr>
              <a:buFont typeface="Franklin Gothic Book"/>
              <a:buAutoNum type="arabicPeriod"/>
              <a:tabLst>
                <a:tab pos="241203" algn="l"/>
              </a:tabLst>
            </a:pPr>
            <a:r>
              <a:rPr lang="en-US" sz="1800" spc="-15" dirty="0">
                <a:solidFill>
                  <a:srgbClr val="231F20"/>
                </a:solidFill>
                <a:latin typeface="Arial" panose="020B0604020202020204" pitchFamily="34" charset="0"/>
                <a:cs typeface="Arial" panose="020B0604020202020204" pitchFamily="34" charset="0"/>
              </a:rPr>
              <a:t>Wha</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s </a:t>
            </a:r>
            <a:r>
              <a:rPr lang="en-US" sz="1800" spc="-1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risk </a:t>
            </a:r>
            <a:r>
              <a:rPr lang="en-US" sz="1800" spc="-2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ac</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or?</a:t>
            </a:r>
            <a:endParaRPr lang="en-US" sz="1800" dirty="0">
              <a:solidFill>
                <a:prstClr val="black"/>
              </a:solidFill>
              <a:latin typeface="Arial" panose="020B0604020202020204" pitchFamily="34" charset="0"/>
              <a:cs typeface="Arial" panose="020B0604020202020204" pitchFamily="34" charset="0"/>
            </a:endParaRPr>
          </a:p>
          <a:p>
            <a:pPr marL="241203" lvl="0" indent="-228509">
              <a:lnSpc>
                <a:spcPts val="2800"/>
              </a:lnSpc>
              <a:buClr>
                <a:srgbClr val="231F20"/>
              </a:buClr>
              <a:buFont typeface="Franklin Gothic Book"/>
              <a:buAutoNum type="arabicPeriod"/>
              <a:tabLst>
                <a:tab pos="241203" algn="l"/>
              </a:tabLst>
            </a:pPr>
            <a:r>
              <a:rPr lang="en-US" sz="1800" dirty="0">
                <a:solidFill>
                  <a:srgbClr val="231F20"/>
                </a:solidFill>
                <a:latin typeface="Arial" panose="020B0604020202020204" pitchFamily="34" charset="0"/>
                <a:cs typeface="Arial" panose="020B0604020202020204" pitchFamily="34" charset="0"/>
              </a:rPr>
              <a:t>Risk</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ac</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25" dirty="0">
                <a:solidFill>
                  <a:srgbClr val="231F20"/>
                </a:solidFill>
                <a:latin typeface="Arial" panose="020B0604020202020204" pitchFamily="34" charset="0"/>
                <a:cs typeface="Arial" panose="020B0604020202020204" pitchFamily="34" charset="0"/>
              </a:rPr>
              <a:t>h</a:t>
            </a:r>
            <a:r>
              <a:rPr lang="en-US" sz="1800" spc="-10" dirty="0">
                <a:solidFill>
                  <a:srgbClr val="231F20"/>
                </a:solidFill>
                <a:latin typeface="Arial" panose="020B0604020202020204" pitchFamily="34" charset="0"/>
                <a:cs typeface="Arial" panose="020B0604020202020204" pitchFamily="34" charset="0"/>
              </a:rPr>
              <a:t>ype</a:t>
            </a:r>
            <a:r>
              <a:rPr lang="en-US" sz="1800" spc="30" dirty="0">
                <a:solidFill>
                  <a:srgbClr val="231F20"/>
                </a:solidFill>
                <a:latin typeface="Arial" panose="020B0604020202020204" pitchFamily="34" charset="0"/>
                <a:cs typeface="Arial" panose="020B0604020202020204" pitchFamily="34" charset="0"/>
              </a:rPr>
              <a:t>r</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ension</a:t>
            </a:r>
          </a:p>
          <a:p>
            <a:pPr marL="12694" lvl="0">
              <a:lnSpc>
                <a:spcPts val="2800"/>
              </a:lnSpc>
              <a:buClr>
                <a:srgbClr val="231F20"/>
              </a:buClr>
              <a:tabLst>
                <a:tab pos="241203" algn="l"/>
              </a:tabLst>
            </a:pPr>
            <a:endParaRPr lang="en-US" sz="2000" b="1" kern="0" dirty="0">
              <a:solidFill>
                <a:srgbClr val="00B050"/>
              </a:solidFill>
              <a:latin typeface="Arial" pitchFamily="34" charset="0"/>
              <a:cs typeface="Arial" pitchFamily="34" charset="0"/>
            </a:endParaRPr>
          </a:p>
          <a:p>
            <a:pPr marL="12695">
              <a:lnSpc>
                <a:spcPts val="2800"/>
              </a:lnSpc>
            </a:pPr>
            <a:r>
              <a:rPr lang="en-US" sz="2000" b="1" kern="0" dirty="0">
                <a:solidFill>
                  <a:srgbClr val="00B050"/>
                </a:solidFill>
                <a:latin typeface="Arial" pitchFamily="34" charset="0"/>
                <a:cs typeface="Arial" pitchFamily="34" charset="0"/>
              </a:rPr>
              <a:t>Unit 3: Measure and interpret blood pressure readings</a:t>
            </a:r>
            <a:endParaRPr lang="en-US" sz="2000" b="1" dirty="0">
              <a:solidFill>
                <a:srgbClr val="00B050"/>
              </a:solidFill>
              <a:latin typeface="Arial" panose="020B0604020202020204" pitchFamily="34" charset="0"/>
              <a:cs typeface="Arial" panose="020B0604020202020204" pitchFamily="34" charset="0"/>
            </a:endParaRPr>
          </a:p>
          <a:p>
            <a:pPr marL="241203" indent="-228509">
              <a:lnSpc>
                <a:spcPts val="2800"/>
              </a:lnSpc>
              <a:spcBef>
                <a:spcPts val="1110"/>
              </a:spcBef>
              <a:buClr>
                <a:srgbClr val="231F20"/>
              </a:buClr>
              <a:buFont typeface="Franklin Gothic Book"/>
              <a:buAutoNum type="arabicPeriod"/>
              <a:tabLst>
                <a:tab pos="241203" algn="l"/>
              </a:tabLst>
            </a:pPr>
            <a:r>
              <a:rPr lang="en-US" sz="1800" spc="-20" dirty="0">
                <a:solidFill>
                  <a:srgbClr val="231F20"/>
                </a:solidFill>
                <a:latin typeface="Arial" panose="020B0604020202020204" pitchFamily="34" charset="0"/>
                <a:cs typeface="Arial" panose="020B0604020202020204" pitchFamily="34" charset="0"/>
              </a:rPr>
              <a:t>U</a:t>
            </a:r>
            <a:r>
              <a:rPr lang="en-US" sz="1800" spc="-10" dirty="0">
                <a:solidFill>
                  <a:srgbClr val="231F20"/>
                </a:solidFill>
                <a:latin typeface="Arial" panose="020B0604020202020204" pitchFamily="34" charset="0"/>
                <a:cs typeface="Arial" panose="020B0604020202020204" pitchFamily="34" charset="0"/>
              </a:rPr>
              <a:t>nde</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stand</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ools</a:t>
            </a:r>
            <a:r>
              <a:rPr lang="en-US" sz="1800" spc="-5"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measuring</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endParaRPr lang="en-US" sz="1800" dirty="0">
              <a:latin typeface="Arial" panose="020B0604020202020204" pitchFamily="34" charset="0"/>
              <a:cs typeface="Arial" panose="020B0604020202020204" pitchFamily="34" charset="0"/>
            </a:endParaRPr>
          </a:p>
          <a:p>
            <a:pPr marL="241203" indent="-228509">
              <a:lnSpc>
                <a:spcPts val="2800"/>
              </a:lnSpc>
              <a:buClr>
                <a:srgbClr val="231F20"/>
              </a:buClr>
              <a:buFont typeface="Franklin Gothic Book"/>
              <a:buAutoNum type="arabicPeriod"/>
              <a:tabLst>
                <a:tab pos="241203" algn="l"/>
              </a:tabLst>
            </a:pPr>
            <a:r>
              <a:rPr lang="en-US" sz="1800" spc="-10" dirty="0">
                <a:solidFill>
                  <a:srgbClr val="231F20"/>
                </a:solidFill>
                <a:latin typeface="Arial" panose="020B0604020202020204" pitchFamily="34" charset="0"/>
                <a:cs typeface="Arial" panose="020B0604020202020204" pitchFamily="34" charset="0"/>
              </a:rPr>
              <a:t>H</a:t>
            </a:r>
            <a:r>
              <a:rPr lang="en-US" sz="1800" spc="-3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w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measure</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p>
          <a:p>
            <a:pPr marL="241203" indent="-228509">
              <a:lnSpc>
                <a:spcPts val="2800"/>
              </a:lnSpc>
              <a:buClr>
                <a:srgbClr val="231F20"/>
              </a:buClr>
              <a:buFont typeface="Franklin Gothic Book"/>
              <a:buAutoNum type="arabicPeriod"/>
              <a:tabLst>
                <a:tab pos="241203" algn="l"/>
              </a:tabLst>
            </a:pPr>
            <a:r>
              <a:rPr lang="en-US" sz="1800" spc="-5" dirty="0">
                <a:solidFill>
                  <a:srgbClr val="231F20"/>
                </a:solidFill>
                <a:latin typeface="Arial" panose="020B0604020202020204" pitchFamily="34" charset="0"/>
                <a:cs typeface="Arial" panose="020B0604020202020204" pitchFamily="34" charset="0"/>
              </a:rPr>
              <a:t>In</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a:t>
            </a:r>
            <a:r>
              <a:rPr lang="en-US" sz="1800" spc="-15" dirty="0">
                <a:solidFill>
                  <a:srgbClr val="231F20"/>
                </a:solidFill>
                <a:latin typeface="Arial" panose="020B0604020202020204" pitchFamily="34" charset="0"/>
                <a:cs typeface="Arial" panose="020B0604020202020204" pitchFamily="34" charset="0"/>
              </a:rPr>
              <a:t>rpr</a:t>
            </a:r>
            <a:r>
              <a:rPr lang="en-US" sz="1800" spc="-2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tation of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readings</a:t>
            </a:r>
            <a:endParaRPr lang="en-US" sz="1800" dirty="0">
              <a:latin typeface="Arial" panose="020B0604020202020204" pitchFamily="34" charset="0"/>
              <a:cs typeface="Arial" panose="020B0604020202020204" pitchFamily="34" charset="0"/>
            </a:endParaRPr>
          </a:p>
          <a:p>
            <a:pPr marL="241203" indent="-228509">
              <a:lnSpc>
                <a:spcPts val="2800"/>
              </a:lnSpc>
              <a:buClr>
                <a:srgbClr val="231F20"/>
              </a:buClr>
              <a:buFont typeface="Franklin Gothic Book"/>
              <a:buAutoNum type="arabicPeriod"/>
              <a:tabLst>
                <a:tab pos="241203" algn="l"/>
              </a:tabLst>
            </a:pPr>
            <a:r>
              <a:rPr lang="en-US" sz="1800" spc="-15" dirty="0">
                <a:solidFill>
                  <a:srgbClr val="231F20"/>
                </a:solidFill>
                <a:latin typeface="Arial" panose="020B0604020202020204" pitchFamily="34" charset="0"/>
                <a:cs typeface="Arial" panose="020B0604020202020204" pitchFamily="34" charset="0"/>
              </a:rPr>
              <a:t>Practice session</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measuring</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pressure</a:t>
            </a:r>
            <a:endParaRPr lang="en-US" sz="1800" dirty="0">
              <a:latin typeface="Arial" panose="020B0604020202020204" pitchFamily="34" charset="0"/>
              <a:cs typeface="Arial" panose="020B0604020202020204" pitchFamily="34" charset="0"/>
            </a:endParaRPr>
          </a:p>
          <a:p>
            <a:pPr marL="12695">
              <a:lnSpc>
                <a:spcPts val="2800"/>
              </a:lnSpc>
            </a:pPr>
            <a:endParaRPr lang="en-US" sz="1599" kern="0" dirty="0">
              <a:solidFill>
                <a:srgbClr val="830051"/>
              </a:solidFill>
              <a:latin typeface="Arial" pitchFamily="34" charset="0"/>
              <a:cs typeface="Arial" pitchFamily="34" charset="0"/>
            </a:endParaRPr>
          </a:p>
          <a:p>
            <a:pPr marL="12695">
              <a:lnSpc>
                <a:spcPts val="2800"/>
              </a:lnSpc>
            </a:pPr>
            <a:r>
              <a:rPr lang="en-US" sz="2000" b="1" kern="0" dirty="0">
                <a:solidFill>
                  <a:srgbClr val="00B050"/>
                </a:solidFill>
                <a:latin typeface="Arial" pitchFamily="34" charset="0"/>
                <a:cs typeface="Arial" pitchFamily="34" charset="0"/>
              </a:rPr>
              <a:t>Unit 4: Education to the community on prevention and management of hypertension</a:t>
            </a:r>
            <a:endParaRPr lang="en-US" sz="2000" b="1" dirty="0">
              <a:solidFill>
                <a:srgbClr val="00B050"/>
              </a:solidFill>
              <a:latin typeface="Arial" panose="020B0604020202020204" pitchFamily="34" charset="0"/>
              <a:cs typeface="Arial" panose="020B0604020202020204" pitchFamily="34" charset="0"/>
            </a:endParaRPr>
          </a:p>
          <a:p>
            <a:pPr marL="241203" indent="-228509">
              <a:lnSpc>
                <a:spcPts val="2800"/>
              </a:lnSpc>
              <a:spcBef>
                <a:spcPts val="545"/>
              </a:spcBef>
              <a:buClr>
                <a:srgbClr val="231F20"/>
              </a:buClr>
              <a:buFont typeface="Franklin Gothic Book"/>
              <a:buAutoNum type="arabicPeriod"/>
              <a:tabLst>
                <a:tab pos="241203" algn="l"/>
              </a:tabLst>
            </a:pPr>
            <a:r>
              <a:rPr lang="en-ZA" sz="1800" spc="-10" dirty="0">
                <a:solidFill>
                  <a:srgbClr val="231F20"/>
                </a:solidFill>
                <a:latin typeface="Arial" panose="020B0604020202020204" pitchFamily="34" charset="0"/>
                <a:cs typeface="Arial" panose="020B0604020202020204" pitchFamily="34" charset="0"/>
              </a:rPr>
              <a:t>H</a:t>
            </a:r>
            <a:r>
              <a:rPr lang="en-ZA" sz="1800" spc="-30" dirty="0">
                <a:solidFill>
                  <a:srgbClr val="231F20"/>
                </a:solidFill>
                <a:latin typeface="Arial" panose="020B0604020202020204" pitchFamily="34" charset="0"/>
                <a:cs typeface="Arial" panose="020B0604020202020204" pitchFamily="34" charset="0"/>
              </a:rPr>
              <a:t>o</a:t>
            </a:r>
            <a:r>
              <a:rPr lang="en-ZA" sz="1800" dirty="0">
                <a:solidFill>
                  <a:srgbClr val="231F20"/>
                </a:solidFill>
                <a:latin typeface="Arial" panose="020B0604020202020204" pitchFamily="34" charset="0"/>
                <a:cs typeface="Arial" panose="020B0604020202020204" pitchFamily="34" charset="0"/>
              </a:rPr>
              <a:t>w </a:t>
            </a:r>
            <a:r>
              <a:rPr lang="en-ZA" sz="1800" spc="-25" dirty="0">
                <a:solidFill>
                  <a:srgbClr val="231F20"/>
                </a:solidFill>
                <a:latin typeface="Arial" panose="020B0604020202020204" pitchFamily="34" charset="0"/>
                <a:cs typeface="Arial" panose="020B0604020202020204" pitchFamily="34" charset="0"/>
              </a:rPr>
              <a:t>t</a:t>
            </a:r>
            <a:r>
              <a:rPr lang="en-ZA" sz="1800" spc="-10" dirty="0">
                <a:solidFill>
                  <a:srgbClr val="231F20"/>
                </a:solidFill>
                <a:latin typeface="Arial" panose="020B0604020202020204" pitchFamily="34" charset="0"/>
                <a:cs typeface="Arial" panose="020B0604020202020204" pitchFamily="34" charset="0"/>
              </a:rPr>
              <a:t>o</a:t>
            </a:r>
            <a:r>
              <a:rPr lang="en-ZA" sz="1800" dirty="0">
                <a:solidFill>
                  <a:srgbClr val="231F20"/>
                </a:solidFill>
                <a:latin typeface="Arial" panose="020B0604020202020204" pitchFamily="34" charset="0"/>
                <a:cs typeface="Arial" panose="020B0604020202020204" pitchFamily="34" charset="0"/>
              </a:rPr>
              <a:t> </a:t>
            </a:r>
            <a:r>
              <a:rPr lang="en-ZA" sz="1800" spc="-10" dirty="0">
                <a:solidFill>
                  <a:srgbClr val="231F20"/>
                </a:solidFill>
                <a:latin typeface="Arial" panose="020B0604020202020204" pitchFamily="34" charset="0"/>
                <a:cs typeface="Arial" panose="020B0604020202020204" pitchFamily="34" charset="0"/>
              </a:rPr>
              <a:t>pr</a:t>
            </a:r>
            <a:r>
              <a:rPr lang="en-ZA" sz="1800" spc="-35" dirty="0">
                <a:solidFill>
                  <a:srgbClr val="231F20"/>
                </a:solidFill>
                <a:latin typeface="Arial" panose="020B0604020202020204" pitchFamily="34" charset="0"/>
                <a:cs typeface="Arial" panose="020B0604020202020204" pitchFamily="34" charset="0"/>
              </a:rPr>
              <a:t>e</a:t>
            </a:r>
            <a:r>
              <a:rPr lang="en-ZA" sz="1800" spc="-20" dirty="0">
                <a:solidFill>
                  <a:srgbClr val="231F20"/>
                </a:solidFill>
                <a:latin typeface="Arial" panose="020B0604020202020204" pitchFamily="34" charset="0"/>
                <a:cs typeface="Arial" panose="020B0604020202020204" pitchFamily="34" charset="0"/>
              </a:rPr>
              <a:t>v</a:t>
            </a:r>
            <a:r>
              <a:rPr lang="en-ZA" sz="1800" spc="-10" dirty="0">
                <a:solidFill>
                  <a:srgbClr val="231F20"/>
                </a:solidFill>
                <a:latin typeface="Arial" panose="020B0604020202020204" pitchFamily="34" charset="0"/>
                <a:cs typeface="Arial" panose="020B0604020202020204" pitchFamily="34" charset="0"/>
              </a:rPr>
              <a:t>ent</a:t>
            </a:r>
            <a:r>
              <a:rPr lang="en-ZA" sz="1800" spc="-5" dirty="0">
                <a:solidFill>
                  <a:srgbClr val="231F20"/>
                </a:solidFill>
                <a:latin typeface="Arial" panose="020B0604020202020204" pitchFamily="34" charset="0"/>
                <a:cs typeface="Arial" panose="020B0604020202020204" pitchFamily="34" charset="0"/>
              </a:rPr>
              <a:t> </a:t>
            </a:r>
            <a:r>
              <a:rPr lang="en-ZA" sz="1800" spc="-10" dirty="0">
                <a:solidFill>
                  <a:srgbClr val="231F20"/>
                </a:solidFill>
                <a:latin typeface="Arial" panose="020B0604020202020204" pitchFamily="34" charset="0"/>
                <a:cs typeface="Arial" panose="020B0604020202020204" pitchFamily="34" charset="0"/>
              </a:rPr>
              <a:t>and</a:t>
            </a:r>
            <a:r>
              <a:rPr lang="en-ZA" sz="1800" spc="-5" dirty="0">
                <a:solidFill>
                  <a:srgbClr val="231F20"/>
                </a:solidFill>
                <a:latin typeface="Arial" panose="020B0604020202020204" pitchFamily="34" charset="0"/>
                <a:cs typeface="Arial" panose="020B0604020202020204" pitchFamily="34" charset="0"/>
              </a:rPr>
              <a:t> </a:t>
            </a:r>
            <a:r>
              <a:rPr lang="en-ZA" sz="1800" spc="-10" dirty="0">
                <a:solidFill>
                  <a:srgbClr val="231F20"/>
                </a:solidFill>
                <a:latin typeface="Arial" panose="020B0604020202020204" pitchFamily="34" charset="0"/>
                <a:cs typeface="Arial" panose="020B0604020202020204" pitchFamily="34" charset="0"/>
              </a:rPr>
              <a:t>l</a:t>
            </a:r>
            <a:r>
              <a:rPr lang="en-ZA" sz="1800" spc="-30" dirty="0">
                <a:solidFill>
                  <a:srgbClr val="231F20"/>
                </a:solidFill>
                <a:latin typeface="Arial" panose="020B0604020202020204" pitchFamily="34" charset="0"/>
                <a:cs typeface="Arial" panose="020B0604020202020204" pitchFamily="34" charset="0"/>
              </a:rPr>
              <a:t>o</a:t>
            </a:r>
            <a:r>
              <a:rPr lang="en-ZA" sz="1800" spc="-20" dirty="0">
                <a:solidFill>
                  <a:srgbClr val="231F20"/>
                </a:solidFill>
                <a:latin typeface="Arial" panose="020B0604020202020204" pitchFamily="34" charset="0"/>
                <a:cs typeface="Arial" panose="020B0604020202020204" pitchFamily="34" charset="0"/>
              </a:rPr>
              <a:t>w</a:t>
            </a:r>
            <a:r>
              <a:rPr lang="en-ZA" sz="1800" spc="-10" dirty="0">
                <a:solidFill>
                  <a:srgbClr val="231F20"/>
                </a:solidFill>
                <a:latin typeface="Arial" panose="020B0604020202020204" pitchFamily="34" charset="0"/>
                <a:cs typeface="Arial" panose="020B0604020202020204" pitchFamily="34" charset="0"/>
              </a:rPr>
              <a:t>er</a:t>
            </a:r>
            <a:r>
              <a:rPr lang="en-ZA" sz="1800" dirty="0">
                <a:solidFill>
                  <a:srgbClr val="231F20"/>
                </a:solidFill>
                <a:latin typeface="Arial" panose="020B0604020202020204" pitchFamily="34" charset="0"/>
                <a:cs typeface="Arial" panose="020B0604020202020204" pitchFamily="34" charset="0"/>
              </a:rPr>
              <a:t> high </a:t>
            </a:r>
            <a:r>
              <a:rPr lang="en-ZA" sz="1800" spc="-15" dirty="0">
                <a:solidFill>
                  <a:srgbClr val="231F20"/>
                </a:solidFill>
                <a:latin typeface="Arial" panose="020B0604020202020204" pitchFamily="34" charset="0"/>
                <a:cs typeface="Arial" panose="020B0604020202020204" pitchFamily="34" charset="0"/>
              </a:rPr>
              <a:t>bloo</a:t>
            </a:r>
            <a:r>
              <a:rPr lang="en-ZA" sz="1800" spc="-10" dirty="0">
                <a:solidFill>
                  <a:srgbClr val="231F20"/>
                </a:solidFill>
                <a:latin typeface="Arial" panose="020B0604020202020204" pitchFamily="34" charset="0"/>
                <a:cs typeface="Arial" panose="020B0604020202020204" pitchFamily="34" charset="0"/>
              </a:rPr>
              <a:t>d</a:t>
            </a:r>
            <a:r>
              <a:rPr lang="en-ZA" sz="1800" dirty="0">
                <a:solidFill>
                  <a:srgbClr val="231F20"/>
                </a:solidFill>
                <a:latin typeface="Arial" panose="020B0604020202020204" pitchFamily="34" charset="0"/>
                <a:cs typeface="Arial" panose="020B0604020202020204" pitchFamily="34" charset="0"/>
              </a:rPr>
              <a:t> </a:t>
            </a:r>
            <a:r>
              <a:rPr lang="en-ZA" sz="1800" spc="-15" dirty="0">
                <a:solidFill>
                  <a:srgbClr val="231F20"/>
                </a:solidFill>
                <a:latin typeface="Arial" panose="020B0604020202020204" pitchFamily="34" charset="0"/>
                <a:cs typeface="Arial" panose="020B0604020202020204" pitchFamily="34" charset="0"/>
              </a:rPr>
              <a:t>pressure</a:t>
            </a:r>
            <a:endParaRPr lang="en-ZA" sz="1800" dirty="0">
              <a:latin typeface="Arial" panose="020B0604020202020204" pitchFamily="34" charset="0"/>
              <a:cs typeface="Arial" panose="020B0604020202020204" pitchFamily="34" charset="0"/>
            </a:endParaRPr>
          </a:p>
          <a:p>
            <a:pPr marL="241203" indent="-228509">
              <a:lnSpc>
                <a:spcPts val="2800"/>
              </a:lnSpc>
              <a:buClr>
                <a:srgbClr val="231F20"/>
              </a:buClr>
              <a:buFont typeface="Franklin Gothic Book"/>
              <a:buAutoNum type="arabicPeriod"/>
              <a:tabLst>
                <a:tab pos="241203" algn="l"/>
              </a:tabLst>
            </a:pPr>
            <a:r>
              <a:rPr lang="en-ZA" sz="1800" dirty="0">
                <a:solidFill>
                  <a:srgbClr val="231F20"/>
                </a:solidFill>
                <a:latin typeface="Arial" panose="020B0604020202020204" pitchFamily="34" charset="0"/>
                <a:cs typeface="Arial" panose="020B0604020202020204" pitchFamily="34" charset="0"/>
              </a:rPr>
              <a:t>Li</a:t>
            </a:r>
            <a:r>
              <a:rPr lang="en-ZA" sz="1800" spc="-30" dirty="0">
                <a:solidFill>
                  <a:srgbClr val="231F20"/>
                </a:solidFill>
                <a:latin typeface="Arial" panose="020B0604020202020204" pitchFamily="34" charset="0"/>
                <a:cs typeface="Arial" panose="020B0604020202020204" pitchFamily="34" charset="0"/>
              </a:rPr>
              <a:t>f</a:t>
            </a:r>
            <a:r>
              <a:rPr lang="en-ZA" sz="1800" dirty="0">
                <a:solidFill>
                  <a:srgbClr val="231F20"/>
                </a:solidFill>
                <a:latin typeface="Arial" panose="020B0604020202020204" pitchFamily="34" charset="0"/>
                <a:cs typeface="Arial" panose="020B0604020202020204" pitchFamily="34" charset="0"/>
              </a:rPr>
              <a:t>estyle </a:t>
            </a:r>
            <a:r>
              <a:rPr lang="en-ZA" sz="1800" spc="-10" dirty="0">
                <a:solidFill>
                  <a:srgbClr val="231F20"/>
                </a:solidFill>
                <a:latin typeface="Arial" panose="020B0604020202020204" pitchFamily="34" charset="0"/>
                <a:cs typeface="Arial" panose="020B0604020202020204" pitchFamily="34" charset="0"/>
              </a:rPr>
              <a:t>modification</a:t>
            </a:r>
            <a:endParaRPr lang="en-ZA" sz="1800" dirty="0">
              <a:latin typeface="Arial" panose="020B0604020202020204" pitchFamily="34" charset="0"/>
              <a:cs typeface="Arial" panose="020B0604020202020204" pitchFamily="34" charset="0"/>
            </a:endParaRPr>
          </a:p>
          <a:p>
            <a:pPr>
              <a:spcBef>
                <a:spcPts val="3"/>
              </a:spcBef>
            </a:pPr>
            <a:endParaRPr sz="1100" dirty="0">
              <a:latin typeface="Arial" panose="020B0604020202020204" pitchFamily="34" charset="0"/>
              <a:cs typeface="Arial" panose="020B0604020202020204" pitchFamily="34" charset="0"/>
            </a:endParaRPr>
          </a:p>
          <a:p>
            <a:pPr>
              <a:spcBef>
                <a:spcPts val="4"/>
              </a:spcBef>
            </a:pPr>
            <a:endParaRPr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6206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CABAD6D-F3FF-504F-8D4B-B5B92E263065}"/>
              </a:ext>
            </a:extLst>
          </p:cNvPr>
          <p:cNvSpPr>
            <a:spLocks noGrp="1"/>
          </p:cNvSpPr>
          <p:nvPr>
            <p:ph type="sldNum" sz="quarter" idx="12"/>
          </p:nvPr>
        </p:nvSpPr>
        <p:spPr/>
        <p:txBody>
          <a:bodyPr/>
          <a:lstStyle/>
          <a:p>
            <a:fld id="{5FCE7002-8CF6-784B-9A24-69DF51357AB2}" type="slidenum">
              <a:rPr lang="en-US" smtClean="0"/>
              <a:t>5</a:t>
            </a:fld>
            <a:endParaRPr lang="en-US"/>
          </a:p>
        </p:txBody>
      </p:sp>
      <p:sp>
        <p:nvSpPr>
          <p:cNvPr id="5" name="object 2">
            <a:extLst>
              <a:ext uri="{FF2B5EF4-FFF2-40B4-BE49-F238E27FC236}">
                <a16:creationId xmlns:a16="http://schemas.microsoft.com/office/drawing/2014/main" xmlns="" id="{7095FF6A-DD08-384E-86F3-6A656A9676C1}"/>
              </a:ext>
            </a:extLst>
          </p:cNvPr>
          <p:cNvSpPr txBox="1"/>
          <p:nvPr/>
        </p:nvSpPr>
        <p:spPr>
          <a:xfrm>
            <a:off x="876484" y="1241570"/>
            <a:ext cx="9463188" cy="3758658"/>
          </a:xfrm>
          <a:prstGeom prst="rect">
            <a:avLst/>
          </a:prstGeom>
        </p:spPr>
        <p:txBody>
          <a:bodyPr vert="horz" wrap="square" lIns="0" tIns="0" rIns="0" bIns="0" rtlCol="0">
            <a:spAutoFit/>
          </a:bodyPr>
          <a:lstStyle/>
          <a:p>
            <a:pPr marL="12695">
              <a:lnSpc>
                <a:spcPts val="2800"/>
              </a:lnSpc>
            </a:pPr>
            <a:r>
              <a:rPr lang="en-US" sz="2000" b="1" kern="0" dirty="0">
                <a:solidFill>
                  <a:srgbClr val="00B050"/>
                </a:solidFill>
                <a:latin typeface="Arial" pitchFamily="34" charset="0"/>
                <a:cs typeface="Arial" pitchFamily="34" charset="0"/>
              </a:rPr>
              <a:t>Unit 5: Facilitating the management of hypertension</a:t>
            </a:r>
            <a:endParaRPr lang="en-US" sz="2000" b="1" dirty="0">
              <a:solidFill>
                <a:srgbClr val="00B050"/>
              </a:solidFill>
              <a:latin typeface="Arial" panose="020B0604020202020204" pitchFamily="34" charset="0"/>
              <a:cs typeface="Arial" panose="020B0604020202020204" pitchFamily="34" charset="0"/>
            </a:endParaRPr>
          </a:p>
          <a:p>
            <a:pPr marL="241203" indent="-228509">
              <a:lnSpc>
                <a:spcPts val="2800"/>
              </a:lnSpc>
              <a:spcBef>
                <a:spcPts val="545"/>
              </a:spcBef>
              <a:buClr>
                <a:srgbClr val="231F20"/>
              </a:buClr>
              <a:buFont typeface="Franklin Gothic Book"/>
              <a:buAutoNum type="arabicPeriod"/>
              <a:tabLst>
                <a:tab pos="241203" algn="l"/>
              </a:tabLst>
            </a:pPr>
            <a:r>
              <a:rPr sz="1800" spc="-5" dirty="0">
                <a:solidFill>
                  <a:srgbClr val="231F20"/>
                </a:solidFill>
                <a:latin typeface="Arial" panose="020B0604020202020204" pitchFamily="34" charset="0"/>
                <a:cs typeface="Arial" panose="020B0604020202020204" pitchFamily="34" charset="0"/>
              </a:rPr>
              <a:t>Identifying</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managing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cases</a:t>
            </a:r>
            <a:r>
              <a:rPr sz="1800" spc="-5" dirty="0">
                <a:solidFill>
                  <a:srgbClr val="231F20"/>
                </a:solidFill>
                <a:latin typeface="Arial" panose="020B0604020202020204" pitchFamily="34" charset="0"/>
                <a:cs typeface="Arial" panose="020B0604020202020204" pitchFamily="34" charset="0"/>
              </a:rPr>
              <a:t> of </a:t>
            </a:r>
            <a:r>
              <a:rPr sz="1800" spc="-30"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241203" indent="-228509">
              <a:lnSpc>
                <a:spcPts val="2800"/>
              </a:lnSpc>
              <a:buClr>
                <a:srgbClr val="231F20"/>
              </a:buClr>
              <a:buFont typeface="Franklin Gothic Book"/>
              <a:buAutoNum type="arabicPeriod"/>
              <a:tabLst>
                <a:tab pos="241203" algn="l"/>
              </a:tabLst>
            </a:pPr>
            <a:r>
              <a:rPr sz="1800" spc="-3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spc="-4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erral</a:t>
            </a:r>
            <a:endParaRPr sz="1800" dirty="0">
              <a:latin typeface="Arial" panose="020B0604020202020204" pitchFamily="34" charset="0"/>
              <a:cs typeface="Arial" panose="020B0604020202020204" pitchFamily="34" charset="0"/>
            </a:endParaRPr>
          </a:p>
          <a:p>
            <a:pPr marL="241203" indent="-228509">
              <a:lnSpc>
                <a:spcPts val="2800"/>
              </a:lnSpc>
              <a:buClr>
                <a:srgbClr val="231F20"/>
              </a:buClr>
              <a:buFont typeface="Franklin Gothic Book"/>
              <a:buAutoNum type="arabicPeriod"/>
              <a:tabLst>
                <a:tab pos="241203" algn="l"/>
              </a:tabLst>
            </a:pP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oll</a:t>
            </a:r>
            <a:r>
              <a:rPr sz="1800" spc="-3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-up</a:t>
            </a:r>
            <a:endParaRPr sz="1800" dirty="0">
              <a:latin typeface="Arial" panose="020B0604020202020204" pitchFamily="34" charset="0"/>
              <a:cs typeface="Arial" panose="020B0604020202020204" pitchFamily="34" charset="0"/>
            </a:endParaRPr>
          </a:p>
          <a:p>
            <a:pPr marL="444322" lvl="1" indent="-228509">
              <a:lnSpc>
                <a:spcPts val="2800"/>
              </a:lnSpc>
              <a:spcBef>
                <a:spcPts val="565"/>
              </a:spcBef>
              <a:buClr>
                <a:srgbClr val="231F20"/>
              </a:buClr>
              <a:buFont typeface="Franklin Gothic Book"/>
              <a:buChar char="•"/>
              <a:tabLst>
                <a:tab pos="444956" algn="l"/>
              </a:tabLst>
            </a:pPr>
            <a:r>
              <a:rPr sz="1800" spc="-25"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dherence</a:t>
            </a:r>
            <a:endParaRPr sz="1800" dirty="0">
              <a:latin typeface="Arial" panose="020B0604020202020204" pitchFamily="34" charset="0"/>
              <a:cs typeface="Arial" panose="020B0604020202020204" pitchFamily="34" charset="0"/>
            </a:endParaRPr>
          </a:p>
          <a:p>
            <a:pPr marL="444322" lvl="1" indent="-228509">
              <a:lnSpc>
                <a:spcPts val="2800"/>
              </a:lnSpc>
              <a:buClr>
                <a:srgbClr val="231F20"/>
              </a:buClr>
              <a:buFont typeface="Franklin Gothic Book"/>
              <a:buChar char="•"/>
              <a:tabLst>
                <a:tab pos="444956" algn="l"/>
              </a:tabLst>
            </a:pPr>
            <a:r>
              <a:rPr sz="1800" spc="-10" dirty="0">
                <a:solidFill>
                  <a:srgbClr val="231F20"/>
                </a:solidFill>
                <a:latin typeface="Arial" panose="020B0604020202020204" pitchFamily="34" charset="0"/>
                <a:cs typeface="Arial" panose="020B0604020202020204" pitchFamily="34" charset="0"/>
              </a:rPr>
              <a:t>De</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aul</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tracing</a:t>
            </a:r>
            <a:endParaRPr sz="1800" dirty="0">
              <a:latin typeface="Arial" panose="020B0604020202020204" pitchFamily="34" charset="0"/>
              <a:cs typeface="Arial" panose="020B0604020202020204" pitchFamily="34" charset="0"/>
            </a:endParaRPr>
          </a:p>
          <a:p>
            <a:pPr>
              <a:lnSpc>
                <a:spcPts val="2800"/>
              </a:lnSpc>
              <a:spcBef>
                <a:spcPts val="4"/>
              </a:spcBef>
            </a:pPr>
            <a:endParaRPr sz="1100" dirty="0">
              <a:latin typeface="Arial" panose="020B0604020202020204" pitchFamily="34" charset="0"/>
              <a:cs typeface="Arial" panose="020B0604020202020204" pitchFamily="34" charset="0"/>
            </a:endParaRPr>
          </a:p>
          <a:p>
            <a:pPr marL="12695">
              <a:lnSpc>
                <a:spcPts val="2800"/>
              </a:lnSpc>
            </a:pPr>
            <a:r>
              <a:rPr lang="en-US" sz="2000" b="1" kern="0" dirty="0">
                <a:solidFill>
                  <a:srgbClr val="00B050"/>
                </a:solidFill>
                <a:latin typeface="Arial" pitchFamily="34" charset="0"/>
                <a:cs typeface="Arial" pitchFamily="34" charset="0"/>
              </a:rPr>
              <a:t>Unit 6: Reporting</a:t>
            </a:r>
            <a:endParaRPr lang="en-US" sz="2000" b="1" dirty="0">
              <a:solidFill>
                <a:srgbClr val="00B050"/>
              </a:solidFill>
              <a:latin typeface="Arial" panose="020B0604020202020204" pitchFamily="34" charset="0"/>
              <a:cs typeface="Arial" panose="020B0604020202020204" pitchFamily="34" charset="0"/>
            </a:endParaRPr>
          </a:p>
          <a:p>
            <a:pPr marL="241203" indent="-228509">
              <a:lnSpc>
                <a:spcPts val="2800"/>
              </a:lnSpc>
              <a:spcBef>
                <a:spcPts val="545"/>
              </a:spcBef>
              <a:buClr>
                <a:srgbClr val="231F20"/>
              </a:buClr>
              <a:buFont typeface="Franklin Gothic Book"/>
              <a:buAutoNum type="arabicPeriod"/>
              <a:tabLst>
                <a:tab pos="241203" algn="l"/>
              </a:tabLst>
            </a:pPr>
            <a:r>
              <a:rPr sz="1800" spc="-10" dirty="0">
                <a:solidFill>
                  <a:srgbClr val="231F20"/>
                </a:solidFill>
                <a:latin typeface="Arial" panose="020B0604020202020204" pitchFamily="34" charset="0"/>
                <a:cs typeface="Arial" panose="020B0604020202020204" pitchFamily="34" charset="0"/>
              </a:rPr>
              <a:t>Orienta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lang="en-US" sz="1800" spc="-15" dirty="0">
                <a:latin typeface="Arial" panose="020B0604020202020204" pitchFamily="34" charset="0"/>
                <a:cs typeface="Arial" panose="020B0604020202020204" pitchFamily="34" charset="0"/>
              </a:rPr>
              <a:t>participants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data</a:t>
            </a:r>
            <a:r>
              <a:rPr sz="1800" spc="-5" dirty="0">
                <a:solidFill>
                  <a:srgbClr val="231F20"/>
                </a:solidFill>
                <a:latin typeface="Arial" panose="020B0604020202020204" pitchFamily="34" charset="0"/>
                <a:cs typeface="Arial" panose="020B0604020202020204" pitchFamily="34" charset="0"/>
              </a:rPr>
              <a:t> collection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ools</a:t>
            </a:r>
            <a:endParaRPr sz="1800" dirty="0">
              <a:latin typeface="Arial" panose="020B0604020202020204" pitchFamily="34" charset="0"/>
              <a:cs typeface="Arial" panose="020B0604020202020204" pitchFamily="34" charset="0"/>
            </a:endParaRPr>
          </a:p>
          <a:p>
            <a:pPr marL="241203" indent="-228509">
              <a:lnSpc>
                <a:spcPts val="2800"/>
              </a:lnSpc>
              <a:buClr>
                <a:srgbClr val="231F20"/>
              </a:buClr>
              <a:buFont typeface="Franklin Gothic Book"/>
              <a:buAutoNum type="arabicPeriod"/>
              <a:tabLst>
                <a:tab pos="241203" algn="l"/>
              </a:tabLst>
            </a:pPr>
            <a:r>
              <a:rPr sz="1800" spc="-5" dirty="0">
                <a:solidFill>
                  <a:srgbClr val="231F20"/>
                </a:solidFill>
                <a:latin typeface="Arial" panose="020B0604020202020204" pitchFamily="34" charset="0"/>
                <a:cs typeface="Arial" panose="020B0604020202020204" pitchFamily="34" charset="0"/>
              </a:rPr>
              <a:t>Submi</a:t>
            </a:r>
            <a:r>
              <a:rPr sz="1800" dirty="0">
                <a:solidFill>
                  <a:srgbClr val="231F20"/>
                </a:solidFill>
                <a:latin typeface="Arial" panose="020B0604020202020204" pitchFamily="34" charset="0"/>
                <a:cs typeface="Arial" panose="020B0604020202020204" pitchFamily="34" charset="0"/>
              </a:rPr>
              <a:t>t </a:t>
            </a:r>
            <a:r>
              <a:rPr sz="1800" spc="-10" dirty="0">
                <a:solidFill>
                  <a:srgbClr val="231F20"/>
                </a:solidFill>
                <a:latin typeface="Arial" panose="020B0604020202020204" pitchFamily="34" charset="0"/>
                <a:cs typeface="Arial" panose="020B0604020202020204" pitchFamily="34" charset="0"/>
              </a:rPr>
              <a:t>monthly</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repo</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ts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sub-district leader</a:t>
            </a:r>
            <a:endParaRPr sz="1800" dirty="0">
              <a:solidFill>
                <a:srgbClr val="FFC000"/>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4777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FF2C722-C1B2-5145-AE60-5E52FEC8CA90}"/>
              </a:ext>
            </a:extLst>
          </p:cNvPr>
          <p:cNvSpPr>
            <a:spLocks noGrp="1"/>
          </p:cNvSpPr>
          <p:nvPr>
            <p:ph type="sldNum" sz="quarter" idx="12"/>
          </p:nvPr>
        </p:nvSpPr>
        <p:spPr/>
        <p:txBody>
          <a:bodyPr/>
          <a:lstStyle/>
          <a:p>
            <a:fld id="{5FCE7002-8CF6-784B-9A24-69DF51357AB2}" type="slidenum">
              <a:rPr lang="en-US" smtClean="0"/>
              <a:t>6</a:t>
            </a:fld>
            <a:endParaRPr lang="en-US"/>
          </a:p>
        </p:txBody>
      </p:sp>
      <p:sp>
        <p:nvSpPr>
          <p:cNvPr id="5" name="object 2">
            <a:extLst>
              <a:ext uri="{FF2B5EF4-FFF2-40B4-BE49-F238E27FC236}">
                <a16:creationId xmlns:a16="http://schemas.microsoft.com/office/drawing/2014/main" xmlns="" id="{74CE6F31-E49A-544E-AC3E-1DF8D9F63385}"/>
              </a:ext>
            </a:extLst>
          </p:cNvPr>
          <p:cNvSpPr txBox="1"/>
          <p:nvPr/>
        </p:nvSpPr>
        <p:spPr>
          <a:xfrm>
            <a:off x="7798" y="423417"/>
            <a:ext cx="4198442" cy="430887"/>
          </a:xfrm>
          <a:prstGeom prst="rect">
            <a:avLst/>
          </a:prstGeom>
          <a:solidFill>
            <a:srgbClr val="00B050"/>
          </a:solidFill>
          <a:ln w="9524">
            <a:noFill/>
          </a:ln>
        </p:spPr>
        <p:txBody>
          <a:bodyPr vert="horz" wrap="square" lIns="0" tIns="0" rIns="0" bIns="0" rtlCol="0">
            <a:spAutoFit/>
          </a:bodyPr>
          <a:lstStyle/>
          <a:p>
            <a:pPr marL="564289"/>
            <a:r>
              <a:rPr lang="en-US" sz="2800" b="1" kern="0" dirty="0">
                <a:solidFill>
                  <a:schemeClr val="bg1"/>
                </a:solidFill>
                <a:latin typeface="Arial" pitchFamily="34" charset="0"/>
                <a:cs typeface="Arial" pitchFamily="34" charset="0"/>
              </a:rPr>
              <a:t>  Objectives</a:t>
            </a:r>
            <a:endParaRPr sz="2800" b="1" dirty="0">
              <a:solidFill>
                <a:schemeClr val="bg1"/>
              </a:solidFill>
              <a:latin typeface="Arial"/>
              <a:cs typeface="Arial"/>
            </a:endParaRPr>
          </a:p>
        </p:txBody>
      </p:sp>
      <p:sp>
        <p:nvSpPr>
          <p:cNvPr id="6" name="object 3">
            <a:extLst>
              <a:ext uri="{FF2B5EF4-FFF2-40B4-BE49-F238E27FC236}">
                <a16:creationId xmlns:a16="http://schemas.microsoft.com/office/drawing/2014/main" xmlns="" id="{19CCB1F6-5753-7342-ACF2-A099D4C4C85A}"/>
              </a:ext>
            </a:extLst>
          </p:cNvPr>
          <p:cNvSpPr txBox="1"/>
          <p:nvPr/>
        </p:nvSpPr>
        <p:spPr>
          <a:xfrm>
            <a:off x="863038" y="1252751"/>
            <a:ext cx="8568055" cy="5460469"/>
          </a:xfrm>
          <a:prstGeom prst="rect">
            <a:avLst/>
          </a:prstGeom>
        </p:spPr>
        <p:txBody>
          <a:bodyPr vert="horz" wrap="square" lIns="0" tIns="0" rIns="0" bIns="0" rtlCol="0">
            <a:spAutoFit/>
          </a:bodyPr>
          <a:lstStyle/>
          <a:p>
            <a:pPr marL="12700">
              <a:lnSpc>
                <a:spcPts val="2800"/>
              </a:lnSpc>
            </a:pPr>
            <a:r>
              <a:rPr lang="en-US" sz="2000" b="1" kern="0" dirty="0">
                <a:solidFill>
                  <a:srgbClr val="00B050"/>
                </a:solidFill>
                <a:latin typeface="Arial" pitchFamily="34" charset="0"/>
                <a:cs typeface="Arial" pitchFamily="34" charset="0"/>
              </a:rPr>
              <a:t>Overall/general objective</a:t>
            </a:r>
            <a:endParaRPr lang="en-US" sz="2000" kern="0" spc="-80" dirty="0">
              <a:solidFill>
                <a:srgbClr val="830051"/>
              </a:solidFill>
              <a:latin typeface="Arial" pitchFamily="34" charset="0"/>
              <a:cs typeface="Arial" pitchFamily="34" charset="0"/>
            </a:endParaRPr>
          </a:p>
          <a:p>
            <a:pPr marL="12700">
              <a:lnSpc>
                <a:spcPts val="2800"/>
              </a:lnSpc>
              <a:spcAft>
                <a:spcPts val="600"/>
              </a:spcAft>
            </a:pPr>
            <a:r>
              <a:rPr sz="1800" spc="-8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q</a:t>
            </a:r>
            <a:r>
              <a:rPr sz="1800" dirty="0">
                <a:solidFill>
                  <a:srgbClr val="231F20"/>
                </a:solidFill>
                <a:latin typeface="Arial" panose="020B0604020202020204" pitchFamily="34" charset="0"/>
                <a:cs typeface="Arial" panose="020B0604020202020204" pitchFamily="34" charset="0"/>
              </a:rPr>
              <a:t>uip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participants </a:t>
            </a: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kn</a:t>
            </a:r>
            <a:r>
              <a:rPr sz="1800" spc="-3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wledg</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skills</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a:t>
            </a:r>
            <a:r>
              <a:rPr sz="1800" spc="-3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5" dirty="0">
                <a:solidFill>
                  <a:srgbClr val="231F20"/>
                </a:solidFill>
                <a:latin typeface="Arial" panose="020B0604020202020204" pitchFamily="34" charset="0"/>
                <a:cs typeface="Arial" panose="020B0604020202020204" pitchFamily="34" charset="0"/>
              </a:rPr>
              <a:t>ent, </a:t>
            </a:r>
            <a:r>
              <a:rPr sz="1800" spc="-10" dirty="0">
                <a:solidFill>
                  <a:srgbClr val="231F20"/>
                </a:solidFill>
                <a:latin typeface="Arial" panose="020B0604020202020204" pitchFamily="34" charset="0"/>
                <a:cs typeface="Arial" panose="020B0604020202020204" pitchFamily="34" charset="0"/>
              </a:rPr>
              <a:t>screen,</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oll</a:t>
            </a:r>
            <a:r>
              <a:rPr sz="1800" spc="-3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-up</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clients wit</a:t>
            </a:r>
            <a:r>
              <a:rPr sz="1800" dirty="0">
                <a:solidFill>
                  <a:srgbClr val="231F20"/>
                </a:solidFill>
                <a:latin typeface="Arial" panose="020B0604020202020204" pitchFamily="34" charset="0"/>
                <a:cs typeface="Arial" panose="020B0604020202020204" pitchFamily="34" charset="0"/>
              </a:rPr>
              <a:t>h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sz="1800" spc="-5" dirty="0">
                <a:solidFill>
                  <a:srgbClr val="231F20"/>
                </a:solidFill>
                <a:latin typeface="Arial" panose="020B0604020202020204" pitchFamily="34" charset="0"/>
                <a:cs typeface="Arial" panose="020B0604020202020204" pitchFamily="34" charset="0"/>
              </a:rPr>
              <a:t>in the </a:t>
            </a:r>
            <a:r>
              <a:rPr sz="1800" spc="-10" dirty="0">
                <a:solidFill>
                  <a:srgbClr val="231F20"/>
                </a:solidFill>
                <a:latin typeface="Arial" panose="020B0604020202020204" pitchFamily="34" charset="0"/>
                <a:cs typeface="Arial" panose="020B0604020202020204" pitchFamily="34" charset="0"/>
              </a:rPr>
              <a:t>communit</a:t>
            </a:r>
            <a:r>
              <a:rPr lang="en-US" sz="1800" spc="-10" dirty="0">
                <a:solidFill>
                  <a:srgbClr val="231F20"/>
                </a:solidFill>
                <a:latin typeface="Arial" panose="020B0604020202020204" pitchFamily="34" charset="0"/>
                <a:cs typeface="Arial" panose="020B0604020202020204" pitchFamily="34" charset="0"/>
              </a:rPr>
              <a:t>y.</a:t>
            </a:r>
            <a:endParaRPr sz="1200" dirty="0">
              <a:latin typeface="Arial" panose="020B0604020202020204" pitchFamily="34" charset="0"/>
              <a:cs typeface="Arial" panose="020B0604020202020204" pitchFamily="34" charset="0"/>
            </a:endParaRPr>
          </a:p>
          <a:p>
            <a:pPr marL="12700">
              <a:lnSpc>
                <a:spcPts val="2800"/>
              </a:lnSpc>
            </a:pPr>
            <a:r>
              <a:rPr lang="en-US" sz="2000" b="1" kern="0" dirty="0">
                <a:solidFill>
                  <a:srgbClr val="00B050"/>
                </a:solidFill>
                <a:latin typeface="Arial" pitchFamily="34" charset="0"/>
                <a:cs typeface="Arial" pitchFamily="34" charset="0"/>
              </a:rPr>
              <a:t>Specific Objectives</a:t>
            </a:r>
          </a:p>
          <a:p>
            <a:pPr marL="12700">
              <a:lnSpc>
                <a:spcPts val="2800"/>
              </a:lnSpc>
            </a:pPr>
            <a:r>
              <a:rPr sz="1800" spc="-5"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end</a:t>
            </a:r>
            <a:r>
              <a:rPr sz="1800" spc="-5" dirty="0">
                <a:solidFill>
                  <a:srgbClr val="231F20"/>
                </a:solidFill>
                <a:latin typeface="Arial" panose="020B0604020202020204" pitchFamily="34" charset="0"/>
                <a:cs typeface="Arial" panose="020B0604020202020204" pitchFamily="34" charset="0"/>
              </a:rPr>
              <a:t> of </a:t>
            </a:r>
            <a:r>
              <a:rPr sz="1800" dirty="0">
                <a:solidFill>
                  <a:srgbClr val="231F20"/>
                </a:solidFill>
                <a:latin typeface="Arial" panose="020B0604020202020204" pitchFamily="34" charset="0"/>
                <a:cs typeface="Arial" panose="020B0604020202020204" pitchFamily="34" charset="0"/>
              </a:rPr>
              <a:t>this</a:t>
            </a:r>
            <a:r>
              <a:rPr sz="1800" spc="-5" dirty="0">
                <a:solidFill>
                  <a:srgbClr val="231F20"/>
                </a:solidFill>
                <a:latin typeface="Arial" panose="020B0604020202020204" pitchFamily="34" charset="0"/>
                <a:cs typeface="Arial" panose="020B0604020202020204" pitchFamily="34" charset="0"/>
              </a:rPr>
              <a:t> orientation</a:t>
            </a:r>
            <a:r>
              <a:rPr sz="1800" spc="-10" dirty="0">
                <a:solidFill>
                  <a:srgbClr val="231F20"/>
                </a:solidFill>
                <a:latin typeface="Arial" panose="020B0604020202020204" pitchFamily="34" charset="0"/>
                <a:cs typeface="Arial" panose="020B0604020202020204" pitchFamily="34" charset="0"/>
              </a:rPr>
              <a:t> the</a:t>
            </a:r>
            <a:r>
              <a:rPr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participants</a:t>
            </a:r>
            <a:r>
              <a:rPr lang="en-US" sz="1800" spc="-15" dirty="0">
                <a:solidFill>
                  <a:srgbClr val="FF000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able</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a:t>
            </a:r>
            <a:endParaRPr sz="1800" dirty="0">
              <a:latin typeface="Arial" panose="020B0604020202020204" pitchFamily="34" charset="0"/>
              <a:cs typeface="Arial" panose="020B0604020202020204" pitchFamily="34" charset="0"/>
            </a:endParaRPr>
          </a:p>
          <a:p>
            <a:pPr marL="241300" indent="-228600">
              <a:lnSpc>
                <a:spcPts val="2800"/>
              </a:lnSpc>
              <a:spcBef>
                <a:spcPts val="565"/>
              </a:spcBef>
              <a:buClr>
                <a:srgbClr val="231F20"/>
              </a:buClr>
              <a:buFont typeface="Franklin Gothic Book"/>
              <a:buAutoNum type="arabicPeriod"/>
              <a:tabLst>
                <a:tab pos="241300" algn="l"/>
              </a:tabLst>
            </a:pPr>
            <a:r>
              <a:rPr sz="1800" dirty="0">
                <a:solidFill>
                  <a:srgbClr val="231F20"/>
                </a:solidFill>
                <a:latin typeface="Arial" panose="020B0604020202020204" pitchFamily="34" charset="0"/>
                <a:cs typeface="Arial" panose="020B0604020202020204" pitchFamily="34" charset="0"/>
              </a:rPr>
              <a:t>Explain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meaning</a:t>
            </a:r>
            <a:r>
              <a:rPr sz="1800" spc="-5" dirty="0">
                <a:solidFill>
                  <a:srgbClr val="231F20"/>
                </a:solidFill>
                <a:latin typeface="Arial" panose="020B0604020202020204" pitchFamily="34" charset="0"/>
                <a:cs typeface="Arial" panose="020B0604020202020204" pitchFamily="34" charset="0"/>
              </a:rPr>
              <a:t> of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241300" indent="-228600">
              <a:lnSpc>
                <a:spcPts val="2800"/>
              </a:lnSpc>
              <a:buClr>
                <a:srgbClr val="231F20"/>
              </a:buClr>
              <a:buFont typeface="Franklin Gothic Book"/>
              <a:buAutoNum type="arabicPeriod"/>
              <a:tabLst>
                <a:tab pos="241300" algn="l"/>
              </a:tabLst>
            </a:pPr>
            <a:r>
              <a:rPr sz="1800" spc="-5" dirty="0">
                <a:solidFill>
                  <a:srgbClr val="231F20"/>
                </a:solidFill>
                <a:latin typeface="Arial" panose="020B0604020202020204" pitchFamily="34" charset="0"/>
                <a:cs typeface="Arial" panose="020B0604020202020204" pitchFamily="34" charset="0"/>
              </a:rPr>
              <a:t>Identify</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risk </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ac</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241300" indent="-228600">
              <a:lnSpc>
                <a:spcPts val="2800"/>
              </a:lnSpc>
              <a:buClr>
                <a:srgbClr val="231F20"/>
              </a:buClr>
              <a:buFont typeface="Franklin Gothic Book"/>
              <a:buAutoNum type="arabicPeriod"/>
              <a:tabLst>
                <a:tab pos="241300" algn="l"/>
              </a:tabLst>
            </a:pPr>
            <a:r>
              <a:rPr sz="1800" spc="-15" dirty="0">
                <a:solidFill>
                  <a:srgbClr val="231F20"/>
                </a:solidFill>
                <a:latin typeface="Arial" panose="020B0604020202020204" pitchFamily="34" charset="0"/>
                <a:cs typeface="Arial" panose="020B0604020202020204" pitchFamily="34" charset="0"/>
              </a:rPr>
              <a:t>Measur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in</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spc="-15" dirty="0">
                <a:solidFill>
                  <a:srgbClr val="231F20"/>
                </a:solidFill>
                <a:latin typeface="Arial" panose="020B0604020202020204" pitchFamily="34" charset="0"/>
                <a:cs typeface="Arial" panose="020B0604020202020204" pitchFamily="34" charset="0"/>
              </a:rPr>
              <a:t>rpr</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readings</a:t>
            </a:r>
            <a:endParaRPr sz="1800" dirty="0">
              <a:latin typeface="Arial" panose="020B0604020202020204" pitchFamily="34" charset="0"/>
              <a:cs typeface="Arial" panose="020B0604020202020204" pitchFamily="34" charset="0"/>
            </a:endParaRPr>
          </a:p>
          <a:p>
            <a:pPr marL="241300" indent="-228600">
              <a:lnSpc>
                <a:spcPts val="2800"/>
              </a:lnSpc>
              <a:buClr>
                <a:srgbClr val="231F20"/>
              </a:buClr>
              <a:buFont typeface="Franklin Gothic Book"/>
              <a:buAutoNum type="arabicPeriod"/>
              <a:tabLst>
                <a:tab pos="241300" algn="l"/>
              </a:tabLst>
            </a:pPr>
            <a:r>
              <a:rPr sz="1800" spc="-10" dirty="0">
                <a:solidFill>
                  <a:srgbClr val="231F20"/>
                </a:solidFill>
                <a:latin typeface="Arial" panose="020B0604020202020204" pitchFamily="34" charset="0"/>
                <a:cs typeface="Arial" panose="020B0604020202020204" pitchFamily="34" charset="0"/>
              </a:rPr>
              <a:t>Educa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community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a:t>
            </a:r>
            <a:r>
              <a:rPr sz="1800" spc="-3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ention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management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30"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241300" indent="-228600">
              <a:lnSpc>
                <a:spcPts val="2800"/>
              </a:lnSpc>
              <a:buClr>
                <a:srgbClr val="231F20"/>
              </a:buClr>
              <a:buFont typeface="Franklin Gothic Book"/>
              <a:buAutoNum type="arabicPeriod"/>
              <a:tabLst>
                <a:tab pos="241300" algn="l"/>
              </a:tabLst>
            </a:pP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acilita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management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30"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sz="1800" spc="-5" dirty="0">
                <a:solidFill>
                  <a:srgbClr val="231F20"/>
                </a:solidFill>
                <a:latin typeface="Arial" panose="020B0604020202020204" pitchFamily="34" charset="0"/>
                <a:cs typeface="Arial" panose="020B0604020202020204" pitchFamily="34" charset="0"/>
              </a:rPr>
              <a:t>th</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ough</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a:t>
            </a:r>
            <a:r>
              <a:rPr sz="1800" spc="-4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erral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oll</a:t>
            </a:r>
            <a:r>
              <a:rPr sz="1800" spc="-3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-up</a:t>
            </a:r>
            <a:endParaRPr sz="1400" dirty="0">
              <a:latin typeface="Arial" panose="020B0604020202020204" pitchFamily="34" charset="0"/>
              <a:cs typeface="Arial" panose="020B0604020202020204" pitchFamily="34" charset="0"/>
            </a:endParaRPr>
          </a:p>
          <a:p>
            <a:pPr>
              <a:lnSpc>
                <a:spcPts val="2800"/>
              </a:lnSpc>
              <a:spcBef>
                <a:spcPts val="4"/>
              </a:spcBef>
            </a:pPr>
            <a:endParaRPr sz="1050" b="1" dirty="0">
              <a:latin typeface="Arial" panose="020B0604020202020204" pitchFamily="34" charset="0"/>
              <a:cs typeface="Arial" panose="020B0604020202020204" pitchFamily="34" charset="0"/>
            </a:endParaRPr>
          </a:p>
          <a:p>
            <a:pPr marL="12700">
              <a:lnSpc>
                <a:spcPts val="2800"/>
              </a:lnSpc>
            </a:pPr>
            <a:r>
              <a:rPr lang="en-US" sz="2000" b="1" kern="0" dirty="0">
                <a:solidFill>
                  <a:srgbClr val="00B050"/>
                </a:solidFill>
                <a:latin typeface="Arial" pitchFamily="34" charset="0"/>
                <a:cs typeface="Arial" pitchFamily="34" charset="0"/>
              </a:rPr>
              <a:t>Training Duration</a:t>
            </a:r>
          </a:p>
          <a:p>
            <a:pPr marL="12700">
              <a:lnSpc>
                <a:spcPts val="2800"/>
              </a:lnSpc>
              <a:spcBef>
                <a:spcPts val="545"/>
              </a:spcBef>
            </a:pPr>
            <a:r>
              <a:rPr sz="1800" dirty="0">
                <a:solidFill>
                  <a:srgbClr val="231F20"/>
                </a:solidFill>
                <a:latin typeface="Arial" panose="020B0604020202020204" pitchFamily="34" charset="0"/>
                <a:cs typeface="Arial" panose="020B0604020202020204" pitchFamily="34" charset="0"/>
              </a:rPr>
              <a:t>2</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a:t>
            </a:r>
            <a:r>
              <a:rPr sz="1800" spc="-40"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ys</a:t>
            </a:r>
            <a:endParaRPr sz="1800" dirty="0">
              <a:latin typeface="Arial" panose="020B0604020202020204" pitchFamily="34" charset="0"/>
              <a:cs typeface="Arial" panose="020B0604020202020204" pitchFamily="34" charset="0"/>
            </a:endParaRPr>
          </a:p>
          <a:p>
            <a:pPr>
              <a:lnSpc>
                <a:spcPts val="2800"/>
              </a:lnSpc>
              <a:spcBef>
                <a:spcPts val="3"/>
              </a:spcBef>
            </a:pPr>
            <a:endParaRPr sz="1050" dirty="0">
              <a:latin typeface="Arial" panose="020B0604020202020204" pitchFamily="34" charset="0"/>
              <a:cs typeface="Arial" panose="020B0604020202020204" pitchFamily="34" charset="0"/>
            </a:endParaRPr>
          </a:p>
          <a:p>
            <a:pPr marL="12700"/>
            <a:endParaRPr sz="14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xmlns="" id="{2628CC87-1CAF-3243-8F03-CE9853579627}"/>
              </a:ext>
            </a:extLst>
          </p:cNvPr>
          <p:cNvSpPr/>
          <p:nvPr/>
        </p:nvSpPr>
        <p:spPr>
          <a:xfrm>
            <a:off x="4206241" y="42341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737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5369E7F-D794-8B4F-841A-61C768BA3F99}"/>
              </a:ext>
            </a:extLst>
          </p:cNvPr>
          <p:cNvSpPr>
            <a:spLocks noGrp="1"/>
          </p:cNvSpPr>
          <p:nvPr>
            <p:ph type="sldNum" sz="quarter" idx="12"/>
          </p:nvPr>
        </p:nvSpPr>
        <p:spPr/>
        <p:txBody>
          <a:bodyPr/>
          <a:lstStyle/>
          <a:p>
            <a:fld id="{5FCE7002-8CF6-784B-9A24-69DF51357AB2}" type="slidenum">
              <a:rPr lang="en-US" smtClean="0"/>
              <a:t>7</a:t>
            </a:fld>
            <a:endParaRPr lang="en-US"/>
          </a:p>
        </p:txBody>
      </p:sp>
      <p:sp>
        <p:nvSpPr>
          <p:cNvPr id="5" name="object 2">
            <a:extLst>
              <a:ext uri="{FF2B5EF4-FFF2-40B4-BE49-F238E27FC236}">
                <a16:creationId xmlns:a16="http://schemas.microsoft.com/office/drawing/2014/main" xmlns="" id="{0BE4AE70-9616-1E4F-81AD-4185388120B1}"/>
              </a:ext>
            </a:extLst>
          </p:cNvPr>
          <p:cNvSpPr txBox="1"/>
          <p:nvPr/>
        </p:nvSpPr>
        <p:spPr>
          <a:xfrm>
            <a:off x="848336" y="1015187"/>
            <a:ext cx="9146952" cy="5871416"/>
          </a:xfrm>
          <a:prstGeom prst="rect">
            <a:avLst/>
          </a:prstGeom>
        </p:spPr>
        <p:txBody>
          <a:bodyPr vert="horz" wrap="square" lIns="0" tIns="0" rIns="0" bIns="0" rtlCol="0">
            <a:spAutoFit/>
          </a:bodyPr>
          <a:lstStyle/>
          <a:p>
            <a:pPr marL="12700">
              <a:lnSpc>
                <a:spcPts val="2500"/>
              </a:lnSpc>
            </a:pPr>
            <a:r>
              <a:rPr lang="en-US" sz="2000" b="1" kern="0" dirty="0">
                <a:solidFill>
                  <a:srgbClr val="00B050"/>
                </a:solidFill>
                <a:latin typeface="Arial" pitchFamily="34" charset="0"/>
                <a:cs typeface="Arial" pitchFamily="34" charset="0"/>
              </a:rPr>
              <a:t>Teaching/Training Methodologies </a:t>
            </a:r>
          </a:p>
          <a:p>
            <a:pPr marL="264160" indent="-228600">
              <a:lnSpc>
                <a:spcPts val="2500"/>
              </a:lnSpc>
              <a:spcBef>
                <a:spcPts val="545"/>
              </a:spcBef>
              <a:buClr>
                <a:srgbClr val="231F20"/>
              </a:buClr>
              <a:buFont typeface="Arial"/>
              <a:buChar char="•"/>
              <a:tabLst>
                <a:tab pos="264795" algn="l"/>
              </a:tabLst>
            </a:pPr>
            <a:r>
              <a:rPr lang="en-US" sz="1800" spc="-5" dirty="0">
                <a:solidFill>
                  <a:srgbClr val="231F20"/>
                </a:solidFill>
                <a:latin typeface="Arial" panose="020B0604020202020204" pitchFamily="34" charset="0"/>
                <a:cs typeface="Arial" panose="020B0604020202020204" pitchFamily="34" charset="0"/>
              </a:rPr>
              <a:t>Buzzing</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5" dirty="0">
                <a:solidFill>
                  <a:srgbClr val="231F20"/>
                </a:solidFill>
                <a:latin typeface="Arial" panose="020B0604020202020204" pitchFamily="34" charset="0"/>
                <a:cs typeface="Arial" panose="020B0604020202020204" pitchFamily="34" charset="0"/>
              </a:rPr>
              <a:t>Brains</a:t>
            </a:r>
            <a:r>
              <a:rPr lang="en-US" sz="1800" spc="-2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orming</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0" dirty="0">
                <a:solidFill>
                  <a:srgbClr val="231F20"/>
                </a:solidFill>
                <a:latin typeface="Arial" panose="020B0604020202020204" pitchFamily="34" charset="0"/>
                <a:cs typeface="Arial" panose="020B0604020202020204" pitchFamily="34" charset="0"/>
              </a:rPr>
              <a:t>G</a:t>
            </a:r>
            <a:r>
              <a:rPr lang="en-US" sz="1800" spc="-3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oup</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o</a:t>
            </a:r>
            <a:r>
              <a:rPr lang="en-US" sz="1800" spc="-15"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k</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0" dirty="0">
                <a:solidFill>
                  <a:srgbClr val="231F20"/>
                </a:solidFill>
                <a:latin typeface="Arial" panose="020B0604020202020204" pitchFamily="34" charset="0"/>
                <a:cs typeface="Arial" panose="020B0604020202020204" pitchFamily="34" charset="0"/>
              </a:rPr>
              <a:t>Lectures</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0" dirty="0">
                <a:solidFill>
                  <a:srgbClr val="231F20"/>
                </a:solidFill>
                <a:latin typeface="Arial" panose="020B0604020202020204" pitchFamily="34" charset="0"/>
                <a:cs typeface="Arial" panose="020B0604020202020204" pitchFamily="34" charset="0"/>
              </a:rPr>
              <a:t>Questions</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ans</a:t>
            </a:r>
            <a:r>
              <a:rPr lang="en-US" sz="1800" spc="-3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5" dirty="0">
                <a:solidFill>
                  <a:srgbClr val="231F20"/>
                </a:solidFill>
                <a:latin typeface="Arial" panose="020B0604020202020204" pitchFamily="34" charset="0"/>
                <a:cs typeface="Arial" panose="020B0604020202020204" pitchFamily="34" charset="0"/>
              </a:rPr>
              <a:t>Cas</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studies</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0" dirty="0">
                <a:solidFill>
                  <a:srgbClr val="231F20"/>
                </a:solidFill>
                <a:latin typeface="Arial" panose="020B0604020202020204" pitchFamily="34" charset="0"/>
                <a:cs typeface="Arial" panose="020B0604020202020204" pitchFamily="34" charset="0"/>
              </a:rPr>
              <a:t>Discussions</a:t>
            </a:r>
            <a:endParaRPr lang="en-US"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Arial"/>
              <a:buChar char="•"/>
              <a:tabLst>
                <a:tab pos="264795" algn="l"/>
              </a:tabLst>
            </a:pPr>
            <a:r>
              <a:rPr lang="en-US" sz="1800" spc="-10" dirty="0">
                <a:solidFill>
                  <a:srgbClr val="231F20"/>
                </a:solidFill>
                <a:latin typeface="Arial" panose="020B0604020202020204" pitchFamily="34" charset="0"/>
                <a:cs typeface="Arial" panose="020B0604020202020204" pitchFamily="34" charset="0"/>
              </a:rPr>
              <a:t>Demonstrations and</a:t>
            </a:r>
            <a:r>
              <a:rPr lang="en-US" sz="1800" spc="-5" dirty="0">
                <a:solidFill>
                  <a:srgbClr val="231F20"/>
                </a:solidFill>
                <a:latin typeface="Arial" panose="020B0604020202020204" pitchFamily="34" charset="0"/>
                <a:cs typeface="Arial" panose="020B0604020202020204" pitchFamily="34" charset="0"/>
              </a:rPr>
              <a:t> r</a:t>
            </a:r>
            <a:r>
              <a:rPr lang="en-US" sz="1800" spc="-25" dirty="0">
                <a:solidFill>
                  <a:srgbClr val="231F20"/>
                </a:solidFill>
                <a:latin typeface="Arial" panose="020B0604020202020204" pitchFamily="34" charset="0"/>
                <a:cs typeface="Arial" panose="020B0604020202020204" pitchFamily="34" charset="0"/>
              </a:rPr>
              <a:t>e</a:t>
            </a:r>
            <a:r>
              <a:rPr lang="en-US" sz="1800" spc="-10" dirty="0">
                <a:solidFill>
                  <a:srgbClr val="231F20"/>
                </a:solidFill>
                <a:latin typeface="Arial" panose="020B0604020202020204" pitchFamily="34" charset="0"/>
                <a:cs typeface="Arial" panose="020B0604020202020204" pitchFamily="34" charset="0"/>
              </a:rPr>
              <a:t>turn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demonstrations</a:t>
            </a:r>
            <a:endParaRPr lang="en-US" sz="700" kern="0" dirty="0">
              <a:solidFill>
                <a:srgbClr val="00B050"/>
              </a:solidFill>
              <a:latin typeface="Arial" pitchFamily="34" charset="0"/>
              <a:cs typeface="Arial" pitchFamily="34" charset="0"/>
            </a:endParaRPr>
          </a:p>
          <a:p>
            <a:pPr marL="12700">
              <a:lnSpc>
                <a:spcPts val="2500"/>
              </a:lnSpc>
            </a:pPr>
            <a:r>
              <a:rPr lang="en-US" sz="2000" kern="0" dirty="0">
                <a:solidFill>
                  <a:srgbClr val="00B050"/>
                </a:solidFill>
                <a:latin typeface="Arial" pitchFamily="34" charset="0"/>
                <a:cs typeface="Arial" pitchFamily="34" charset="0"/>
              </a:rPr>
              <a:t>Training Materials</a:t>
            </a:r>
          </a:p>
          <a:p>
            <a:pPr marL="264160" indent="-228600">
              <a:lnSpc>
                <a:spcPts val="2500"/>
              </a:lnSpc>
              <a:spcBef>
                <a:spcPts val="545"/>
              </a:spcBef>
              <a:buClr>
                <a:srgbClr val="231F20"/>
              </a:buClr>
              <a:buFont typeface="Wingdings" panose="05000000000000000000" pitchFamily="2" charset="2"/>
              <a:buChar char="§"/>
              <a:tabLst>
                <a:tab pos="264795" algn="l"/>
              </a:tabLst>
            </a:pPr>
            <a:r>
              <a:rPr sz="1800" spc="-10" dirty="0">
                <a:solidFill>
                  <a:srgbClr val="231F20"/>
                </a:solidFill>
                <a:latin typeface="Arial" panose="020B0604020202020204" pitchFamily="34" charset="0"/>
                <a:cs typeface="Arial" panose="020B0604020202020204" pitchFamily="34" charset="0"/>
              </a:rPr>
              <a:t>Flipcha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ts</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10" dirty="0">
                <a:solidFill>
                  <a:srgbClr val="231F20"/>
                </a:solidFill>
                <a:latin typeface="Arial" panose="020B0604020202020204" pitchFamily="34" charset="0"/>
                <a:cs typeface="Arial" panose="020B0604020202020204" pitchFamily="34" charset="0"/>
              </a:rPr>
              <a:t>Ma</a:t>
            </a:r>
            <a:r>
              <a:rPr sz="1800" spc="-15" dirty="0">
                <a:solidFill>
                  <a:srgbClr val="231F20"/>
                </a:solidFill>
                <a:latin typeface="Arial" panose="020B0604020202020204" pitchFamily="34" charset="0"/>
                <a:cs typeface="Arial" panose="020B0604020202020204" pitchFamily="34" charset="0"/>
              </a:rPr>
              <a:t>r</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pens</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30"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riting</a:t>
            </a:r>
            <a:r>
              <a:rPr sz="1800" spc="-1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paper</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20" dirty="0">
                <a:solidFill>
                  <a:srgbClr val="231F20"/>
                </a:solidFill>
                <a:latin typeface="Arial" panose="020B0604020202020204" pitchFamily="34" charset="0"/>
                <a:cs typeface="Arial" panose="020B0604020202020204" pitchFamily="34" charset="0"/>
              </a:rPr>
              <a:t>P</a:t>
            </a:r>
            <a:r>
              <a:rPr sz="1800" spc="-10" dirty="0">
                <a:solidFill>
                  <a:srgbClr val="231F20"/>
                </a:solidFill>
                <a:latin typeface="Arial" panose="020B0604020202020204" pitchFamily="34" charset="0"/>
                <a:cs typeface="Arial" panose="020B0604020202020204" pitchFamily="34" charset="0"/>
              </a:rPr>
              <a:t>ens</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5" dirty="0">
                <a:solidFill>
                  <a:srgbClr val="231F20"/>
                </a:solidFill>
                <a:latin typeface="Arial" panose="020B0604020202020204" pitchFamily="34" charset="0"/>
                <a:cs typeface="Arial" panose="020B0604020202020204" pitchFamily="34" charset="0"/>
              </a:rPr>
              <a:t>Visual </a:t>
            </a:r>
            <a:r>
              <a:rPr sz="1800" spc="-10" dirty="0">
                <a:solidFill>
                  <a:srgbClr val="231F20"/>
                </a:solidFill>
                <a:latin typeface="Arial" panose="020B0604020202020204" pitchFamily="34" charset="0"/>
                <a:cs typeface="Arial" panose="020B0604020202020204" pitchFamily="34" charset="0"/>
              </a:rPr>
              <a:t>aids</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15" dirty="0">
                <a:solidFill>
                  <a:srgbClr val="231F20"/>
                </a:solidFill>
                <a:latin typeface="Arial" panose="020B0604020202020204" pitchFamily="34" charset="0"/>
                <a:cs typeface="Arial" panose="020B0604020202020204" pitchFamily="34" charset="0"/>
              </a:rPr>
              <a:t>Checklist</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machines</a:t>
            </a:r>
            <a:endParaRPr sz="1800" dirty="0">
              <a:latin typeface="Arial" panose="020B0604020202020204" pitchFamily="34" charset="0"/>
              <a:cs typeface="Arial" panose="020B0604020202020204" pitchFamily="34" charset="0"/>
            </a:endParaRPr>
          </a:p>
          <a:p>
            <a:pPr marL="264160" indent="-228600">
              <a:lnSpc>
                <a:spcPts val="2500"/>
              </a:lnSpc>
              <a:buClr>
                <a:srgbClr val="231F20"/>
              </a:buClr>
              <a:buFont typeface="Wingdings" panose="05000000000000000000" pitchFamily="2" charset="2"/>
              <a:buChar char="§"/>
              <a:tabLst>
                <a:tab pos="264795" algn="l"/>
              </a:tabLst>
            </a:pPr>
            <a:r>
              <a:rPr sz="1800" spc="-3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spc="-4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erral </a:t>
            </a:r>
            <a:r>
              <a:rPr sz="1800" spc="-15" dirty="0">
                <a:solidFill>
                  <a:srgbClr val="231F20"/>
                </a:solidFill>
                <a:latin typeface="Arial" panose="020B0604020202020204" pitchFamily="34" charset="0"/>
                <a:cs typeface="Arial" panose="020B0604020202020204" pitchFamily="34" charset="0"/>
              </a:rPr>
              <a:t>bookl</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ts</a:t>
            </a:r>
            <a:endParaRP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414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E1A984D-8EB7-BF44-9F7A-527878154170}"/>
              </a:ext>
            </a:extLst>
          </p:cNvPr>
          <p:cNvSpPr>
            <a:spLocks noGrp="1"/>
          </p:cNvSpPr>
          <p:nvPr>
            <p:ph type="sldNum" sz="quarter" idx="12"/>
          </p:nvPr>
        </p:nvSpPr>
        <p:spPr/>
        <p:txBody>
          <a:bodyPr/>
          <a:lstStyle/>
          <a:p>
            <a:fld id="{5FCE7002-8CF6-784B-9A24-69DF51357AB2}" type="slidenum">
              <a:rPr lang="en-US" smtClean="0"/>
              <a:t>8</a:t>
            </a:fld>
            <a:endParaRPr lang="en-US"/>
          </a:p>
        </p:txBody>
      </p:sp>
      <p:sp>
        <p:nvSpPr>
          <p:cNvPr id="5" name="object 2">
            <a:extLst>
              <a:ext uri="{FF2B5EF4-FFF2-40B4-BE49-F238E27FC236}">
                <a16:creationId xmlns:a16="http://schemas.microsoft.com/office/drawing/2014/main" xmlns="" id="{8758FE46-2C47-3F4C-B508-088295251712}"/>
              </a:ext>
            </a:extLst>
          </p:cNvPr>
          <p:cNvSpPr txBox="1"/>
          <p:nvPr/>
        </p:nvSpPr>
        <p:spPr>
          <a:xfrm>
            <a:off x="7797" y="423417"/>
            <a:ext cx="2053015" cy="430887"/>
          </a:xfrm>
          <a:prstGeom prst="rect">
            <a:avLst/>
          </a:prstGeom>
          <a:solidFill>
            <a:srgbClr val="00B050"/>
          </a:solidFill>
          <a:ln w="9524">
            <a:noFill/>
          </a:ln>
        </p:spPr>
        <p:txBody>
          <a:bodyPr vert="horz" wrap="square" lIns="0" tIns="0" rIns="0" bIns="0" rtlCol="0">
            <a:spAutoFit/>
          </a:bodyPr>
          <a:lstStyle/>
          <a:p>
            <a:pPr marL="564289"/>
            <a:r>
              <a:rPr lang="en-US" sz="2800" b="1" dirty="0">
                <a:solidFill>
                  <a:schemeClr val="bg1"/>
                </a:solidFill>
                <a:latin typeface="Arial"/>
                <a:cs typeface="Arial"/>
              </a:rPr>
              <a:t>  UNIT 1</a:t>
            </a:r>
            <a:endParaRPr sz="2800" b="1" dirty="0">
              <a:solidFill>
                <a:schemeClr val="bg1"/>
              </a:solidFill>
              <a:latin typeface="Arial"/>
              <a:cs typeface="Arial"/>
            </a:endParaRPr>
          </a:p>
        </p:txBody>
      </p:sp>
      <p:sp>
        <p:nvSpPr>
          <p:cNvPr id="6" name="Rectangle 5">
            <a:extLst>
              <a:ext uri="{FF2B5EF4-FFF2-40B4-BE49-F238E27FC236}">
                <a16:creationId xmlns:a16="http://schemas.microsoft.com/office/drawing/2014/main" xmlns="" id="{CEF2C80B-160F-DA4B-A0FF-D604982A7D76}"/>
              </a:ext>
            </a:extLst>
          </p:cNvPr>
          <p:cNvSpPr/>
          <p:nvPr/>
        </p:nvSpPr>
        <p:spPr>
          <a:xfrm>
            <a:off x="2060812" y="43088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xmlns="" id="{5D3A0DCD-AF46-1A43-B85B-59DDB856542B}"/>
              </a:ext>
            </a:extLst>
          </p:cNvPr>
          <p:cNvSpPr/>
          <p:nvPr/>
        </p:nvSpPr>
        <p:spPr>
          <a:xfrm>
            <a:off x="711216" y="1757968"/>
            <a:ext cx="2121093" cy="369332"/>
          </a:xfrm>
          <a:prstGeom prst="rect">
            <a:avLst/>
          </a:prstGeom>
        </p:spPr>
        <p:txBody>
          <a:bodyPr wrap="none">
            <a:spAutoFit/>
          </a:bodyPr>
          <a:lstStyle/>
          <a:p>
            <a:pPr marL="12700">
              <a:spcBef>
                <a:spcPts val="1130"/>
              </a:spcBef>
            </a:pPr>
            <a:r>
              <a:rPr lang="en-US" sz="1800" b="1" kern="0" dirty="0">
                <a:solidFill>
                  <a:schemeClr val="tx1">
                    <a:lumMod val="75000"/>
                    <a:lumOff val="25000"/>
                  </a:schemeClr>
                </a:solidFill>
                <a:latin typeface="Arial"/>
                <a:cs typeface="Arial"/>
              </a:rPr>
              <a:t>Duration: 2 hours</a:t>
            </a:r>
            <a:endParaRPr lang="en-US" sz="2400" b="1" kern="0" dirty="0">
              <a:solidFill>
                <a:schemeClr val="tx1">
                  <a:lumMod val="75000"/>
                  <a:lumOff val="25000"/>
                </a:schemeClr>
              </a:solidFill>
              <a:latin typeface="Arial" pitchFamily="34" charset="0"/>
              <a:cs typeface="Arial" pitchFamily="34" charset="0"/>
            </a:endParaRPr>
          </a:p>
        </p:txBody>
      </p:sp>
      <p:sp>
        <p:nvSpPr>
          <p:cNvPr id="10" name="object 4">
            <a:extLst>
              <a:ext uri="{FF2B5EF4-FFF2-40B4-BE49-F238E27FC236}">
                <a16:creationId xmlns:a16="http://schemas.microsoft.com/office/drawing/2014/main" xmlns="" id="{E66AF1D7-C3FE-EA47-A131-918D30CE8944}"/>
              </a:ext>
            </a:extLst>
          </p:cNvPr>
          <p:cNvSpPr txBox="1"/>
          <p:nvPr/>
        </p:nvSpPr>
        <p:spPr>
          <a:xfrm>
            <a:off x="735022" y="2265819"/>
            <a:ext cx="5821363" cy="4560223"/>
          </a:xfrm>
          <a:prstGeom prst="rect">
            <a:avLst/>
          </a:prstGeom>
        </p:spPr>
        <p:txBody>
          <a:bodyPr vert="horz" wrap="square" lIns="0" tIns="0" rIns="0" bIns="0" rtlCol="0">
            <a:spAutoFit/>
          </a:bodyPr>
          <a:lstStyle/>
          <a:p>
            <a:pPr marL="12700"/>
            <a:r>
              <a:rPr lang="en-US" sz="1800" b="1" kern="0" dirty="0">
                <a:solidFill>
                  <a:srgbClr val="00B050"/>
                </a:solidFill>
                <a:latin typeface="Arial" pitchFamily="34" charset="0"/>
                <a:cs typeface="Arial" pitchFamily="34" charset="0"/>
              </a:rPr>
              <a:t>1. How our Blood Moves</a:t>
            </a:r>
          </a:p>
          <a:p>
            <a:pPr marL="480695" marR="89535" lvl="1" indent="-228600">
              <a:lnSpc>
                <a:spcPct val="100000"/>
              </a:lnSpc>
              <a:spcBef>
                <a:spcPts val="505"/>
              </a:spcBef>
              <a:buClr>
                <a:srgbClr val="231F20"/>
              </a:buClr>
              <a:buFont typeface="Arial"/>
              <a:buChar char="•"/>
              <a:tabLst>
                <a:tab pos="480695" algn="l"/>
              </a:tabLst>
            </a:pPr>
            <a:r>
              <a:rPr sz="1800" spc="-10" dirty="0">
                <a:solidFill>
                  <a:srgbClr val="231F20"/>
                </a:solidFill>
                <a:latin typeface="Arial" panose="020B0604020202020204" pitchFamily="34" charset="0"/>
                <a:cs typeface="Arial" panose="020B0604020202020204" pitchFamily="34" charset="0"/>
              </a:rPr>
              <a:t>Our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ci</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culation </a:t>
            </a:r>
            <a:r>
              <a:rPr sz="1800" spc="-15" dirty="0">
                <a:solidFill>
                  <a:srgbClr val="231F20"/>
                </a:solidFill>
                <a:latin typeface="Arial" panose="020B0604020202020204" pitchFamily="34" charset="0"/>
                <a:cs typeface="Arial" panose="020B0604020202020204" pitchFamily="34" charset="0"/>
              </a:rPr>
              <a:t>include</a:t>
            </a:r>
            <a:r>
              <a:rPr sz="1800" spc="-10" dirty="0">
                <a:solidFill>
                  <a:srgbClr val="231F20"/>
                </a:solidFill>
                <a:latin typeface="Arial" panose="020B0604020202020204" pitchFamily="34" charset="0"/>
                <a:cs typeface="Arial" panose="020B0604020202020204" pitchFamily="34" charset="0"/>
              </a:rPr>
              <a:t>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5" dirty="0">
                <a:solidFill>
                  <a:srgbClr val="231F20"/>
                </a:solidFill>
                <a:latin typeface="Arial" panose="020B0604020202020204" pitchFamily="34" charset="0"/>
                <a:cs typeface="Arial" panose="020B0604020202020204" pitchFamily="34" charset="0"/>
              </a:rPr>
              <a:t>essels.</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Ci</a:t>
            </a:r>
            <a:r>
              <a:rPr sz="1800" spc="-2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culation</a:t>
            </a:r>
            <a:r>
              <a:rPr sz="1800" spc="-10" dirty="0">
                <a:solidFill>
                  <a:srgbClr val="231F20"/>
                </a:solidFill>
                <a:latin typeface="Arial" panose="020B0604020202020204" pitchFamily="34" charset="0"/>
                <a:cs typeface="Arial" panose="020B0604020202020204" pitchFamily="34" charset="0"/>
              </a:rPr>
              <a:t> means</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t>
            </a:r>
            <a:r>
              <a:rPr sz="1800" spc="-35"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ound.</a:t>
            </a:r>
            <a:endParaRPr sz="1800" dirty="0">
              <a:latin typeface="Arial" panose="020B0604020202020204" pitchFamily="34" charset="0"/>
              <a:cs typeface="Arial" panose="020B0604020202020204" pitchFamily="34" charset="0"/>
            </a:endParaRPr>
          </a:p>
          <a:p>
            <a:pPr marL="480695" marR="5080" lvl="1" indent="-228600">
              <a:lnSpc>
                <a:spcPct val="100000"/>
              </a:lnSpc>
              <a:spcBef>
                <a:spcPts val="565"/>
              </a:spcBef>
              <a:buClr>
                <a:srgbClr val="231F20"/>
              </a:buClr>
              <a:buFont typeface="Arial"/>
              <a:buChar char="•"/>
              <a:tabLst>
                <a:tab pos="480695" algn="l"/>
              </a:tabLst>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ks</a:t>
            </a:r>
            <a:r>
              <a:rPr sz="1800" dirty="0">
                <a:solidFill>
                  <a:srgbClr val="231F20"/>
                </a:solidFill>
                <a:latin typeface="Arial" panose="020B0604020202020204" pitchFamily="34" charset="0"/>
                <a:cs typeface="Arial" panose="020B0604020202020204" pitchFamily="34" charset="0"/>
              </a:rPr>
              <a:t> li</a:t>
            </a:r>
            <a:r>
              <a:rPr sz="1800" spc="-3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pu</a:t>
            </a:r>
            <a:r>
              <a:rPr sz="1800" spc="-25" dirty="0">
                <a:solidFill>
                  <a:srgbClr val="231F20"/>
                </a:solidFill>
                <a:latin typeface="Arial" panose="020B0604020202020204" pitchFamily="34" charset="0"/>
                <a:cs typeface="Arial" panose="020B0604020202020204" pitchFamily="34" charset="0"/>
              </a:rPr>
              <a:t>m</a:t>
            </a:r>
            <a:r>
              <a:rPr sz="1800" dirty="0">
                <a:solidFill>
                  <a:srgbClr val="231F20"/>
                </a:solidFill>
                <a:latin typeface="Arial" panose="020B0604020202020204" pitchFamily="34" charset="0"/>
                <a:cs typeface="Arial" panose="020B0604020202020204" pitchFamily="34" charset="0"/>
              </a:rPr>
              <a:t>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essels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li</a:t>
            </a:r>
            <a:r>
              <a:rPr sz="1800" spc="-3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tubes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small</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spc="-5" dirty="0">
                <a:solidFill>
                  <a:srgbClr val="231F20"/>
                </a:solidFill>
                <a:latin typeface="Arial" panose="020B0604020202020204" pitchFamily="34" charset="0"/>
                <a:cs typeface="Arial" panose="020B0604020202020204" pitchFamily="34" charset="0"/>
              </a:rPr>
              <a:t> pipe</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that </a:t>
            </a:r>
            <a:r>
              <a:rPr sz="1800" spc="-10" dirty="0">
                <a:solidFill>
                  <a:srgbClr val="231F20"/>
                </a:solidFill>
                <a:latin typeface="Arial" panose="020B0604020202020204" pitchFamily="34" charset="0"/>
                <a:cs typeface="Arial" panose="020B0604020202020204" pitchFamily="34" charset="0"/>
              </a:rPr>
              <a:t>car</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bod</a:t>
            </a:r>
            <a:r>
              <a:rPr sz="1800" spc="-60"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lvl="1">
              <a:lnSpc>
                <a:spcPct val="100000"/>
              </a:lnSpc>
              <a:spcBef>
                <a:spcPts val="44"/>
              </a:spcBef>
              <a:buClr>
                <a:srgbClr val="231F20"/>
              </a:buClr>
              <a:buFont typeface="Arial"/>
              <a:buChar char="•"/>
            </a:pPr>
            <a:endParaRPr sz="1000" dirty="0">
              <a:latin typeface="Arial" panose="020B0604020202020204" pitchFamily="34" charset="0"/>
              <a:cs typeface="Arial" panose="020B0604020202020204" pitchFamily="34" charset="0"/>
            </a:endParaRPr>
          </a:p>
          <a:p>
            <a:pPr marL="12700"/>
            <a:r>
              <a:rPr lang="en-US" sz="1800" b="1" kern="0" dirty="0">
                <a:solidFill>
                  <a:srgbClr val="00B050"/>
                </a:solidFill>
                <a:latin typeface="Arial" pitchFamily="34" charset="0"/>
                <a:cs typeface="Arial" pitchFamily="34" charset="0"/>
              </a:rPr>
              <a:t>2. What is blood pressure?</a:t>
            </a:r>
          </a:p>
          <a:p>
            <a:pPr marL="480695" marR="106680" lvl="1" indent="-228600">
              <a:lnSpc>
                <a:spcPct val="100000"/>
              </a:lnSpc>
              <a:spcBef>
                <a:spcPts val="505"/>
              </a:spcBef>
              <a:buClr>
                <a:srgbClr val="231F20"/>
              </a:buClr>
              <a:buFont typeface="Arial"/>
              <a:buChar char="•"/>
              <a:tabLst>
                <a:tab pos="480695" algn="l"/>
              </a:tabLst>
            </a:pP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25"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our</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essels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eries)</a:t>
            </a:r>
            <a:r>
              <a:rPr sz="1800" spc="-1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whe</a:t>
            </a:r>
            <a:r>
              <a:rPr sz="1800" spc="-10" dirty="0">
                <a:solidFill>
                  <a:srgbClr val="231F20"/>
                </a:solidFill>
                <a:latin typeface="Arial" panose="020B0604020202020204" pitchFamily="34" charset="0"/>
                <a:cs typeface="Arial" panose="020B0604020202020204" pitchFamily="34" charset="0"/>
              </a:rPr>
              <a:t>n</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 hea</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contracting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relaxing.</a:t>
            </a:r>
            <a:endParaRPr sz="1800" dirty="0">
              <a:latin typeface="Arial" panose="020B0604020202020204" pitchFamily="34" charset="0"/>
              <a:cs typeface="Arial" panose="020B0604020202020204" pitchFamily="34" charset="0"/>
            </a:endParaRPr>
          </a:p>
          <a:p>
            <a:pPr marL="480695" marR="194945" lvl="1" indent="-228600">
              <a:lnSpc>
                <a:spcPct val="100000"/>
              </a:lnSpc>
              <a:spcBef>
                <a:spcPts val="565"/>
              </a:spcBef>
              <a:buClr>
                <a:srgbClr val="231F20"/>
              </a:buClr>
              <a:buFont typeface="Arial"/>
              <a:buChar char="•"/>
              <a:tabLst>
                <a:tab pos="480695" algn="l"/>
              </a:tabLst>
            </a:pPr>
            <a:r>
              <a:rPr sz="1800" spc="-10" dirty="0">
                <a:solidFill>
                  <a:srgbClr val="231F20"/>
                </a:solidFill>
                <a:latin typeface="Arial" panose="020B0604020202020204" pitchFamily="34" charset="0"/>
                <a:cs typeface="Arial" panose="020B0604020202020204" pitchFamily="34" charset="0"/>
              </a:rPr>
              <a:t>Our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changes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depending 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activities </a:t>
            </a:r>
            <a:r>
              <a:rPr sz="1800" spc="-3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doing.</a:t>
            </a:r>
            <a:r>
              <a:rPr sz="1800" spc="-5" dirty="0">
                <a:solidFill>
                  <a:srgbClr val="231F20"/>
                </a:solidFill>
                <a:latin typeface="Arial" panose="020B0604020202020204" pitchFamily="34" charset="0"/>
                <a:cs typeface="Arial" panose="020B0604020202020204" pitchFamily="34" charset="0"/>
              </a:rPr>
              <a:t> If</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 running 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high,</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f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resting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asleep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blood 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endParaRPr sz="1800"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xmlns="" id="{3F70E02B-FC0E-1242-81F0-5E7183C02A08}"/>
              </a:ext>
            </a:extLst>
          </p:cNvPr>
          <p:cNvSpPr/>
          <p:nvPr/>
        </p:nvSpPr>
        <p:spPr>
          <a:xfrm>
            <a:off x="6556385" y="2760009"/>
            <a:ext cx="3788003" cy="3426333"/>
          </a:xfrm>
          <a:prstGeom prst="rect">
            <a:avLst/>
          </a:prstGeom>
          <a:blipFill>
            <a:blip r:embed="rId2" cstate="print"/>
            <a:stretch>
              <a:fillRect/>
            </a:stretch>
          </a:blipFill>
        </p:spPr>
        <p:txBody>
          <a:bodyPr wrap="square" lIns="0" tIns="0" rIns="0" bIns="0" rtlCol="0"/>
          <a:lstStyle/>
          <a:p>
            <a:endParaRPr/>
          </a:p>
        </p:txBody>
      </p:sp>
      <p:sp>
        <p:nvSpPr>
          <p:cNvPr id="14" name="Rectangle 13">
            <a:extLst>
              <a:ext uri="{FF2B5EF4-FFF2-40B4-BE49-F238E27FC236}">
                <a16:creationId xmlns:a16="http://schemas.microsoft.com/office/drawing/2014/main" xmlns="" id="{A0FE4048-EBB4-2C4C-8952-DAEAA4D25785}"/>
              </a:ext>
            </a:extLst>
          </p:cNvPr>
          <p:cNvSpPr/>
          <p:nvPr/>
        </p:nvSpPr>
        <p:spPr>
          <a:xfrm>
            <a:off x="711216" y="1328816"/>
            <a:ext cx="7102748" cy="462491"/>
          </a:xfrm>
          <a:prstGeom prst="rect">
            <a:avLst/>
          </a:prstGeom>
        </p:spPr>
        <p:txBody>
          <a:bodyPr wrap="square">
            <a:spAutoFit/>
          </a:bodyPr>
          <a:lstStyle/>
          <a:p>
            <a:pPr marL="12700">
              <a:spcBef>
                <a:spcPts val="1130"/>
              </a:spcBef>
            </a:pPr>
            <a:r>
              <a:rPr lang="en-US" sz="2400" b="1" kern="0" dirty="0">
                <a:solidFill>
                  <a:srgbClr val="00B050"/>
                </a:solidFill>
                <a:latin typeface="Arial" pitchFamily="34" charset="0"/>
                <a:cs typeface="Arial" pitchFamily="34" charset="0"/>
              </a:rPr>
              <a:t>Understanding the Meaning of Hypertension</a:t>
            </a:r>
            <a:endParaRPr lang="en-US" sz="2400" b="1" dirty="0">
              <a:solidFill>
                <a:srgbClr val="00B050"/>
              </a:solidFill>
              <a:latin typeface="Arial"/>
              <a:cs typeface="Arial"/>
            </a:endParaRPr>
          </a:p>
        </p:txBody>
      </p:sp>
    </p:spTree>
    <p:extLst>
      <p:ext uri="{BB962C8B-B14F-4D97-AF65-F5344CB8AC3E}">
        <p14:creationId xmlns:p14="http://schemas.microsoft.com/office/powerpoint/2010/main" val="3655895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xmlns="" id="{7C56E7EC-92F2-6249-BA81-D463E7D777FF}"/>
              </a:ext>
            </a:extLst>
          </p:cNvPr>
          <p:cNvSpPr txBox="1"/>
          <p:nvPr/>
        </p:nvSpPr>
        <p:spPr>
          <a:xfrm>
            <a:off x="7601295" y="927798"/>
            <a:ext cx="876740" cy="677108"/>
          </a:xfrm>
          <a:prstGeom prst="rect">
            <a:avLst/>
          </a:prstGeom>
          <a:ln w="12700">
            <a:solidFill>
              <a:srgbClr val="00B050"/>
            </a:solidFill>
          </a:ln>
        </p:spPr>
        <p:txBody>
          <a:bodyPr vert="horz" wrap="square" lIns="0" tIns="0" rIns="0" bIns="0" rtlCol="0">
            <a:spAutoFit/>
          </a:bodyPr>
          <a:lstStyle/>
          <a:p>
            <a:pPr algn="ctr">
              <a:lnSpc>
                <a:spcPct val="100000"/>
              </a:lnSpc>
            </a:pPr>
            <a:r>
              <a:rPr sz="2200" spc="60" dirty="0">
                <a:solidFill>
                  <a:srgbClr val="58595B"/>
                </a:solidFill>
                <a:latin typeface="Arial" panose="020B0604020202020204" pitchFamily="34" charset="0"/>
                <a:cs typeface="Arial" panose="020B0604020202020204" pitchFamily="34" charset="0"/>
              </a:rPr>
              <a:t>1</a:t>
            </a:r>
            <a:r>
              <a:rPr lang="en-ZA" sz="2200" spc="60" dirty="0">
                <a:solidFill>
                  <a:srgbClr val="58595B"/>
                </a:solidFill>
                <a:latin typeface="Arial" panose="020B0604020202020204" pitchFamily="34" charset="0"/>
                <a:cs typeface="Arial" panose="020B0604020202020204" pitchFamily="34" charset="0"/>
              </a:rPr>
              <a:t>2</a:t>
            </a:r>
            <a:r>
              <a:rPr sz="2200" spc="60" dirty="0">
                <a:solidFill>
                  <a:srgbClr val="58595B"/>
                </a:solidFill>
                <a:latin typeface="Arial" panose="020B0604020202020204" pitchFamily="34" charset="0"/>
                <a:cs typeface="Arial" panose="020B0604020202020204" pitchFamily="34" charset="0"/>
              </a:rPr>
              <a:t>0</a:t>
            </a:r>
            <a:endParaRPr sz="2200" dirty="0">
              <a:latin typeface="Arial" panose="020B0604020202020204" pitchFamily="34" charset="0"/>
              <a:cs typeface="Arial" panose="020B0604020202020204" pitchFamily="34" charset="0"/>
            </a:endParaRPr>
          </a:p>
          <a:p>
            <a:pPr algn="ctr">
              <a:lnSpc>
                <a:spcPct val="100000"/>
              </a:lnSpc>
            </a:pPr>
            <a:r>
              <a:rPr lang="en-ZA" sz="2200" spc="60" dirty="0">
                <a:solidFill>
                  <a:srgbClr val="58595B"/>
                </a:solidFill>
                <a:latin typeface="Arial" panose="020B0604020202020204" pitchFamily="34" charset="0"/>
                <a:cs typeface="Arial" panose="020B0604020202020204" pitchFamily="34" charset="0"/>
              </a:rPr>
              <a:t>7</a:t>
            </a:r>
            <a:r>
              <a:rPr sz="2200" spc="60" dirty="0">
                <a:solidFill>
                  <a:srgbClr val="58595B"/>
                </a:solidFill>
                <a:latin typeface="Arial" panose="020B0604020202020204" pitchFamily="34" charset="0"/>
                <a:cs typeface="Arial" panose="020B0604020202020204" pitchFamily="34" charset="0"/>
              </a:rPr>
              <a:t>0</a:t>
            </a:r>
            <a:endParaRPr sz="2200" dirty="0">
              <a:latin typeface="Arial" panose="020B0604020202020204" pitchFamily="34" charset="0"/>
              <a:cs typeface="Arial" panose="020B0604020202020204" pitchFamily="34" charset="0"/>
            </a:endParaRPr>
          </a:p>
        </p:txBody>
      </p:sp>
      <p:sp>
        <p:nvSpPr>
          <p:cNvPr id="13" name="object 3">
            <a:extLst>
              <a:ext uri="{FF2B5EF4-FFF2-40B4-BE49-F238E27FC236}">
                <a16:creationId xmlns:a16="http://schemas.microsoft.com/office/drawing/2014/main" xmlns="" id="{E2B2F875-AB54-E540-8A47-1CD3E0A95920}"/>
              </a:ext>
            </a:extLst>
          </p:cNvPr>
          <p:cNvSpPr txBox="1"/>
          <p:nvPr/>
        </p:nvSpPr>
        <p:spPr>
          <a:xfrm>
            <a:off x="933035" y="1833795"/>
            <a:ext cx="9565005" cy="4537717"/>
          </a:xfrm>
          <a:prstGeom prst="rect">
            <a:avLst/>
          </a:prstGeom>
        </p:spPr>
        <p:txBody>
          <a:bodyPr vert="horz" wrap="square" lIns="0" tIns="0" rIns="0" bIns="0" rtlCol="0">
            <a:spAutoFit/>
          </a:bodyPr>
          <a:lstStyle/>
          <a:p>
            <a:pPr marL="12700" marR="208915">
              <a:lnSpc>
                <a:spcPts val="2460"/>
              </a:lnSpc>
            </a:pP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op</a:t>
            </a:r>
            <a:r>
              <a:rPr sz="1800" spc="-5" dirty="0">
                <a:solidFill>
                  <a:srgbClr val="231F20"/>
                </a:solidFill>
                <a:latin typeface="Arial" panose="020B0604020202020204" pitchFamily="34" charset="0"/>
                <a:cs typeface="Arial" panose="020B0604020202020204" pitchFamily="34" charset="0"/>
              </a:rPr>
              <a:t> numbe</a:t>
            </a:r>
            <a:r>
              <a:rPr sz="1800" spc="-1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hich</a:t>
            </a:r>
            <a:r>
              <a:rPr sz="1800" spc="-5" dirty="0">
                <a:solidFill>
                  <a:srgbClr val="231F20"/>
                </a:solidFill>
                <a:latin typeface="Arial" panose="020B0604020202020204" pitchFamily="34" charset="0"/>
                <a:cs typeface="Arial" panose="020B0604020202020204" pitchFamily="34" charset="0"/>
              </a:rPr>
              <a:t> 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als</a:t>
            </a:r>
            <a:r>
              <a:rPr sz="1800" dirty="0">
                <a:solidFill>
                  <a:srgbClr val="231F20"/>
                </a:solidFill>
                <a:latin typeface="Arial" panose="020B0604020202020204" pitchFamily="34" charset="0"/>
                <a:cs typeface="Arial" panose="020B0604020202020204" pitchFamily="34" charset="0"/>
              </a:rPr>
              <a:t>o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hi</a:t>
            </a:r>
            <a:r>
              <a:rPr sz="1800" spc="-20"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her</a:t>
            </a:r>
            <a:r>
              <a:rPr sz="1800" spc="-5" dirty="0">
                <a:solidFill>
                  <a:srgbClr val="231F20"/>
                </a:solidFill>
                <a:latin typeface="Arial" panose="020B0604020202020204" pitchFamily="34" charset="0"/>
                <a:cs typeface="Arial" panose="020B0604020202020204" pitchFamily="34" charset="0"/>
              </a:rPr>
              <a:t> of</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numbers</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called</a:t>
            </a:r>
            <a:r>
              <a:rPr sz="1800" spc="-5" dirty="0">
                <a:solidFill>
                  <a:srgbClr val="231F20"/>
                </a:solidFill>
                <a:latin typeface="Arial" panose="020B0604020202020204" pitchFamily="34" charset="0"/>
                <a:cs typeface="Arial" panose="020B0604020202020204" pitchFamily="34" charset="0"/>
              </a:rPr>
              <a:t> </a:t>
            </a:r>
            <a:r>
              <a:rPr sz="1800" b="1" spc="-20" dirty="0">
                <a:solidFill>
                  <a:srgbClr val="231F20"/>
                </a:solidFill>
                <a:latin typeface="Arial" panose="020B0604020202020204" pitchFamily="34" charset="0"/>
                <a:cs typeface="Arial" panose="020B0604020202020204" pitchFamily="34" charset="0"/>
              </a:rPr>
              <a:t>s</a:t>
            </a:r>
            <a:r>
              <a:rPr sz="1800" b="1" spc="-30" dirty="0">
                <a:solidFill>
                  <a:srgbClr val="231F20"/>
                </a:solidFill>
                <a:latin typeface="Arial" panose="020B0604020202020204" pitchFamily="34" charset="0"/>
                <a:cs typeface="Arial" panose="020B0604020202020204" pitchFamily="34" charset="0"/>
              </a:rPr>
              <a:t>y</a:t>
            </a:r>
            <a:r>
              <a:rPr sz="1800" b="1" dirty="0">
                <a:solidFill>
                  <a:srgbClr val="231F20"/>
                </a:solidFill>
                <a:latin typeface="Arial" panose="020B0604020202020204" pitchFamily="34" charset="0"/>
                <a:cs typeface="Arial" panose="020B0604020202020204" pitchFamily="34" charset="0"/>
              </a:rPr>
              <a:t>s</a:t>
            </a:r>
            <a:r>
              <a:rPr sz="1800" b="1" spc="-20" dirty="0">
                <a:solidFill>
                  <a:srgbClr val="231F20"/>
                </a:solidFill>
                <a:latin typeface="Arial" panose="020B0604020202020204" pitchFamily="34" charset="0"/>
                <a:cs typeface="Arial" panose="020B0604020202020204" pitchFamily="34" charset="0"/>
              </a:rPr>
              <a:t>t</a:t>
            </a:r>
            <a:r>
              <a:rPr sz="1800" b="1" spc="-5" dirty="0">
                <a:solidFill>
                  <a:srgbClr val="231F20"/>
                </a:solidFill>
                <a:latin typeface="Arial" panose="020B0604020202020204" pitchFamily="34" charset="0"/>
                <a:cs typeface="Arial" panose="020B0604020202020204" pitchFamily="34" charset="0"/>
              </a:rPr>
              <a:t>oli</a:t>
            </a:r>
            <a:r>
              <a:rPr sz="1800" b="1" dirty="0">
                <a:solidFill>
                  <a:srgbClr val="231F20"/>
                </a:solidFill>
                <a:latin typeface="Arial" panose="020B0604020202020204" pitchFamily="34" charset="0"/>
                <a:cs typeface="Arial" panose="020B0604020202020204" pitchFamily="34" charset="0"/>
              </a:rPr>
              <a:t>c </a:t>
            </a:r>
            <a:r>
              <a:rPr sz="1800" spc="-5" dirty="0">
                <a:solidFill>
                  <a:srgbClr val="231F20"/>
                </a:solidFill>
                <a:latin typeface="Arial" panose="020B0604020202020204" pitchFamily="34" charset="0"/>
                <a:cs typeface="Arial" panose="020B0604020202020204" pitchFamily="34" charset="0"/>
              </a:rPr>
              <a:t>an</a:t>
            </a:r>
            <a:r>
              <a:rPr sz="1800" dirty="0">
                <a:solidFill>
                  <a:srgbClr val="231F20"/>
                </a:solidFill>
                <a:latin typeface="Arial" panose="020B0604020202020204" pitchFamily="34" charset="0"/>
                <a:cs typeface="Arial" panose="020B0604020202020204" pitchFamily="34" charset="0"/>
              </a:rPr>
              <a:t>d it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in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ar</a:t>
            </a:r>
            <a:r>
              <a:rPr sz="1800" spc="-1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eries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heart</a:t>
            </a:r>
            <a:r>
              <a:rPr sz="1800" spc="-5" dirty="0">
                <a:solidFill>
                  <a:srgbClr val="231F20"/>
                </a:solidFill>
                <a:latin typeface="Arial" panose="020B0604020202020204" pitchFamily="34" charset="0"/>
                <a:cs typeface="Arial" panose="020B0604020202020204" pitchFamily="34" charset="0"/>
              </a:rPr>
              <a:t> beats </a:t>
            </a:r>
            <a:r>
              <a:rPr sz="1800" dirty="0">
                <a:solidFill>
                  <a:srgbClr val="231F20"/>
                </a:solidFill>
                <a:latin typeface="Arial" panose="020B0604020202020204" pitchFamily="34" charset="0"/>
                <a:cs typeface="Arial" panose="020B0604020202020204" pitchFamily="34" charset="0"/>
              </a:rPr>
              <a:t>(</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heart</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muscle </a:t>
            </a:r>
            <a:r>
              <a:rPr sz="1800" spc="-10" dirty="0">
                <a:solidFill>
                  <a:srgbClr val="231F20"/>
                </a:solidFill>
                <a:latin typeface="Arial" panose="020B0604020202020204" pitchFamily="34" charset="0"/>
                <a:cs typeface="Arial" panose="020B0604020202020204" pitchFamily="34" charset="0"/>
              </a:rPr>
              <a:t>cont</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acts).</a:t>
            </a:r>
            <a:endParaRPr sz="1800" dirty="0">
              <a:latin typeface="Arial" panose="020B0604020202020204" pitchFamily="34" charset="0"/>
              <a:cs typeface="Arial" panose="020B0604020202020204" pitchFamily="34" charset="0"/>
            </a:endParaRPr>
          </a:p>
          <a:p>
            <a:pPr marL="12700" marR="5080">
              <a:lnSpc>
                <a:spcPts val="2460"/>
              </a:lnSpc>
            </a:pP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bot</a:t>
            </a:r>
            <a:r>
              <a:rPr sz="1800" spc="-10" dirty="0">
                <a:solidFill>
                  <a:srgbClr val="231F20"/>
                </a:solidFill>
                <a:latin typeface="Arial" panose="020B0604020202020204" pitchFamily="34" charset="0"/>
                <a:cs typeface="Arial" panose="020B0604020202020204" pitchFamily="34" charset="0"/>
              </a:rPr>
              <a:t>tom</a:t>
            </a:r>
            <a:r>
              <a:rPr sz="1800" spc="-5" dirty="0">
                <a:solidFill>
                  <a:srgbClr val="231F20"/>
                </a:solidFill>
                <a:latin typeface="Arial" panose="020B0604020202020204" pitchFamily="34" charset="0"/>
                <a:cs typeface="Arial" panose="020B0604020202020204" pitchFamily="34" charset="0"/>
              </a:rPr>
              <a:t> numbe</a:t>
            </a:r>
            <a:r>
              <a:rPr sz="1800" spc="-1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hich</a:t>
            </a:r>
            <a:r>
              <a:rPr sz="1800" spc="-5" dirty="0">
                <a:solidFill>
                  <a:srgbClr val="231F20"/>
                </a:solidFill>
                <a:latin typeface="Arial" panose="020B0604020202020204" pitchFamily="34" charset="0"/>
                <a:cs typeface="Arial" panose="020B0604020202020204" pitchFamily="34" charset="0"/>
              </a:rPr>
              <a:t> is als</a:t>
            </a:r>
            <a:r>
              <a:rPr sz="1800" dirty="0">
                <a:solidFill>
                  <a:srgbClr val="231F20"/>
                </a:solidFill>
                <a:latin typeface="Arial" panose="020B0604020202020204" pitchFamily="34" charset="0"/>
                <a:cs typeface="Arial" panose="020B0604020202020204" pitchFamily="34" charset="0"/>
              </a:rPr>
              <a:t>o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spc="-5" dirty="0">
                <a:solidFill>
                  <a:srgbClr val="231F20"/>
                </a:solidFill>
                <a:latin typeface="Arial" panose="020B0604020202020204" pitchFamily="34" charset="0"/>
                <a:cs typeface="Arial" panose="020B0604020202020204" pitchFamily="34" charset="0"/>
              </a:rPr>
              <a:t> of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numbers</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 </a:t>
            </a:r>
            <a:r>
              <a:rPr sz="1800" dirty="0">
                <a:solidFill>
                  <a:srgbClr val="231F20"/>
                </a:solidFill>
                <a:latin typeface="Arial" panose="020B0604020202020204" pitchFamily="34" charset="0"/>
                <a:cs typeface="Arial" panose="020B0604020202020204" pitchFamily="34" charset="0"/>
              </a:rPr>
              <a:t>called</a:t>
            </a:r>
            <a:r>
              <a:rPr sz="1800" spc="-5"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dias</a:t>
            </a:r>
            <a:r>
              <a:rPr sz="1800" b="1" spc="-20" dirty="0">
                <a:solidFill>
                  <a:srgbClr val="231F20"/>
                </a:solidFill>
                <a:latin typeface="Arial" panose="020B0604020202020204" pitchFamily="34" charset="0"/>
                <a:cs typeface="Arial" panose="020B0604020202020204" pitchFamily="34" charset="0"/>
              </a:rPr>
              <a:t>t</a:t>
            </a:r>
            <a:r>
              <a:rPr sz="1800" b="1" spc="-5" dirty="0">
                <a:solidFill>
                  <a:srgbClr val="231F20"/>
                </a:solidFill>
                <a:latin typeface="Arial" panose="020B0604020202020204" pitchFamily="34" charset="0"/>
                <a:cs typeface="Arial" panose="020B0604020202020204" pitchFamily="34" charset="0"/>
              </a:rPr>
              <a:t>oli</a:t>
            </a:r>
            <a:r>
              <a:rPr sz="1800" b="1" dirty="0">
                <a:solidFill>
                  <a:srgbClr val="231F20"/>
                </a:solidFill>
                <a:latin typeface="Arial" panose="020B0604020202020204" pitchFamily="34" charset="0"/>
                <a:cs typeface="Arial" panose="020B0604020202020204" pitchFamily="34" charset="0"/>
              </a:rPr>
              <a:t>c </a:t>
            </a:r>
            <a:r>
              <a:rPr sz="1800" spc="-5" dirty="0">
                <a:solidFill>
                  <a:srgbClr val="231F20"/>
                </a:solidFill>
                <a:latin typeface="Arial" panose="020B0604020202020204" pitchFamily="34" charset="0"/>
                <a:cs typeface="Arial" panose="020B0604020202020204" pitchFamily="34" charset="0"/>
              </a:rPr>
              <a:t>an</a:t>
            </a:r>
            <a:r>
              <a:rPr sz="1800" dirty="0">
                <a:solidFill>
                  <a:srgbClr val="231F20"/>
                </a:solidFill>
                <a:latin typeface="Arial" panose="020B0604020202020204" pitchFamily="34" charset="0"/>
                <a:cs typeface="Arial" panose="020B0604020202020204" pitchFamily="34" charset="0"/>
              </a:rPr>
              <a:t>d it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in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ar</a:t>
            </a:r>
            <a:r>
              <a:rPr sz="1800" spc="-1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eries bet</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een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hear</a:t>
            </a:r>
            <a:r>
              <a:rPr sz="1800" spc="-1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beats </a:t>
            </a:r>
            <a:r>
              <a:rPr sz="1800" dirty="0">
                <a:solidFill>
                  <a:srgbClr val="231F20"/>
                </a:solidFill>
                <a:latin typeface="Arial" panose="020B0604020202020204" pitchFamily="34" charset="0"/>
                <a:cs typeface="Arial" panose="020B0604020202020204" pitchFamily="34" charset="0"/>
              </a:rPr>
              <a:t>(</a:t>
            </a:r>
            <a:r>
              <a:rPr sz="1800" spc="-1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hen the heart muscle is </a:t>
            </a:r>
            <a:r>
              <a:rPr sz="1800" spc="-2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esting bet</a:t>
            </a:r>
            <a:r>
              <a:rPr sz="1800" spc="-1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een beats and </a:t>
            </a:r>
            <a:r>
              <a:rPr sz="1800" spc="-2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efilling with blood).</a:t>
            </a:r>
            <a:endParaRPr sz="500" dirty="0">
              <a:latin typeface="Arial" panose="020B0604020202020204" pitchFamily="34" charset="0"/>
              <a:cs typeface="Arial" panose="020B0604020202020204" pitchFamily="34" charset="0"/>
            </a:endParaRPr>
          </a:p>
          <a:p>
            <a:pPr marL="12700">
              <a:lnSpc>
                <a:spcPts val="2460"/>
              </a:lnSpc>
            </a:pPr>
            <a:r>
              <a:rPr lang="en-US" sz="1800" b="1" kern="0" dirty="0">
                <a:solidFill>
                  <a:srgbClr val="00B050"/>
                </a:solidFill>
                <a:latin typeface="Arial" pitchFamily="34" charset="0"/>
                <a:cs typeface="Arial" pitchFamily="34" charset="0"/>
              </a:rPr>
              <a:t>Normal blood pressure</a:t>
            </a:r>
          </a:p>
          <a:p>
            <a:pPr marL="12700">
              <a:lnSpc>
                <a:spcPts val="2460"/>
              </a:lnSpc>
              <a:spcBef>
                <a:spcPts val="280"/>
              </a:spcBef>
            </a:pP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bloo</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norma</a:t>
            </a:r>
            <a:r>
              <a:rPr sz="1800" dirty="0">
                <a:solidFill>
                  <a:srgbClr val="231F20"/>
                </a:solidFill>
                <a:latin typeface="Arial" panose="020B0604020202020204" pitchFamily="34" charset="0"/>
                <a:cs typeface="Arial" panose="020B0604020202020204" pitchFamily="34" charset="0"/>
              </a:rPr>
              <a:t>l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op</a:t>
            </a:r>
            <a:r>
              <a:rPr sz="1800" spc="-5" dirty="0">
                <a:solidFill>
                  <a:srgbClr val="231F20"/>
                </a:solidFill>
                <a:latin typeface="Arial" panose="020B0604020202020204" pitchFamily="34" charset="0"/>
                <a:cs typeface="Arial" panose="020B0604020202020204" pitchFamily="34" charset="0"/>
              </a:rPr>
              <a:t> numbe</a:t>
            </a:r>
            <a:r>
              <a:rPr sz="1800" dirty="0">
                <a:solidFill>
                  <a:srgbClr val="231F20"/>
                </a:solidFill>
                <a:latin typeface="Arial" panose="020B0604020202020204" pitchFamily="34" charset="0"/>
                <a:cs typeface="Arial" panose="020B0604020202020204" pitchFamily="34" charset="0"/>
              </a:rPr>
              <a:t>r </a:t>
            </a:r>
            <a:r>
              <a:rPr sz="1800" spc="-5" dirty="0">
                <a:solidFill>
                  <a:srgbClr val="231F20"/>
                </a:solidFill>
                <a:latin typeface="Arial" panose="020B0604020202020204" pitchFamily="34" charset="0"/>
                <a:cs typeface="Arial" panose="020B0604020202020204" pitchFamily="34" charset="0"/>
              </a:rPr>
              <a:t>(</a:t>
            </a:r>
            <a:r>
              <a:rPr sz="1800" spc="-20"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s</a:t>
            </a:r>
            <a:r>
              <a:rPr sz="1800" spc="-1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140</a:t>
            </a:r>
            <a:r>
              <a:rPr sz="1800" spc="-5" dirty="0">
                <a:solidFill>
                  <a:srgbClr val="231F20"/>
                </a:solidFill>
                <a:latin typeface="Arial" panose="020B0604020202020204" pitchFamily="34" charset="0"/>
                <a:cs typeface="Arial" panose="020B0604020202020204" pitchFamily="34" charset="0"/>
              </a:rPr>
              <a:t> an</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numbe</a:t>
            </a:r>
            <a:r>
              <a:rPr sz="1800" dirty="0">
                <a:solidFill>
                  <a:srgbClr val="231F20"/>
                </a:solidFill>
                <a:latin typeface="Arial" panose="020B0604020202020204" pitchFamily="34" charset="0"/>
                <a:cs typeface="Arial" panose="020B0604020202020204" pitchFamily="34" charset="0"/>
              </a:rPr>
              <a:t>r </a:t>
            </a:r>
            <a:r>
              <a:rPr sz="1800" spc="-10" dirty="0">
                <a:solidFill>
                  <a:srgbClr val="231F20"/>
                </a:solidFill>
                <a:latin typeface="Arial" panose="020B0604020202020204" pitchFamily="34" charset="0"/>
                <a:cs typeface="Arial" panose="020B0604020202020204" pitchFamily="34" charset="0"/>
              </a:rPr>
              <a:t>(dias</a:t>
            </a:r>
            <a:r>
              <a:rPr sz="1800" spc="-2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90</a:t>
            </a:r>
            <a:endParaRPr sz="500" dirty="0">
              <a:latin typeface="Arial" panose="020B0604020202020204" pitchFamily="34" charset="0"/>
              <a:cs typeface="Arial" panose="020B0604020202020204" pitchFamily="34" charset="0"/>
            </a:endParaRPr>
          </a:p>
          <a:p>
            <a:pPr marL="12700">
              <a:lnSpc>
                <a:spcPts val="2460"/>
              </a:lnSpc>
            </a:pPr>
            <a:r>
              <a:rPr lang="en-US" sz="1800" b="1" kern="0" dirty="0">
                <a:solidFill>
                  <a:srgbClr val="00B050"/>
                </a:solidFill>
                <a:latin typeface="Arial" pitchFamily="34" charset="0"/>
                <a:cs typeface="Arial" pitchFamily="34" charset="0"/>
              </a:rPr>
              <a:t>Low blood pressure</a:t>
            </a:r>
          </a:p>
          <a:p>
            <a:pPr marL="12700">
              <a:lnSpc>
                <a:spcPts val="2460"/>
              </a:lnSpc>
              <a:spcBef>
                <a:spcPts val="280"/>
              </a:spcBef>
            </a:pP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bloo</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lang="en-US" sz="1800" spc="-5" dirty="0">
                <a:solidFill>
                  <a:srgbClr val="231F20"/>
                </a:solidFill>
                <a:latin typeface="Arial" panose="020B0604020202020204" pitchFamily="34" charset="0"/>
                <a:cs typeface="Arial" panose="020B0604020202020204" pitchFamily="34" charset="0"/>
              </a:rPr>
              <a:t> considered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op</a:t>
            </a:r>
            <a:r>
              <a:rPr sz="1800" spc="-5" dirty="0">
                <a:solidFill>
                  <a:srgbClr val="231F20"/>
                </a:solidFill>
                <a:latin typeface="Arial" panose="020B0604020202020204" pitchFamily="34" charset="0"/>
                <a:cs typeface="Arial" panose="020B0604020202020204" pitchFamily="34" charset="0"/>
              </a:rPr>
              <a:t> numbe</a:t>
            </a:r>
            <a:r>
              <a:rPr sz="1800" dirty="0">
                <a:solidFill>
                  <a:srgbClr val="231F20"/>
                </a:solidFill>
                <a:latin typeface="Arial" panose="020B0604020202020204" pitchFamily="34" charset="0"/>
                <a:cs typeface="Arial" panose="020B0604020202020204" pitchFamily="34" charset="0"/>
              </a:rPr>
              <a:t>r </a:t>
            </a:r>
            <a:r>
              <a:rPr sz="1800" spc="-5" dirty="0">
                <a:solidFill>
                  <a:srgbClr val="231F20"/>
                </a:solidFill>
                <a:latin typeface="Arial" panose="020B0604020202020204" pitchFamily="34" charset="0"/>
                <a:cs typeface="Arial" panose="020B0604020202020204" pitchFamily="34" charset="0"/>
              </a:rPr>
              <a:t>(</a:t>
            </a:r>
            <a:r>
              <a:rPr sz="1800" spc="-20"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s</a:t>
            </a:r>
            <a:r>
              <a:rPr sz="1800" spc="-1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a:t>
            </a:r>
            <a:r>
              <a:rPr sz="1800" dirty="0">
                <a:solidFill>
                  <a:srgbClr val="231F20"/>
                </a:solidFill>
                <a:latin typeface="Arial" panose="020B0604020202020204" pitchFamily="34" charset="0"/>
                <a:cs typeface="Arial" panose="020B0604020202020204" pitchFamily="34" charset="0"/>
              </a:rPr>
              <a:t>n </a:t>
            </a:r>
            <a:r>
              <a:rPr lang="en-US" sz="1800" dirty="0">
                <a:solidFill>
                  <a:srgbClr val="231F20"/>
                </a:solidFill>
                <a:latin typeface="Arial" panose="020B0604020202020204" pitchFamily="34" charset="0"/>
                <a:cs typeface="Arial" panose="020B0604020202020204" pitchFamily="34" charset="0"/>
              </a:rPr>
              <a:t>9</a:t>
            </a:r>
            <a:r>
              <a:rPr sz="1800" spc="-10" dirty="0">
                <a:solidFill>
                  <a:srgbClr val="231F20"/>
                </a:solidFill>
                <a:latin typeface="Arial" panose="020B0604020202020204" pitchFamily="34" charset="0"/>
                <a:cs typeface="Arial" panose="020B0604020202020204" pitchFamily="34" charset="0"/>
              </a:rPr>
              <a:t>0</a:t>
            </a:r>
            <a:r>
              <a:rPr sz="1800" spc="-5" dirty="0">
                <a:solidFill>
                  <a:srgbClr val="231F20"/>
                </a:solidFill>
                <a:latin typeface="Arial" panose="020B0604020202020204" pitchFamily="34" charset="0"/>
                <a:cs typeface="Arial" panose="020B0604020202020204" pitchFamily="34" charset="0"/>
              </a:rPr>
              <a:t> an</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numbe</a:t>
            </a:r>
            <a:r>
              <a:rPr sz="1800" dirty="0">
                <a:solidFill>
                  <a:srgbClr val="231F20"/>
                </a:solidFill>
                <a:latin typeface="Arial" panose="020B0604020202020204" pitchFamily="34" charset="0"/>
                <a:cs typeface="Arial" panose="020B0604020202020204" pitchFamily="34" charset="0"/>
              </a:rPr>
              <a:t>r </a:t>
            </a:r>
            <a:r>
              <a:rPr sz="1800" spc="-10" dirty="0">
                <a:solidFill>
                  <a:srgbClr val="231F20"/>
                </a:solidFill>
                <a:latin typeface="Arial" panose="020B0604020202020204" pitchFamily="34" charset="0"/>
                <a:cs typeface="Arial" panose="020B0604020202020204" pitchFamily="34" charset="0"/>
              </a:rPr>
              <a:t>(dias</a:t>
            </a:r>
            <a:r>
              <a:rPr sz="1800" spc="-2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60</a:t>
            </a:r>
            <a:r>
              <a:rPr lang="en-US" sz="1800" spc="-10" dirty="0">
                <a:solidFill>
                  <a:srgbClr val="231F20"/>
                </a:solidFill>
                <a:latin typeface="Arial" panose="020B0604020202020204" pitchFamily="34" charset="0"/>
                <a:cs typeface="Arial" panose="020B0604020202020204" pitchFamily="34" charset="0"/>
              </a:rPr>
              <a:t>, with symptoms of low blood pressure such as dizziness or fainting. Other causes of low blood pressure include medicines, bleeding, aging and conditions such as dehydration.</a:t>
            </a:r>
            <a:endParaRPr sz="18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xmlns="" id="{997F391A-5FD0-A748-AB2B-ECAFCC12B136}"/>
              </a:ext>
            </a:extLst>
          </p:cNvPr>
          <p:cNvSpPr>
            <a:spLocks noGrp="1"/>
          </p:cNvSpPr>
          <p:nvPr>
            <p:ph type="sldNum" sz="quarter" idx="12"/>
          </p:nvPr>
        </p:nvSpPr>
        <p:spPr/>
        <p:txBody>
          <a:bodyPr/>
          <a:lstStyle/>
          <a:p>
            <a:fld id="{5FCE7002-8CF6-784B-9A24-69DF51357AB2}" type="slidenum">
              <a:rPr lang="en-US" smtClean="0"/>
              <a:t>9</a:t>
            </a:fld>
            <a:endParaRPr lang="en-US"/>
          </a:p>
        </p:txBody>
      </p:sp>
      <p:sp>
        <p:nvSpPr>
          <p:cNvPr id="10" name="object 2">
            <a:extLst>
              <a:ext uri="{FF2B5EF4-FFF2-40B4-BE49-F238E27FC236}">
                <a16:creationId xmlns:a16="http://schemas.microsoft.com/office/drawing/2014/main" xmlns="" id="{84D07C5F-9137-BD46-928A-971E7A5DD698}"/>
              </a:ext>
            </a:extLst>
          </p:cNvPr>
          <p:cNvSpPr txBox="1"/>
          <p:nvPr/>
        </p:nvSpPr>
        <p:spPr>
          <a:xfrm>
            <a:off x="0" y="650799"/>
            <a:ext cx="7347473" cy="307777"/>
          </a:xfrm>
          <a:prstGeom prst="rect">
            <a:avLst/>
          </a:prstGeom>
          <a:noFill/>
          <a:ln w="9525">
            <a:noFill/>
          </a:ln>
        </p:spPr>
        <p:txBody>
          <a:bodyPr vert="horz" wrap="square" lIns="0" tIns="0" rIns="0" bIns="0" rtlCol="0">
            <a:spAutoFit/>
          </a:bodyPr>
          <a:lstStyle/>
          <a:p>
            <a:pPr marL="566193"/>
            <a:r>
              <a:rPr lang="en-GB" sz="2000" b="1" kern="0" dirty="0">
                <a:solidFill>
                  <a:srgbClr val="00B050"/>
                </a:solidFill>
                <a:latin typeface="Arial" pitchFamily="34" charset="0"/>
                <a:ea typeface="+mj-ea"/>
                <a:cs typeface="Arial" pitchFamily="34" charset="0"/>
              </a:rPr>
              <a:t>  3. Understanding Blood Pressure</a:t>
            </a:r>
            <a:endParaRPr sz="2000" b="1" dirty="0">
              <a:solidFill>
                <a:srgbClr val="00B050"/>
              </a:solidFill>
              <a:latin typeface="Arial"/>
              <a:cs typeface="Arial"/>
            </a:endParaRPr>
          </a:p>
        </p:txBody>
      </p:sp>
      <p:sp>
        <p:nvSpPr>
          <p:cNvPr id="12" name="Rectangle 11">
            <a:extLst>
              <a:ext uri="{FF2B5EF4-FFF2-40B4-BE49-F238E27FC236}">
                <a16:creationId xmlns:a16="http://schemas.microsoft.com/office/drawing/2014/main" xmlns="" id="{A87071B9-87BB-BC45-B47D-920C58202FC8}"/>
              </a:ext>
            </a:extLst>
          </p:cNvPr>
          <p:cNvSpPr/>
          <p:nvPr/>
        </p:nvSpPr>
        <p:spPr>
          <a:xfrm>
            <a:off x="828644" y="996076"/>
            <a:ext cx="6772651" cy="769441"/>
          </a:xfrm>
          <a:prstGeom prst="rect">
            <a:avLst/>
          </a:prstGeom>
        </p:spPr>
        <p:txBody>
          <a:bodyPr wrap="square">
            <a:spAutoFit/>
          </a:bodyPr>
          <a:lstStyle/>
          <a:p>
            <a:pPr marL="12700"/>
            <a:r>
              <a:rPr lang="en-US" sz="2000" spc="-15" dirty="0">
                <a:solidFill>
                  <a:srgbClr val="231F20"/>
                </a:solidFill>
                <a:latin typeface="Arial" panose="020B0604020202020204" pitchFamily="34" charset="0"/>
                <a:cs typeface="Arial" panose="020B0604020202020204" pitchFamily="34" charset="0"/>
              </a:rPr>
              <a:t>Bloo</a:t>
            </a:r>
            <a:r>
              <a:rPr lang="en-US" sz="2000" spc="-10" dirty="0">
                <a:solidFill>
                  <a:srgbClr val="231F20"/>
                </a:solidFill>
                <a:latin typeface="Arial" panose="020B0604020202020204" pitchFamily="34" charset="0"/>
                <a:cs typeface="Arial" panose="020B0604020202020204" pitchFamily="34" charset="0"/>
              </a:rPr>
              <a:t>d</a:t>
            </a:r>
            <a:r>
              <a:rPr lang="en-US" sz="2000" spc="5" dirty="0">
                <a:solidFill>
                  <a:srgbClr val="231F20"/>
                </a:solidFill>
                <a:latin typeface="Arial" panose="020B0604020202020204" pitchFamily="34" charset="0"/>
                <a:cs typeface="Arial" panose="020B0604020202020204" pitchFamily="34" charset="0"/>
              </a:rPr>
              <a:t> </a:t>
            </a:r>
            <a:r>
              <a:rPr lang="en-US" sz="2000" spc="-15" dirty="0">
                <a:solidFill>
                  <a:srgbClr val="231F20"/>
                </a:solidFill>
                <a:latin typeface="Arial" panose="020B0604020202020204" pitchFamily="34" charset="0"/>
                <a:cs typeface="Arial" panose="020B0604020202020204" pitchFamily="34" charset="0"/>
              </a:rPr>
              <a:t>pressur</a:t>
            </a:r>
            <a:r>
              <a:rPr lang="en-US" sz="2000" spc="-10" dirty="0">
                <a:solidFill>
                  <a:srgbClr val="231F20"/>
                </a:solidFill>
                <a:latin typeface="Arial" panose="020B0604020202020204" pitchFamily="34" charset="0"/>
                <a:cs typeface="Arial" panose="020B0604020202020204" pitchFamily="34" charset="0"/>
              </a:rPr>
              <a:t>e</a:t>
            </a:r>
            <a:r>
              <a:rPr lang="en-US" sz="2000" spc="5" dirty="0">
                <a:solidFill>
                  <a:srgbClr val="231F20"/>
                </a:solidFill>
                <a:latin typeface="Arial" panose="020B0604020202020204" pitchFamily="34" charset="0"/>
                <a:cs typeface="Arial" panose="020B0604020202020204" pitchFamily="34" charset="0"/>
              </a:rPr>
              <a:t> </a:t>
            </a:r>
            <a:r>
              <a:rPr lang="en-US" sz="2000" spc="-5" dirty="0">
                <a:solidFill>
                  <a:srgbClr val="231F20"/>
                </a:solidFill>
                <a:latin typeface="Arial" panose="020B0604020202020204" pitchFamily="34" charset="0"/>
                <a:cs typeface="Arial" panose="020B0604020202020204" pitchFamily="34" charset="0"/>
              </a:rPr>
              <a:t>i</a:t>
            </a:r>
            <a:r>
              <a:rPr lang="en-US" sz="2000" dirty="0">
                <a:solidFill>
                  <a:srgbClr val="231F20"/>
                </a:solidFill>
                <a:latin typeface="Arial" panose="020B0604020202020204" pitchFamily="34" charset="0"/>
                <a:cs typeface="Arial" panose="020B0604020202020204" pitchFamily="34" charset="0"/>
              </a:rPr>
              <a:t>s </a:t>
            </a:r>
            <a:r>
              <a:rPr lang="en-US" sz="2000" spc="-5" dirty="0">
                <a:solidFill>
                  <a:srgbClr val="231F20"/>
                </a:solidFill>
                <a:latin typeface="Arial" panose="020B0604020202020204" pitchFamily="34" charset="0"/>
                <a:cs typeface="Arial" panose="020B0604020202020204" pitchFamily="34" charset="0"/>
              </a:rPr>
              <a:t>typically</a:t>
            </a:r>
            <a:r>
              <a:rPr lang="en-US" sz="2000" spc="-10" dirty="0">
                <a:solidFill>
                  <a:srgbClr val="231F20"/>
                </a:solidFill>
                <a:latin typeface="Arial" panose="020B0604020202020204" pitchFamily="34" charset="0"/>
                <a:cs typeface="Arial" panose="020B0604020202020204" pitchFamily="34" charset="0"/>
              </a:rPr>
              <a:t> reco</a:t>
            </a:r>
            <a:r>
              <a:rPr lang="en-US" sz="2000" spc="-30" dirty="0">
                <a:solidFill>
                  <a:srgbClr val="231F20"/>
                </a:solidFill>
                <a:latin typeface="Arial" panose="020B0604020202020204" pitchFamily="34" charset="0"/>
                <a:cs typeface="Arial" panose="020B0604020202020204" pitchFamily="34" charset="0"/>
              </a:rPr>
              <a:t>r</a:t>
            </a:r>
            <a:r>
              <a:rPr lang="en-US" sz="2000" spc="-10" dirty="0">
                <a:solidFill>
                  <a:srgbClr val="231F20"/>
                </a:solidFill>
                <a:latin typeface="Arial" panose="020B0604020202020204" pitchFamily="34" charset="0"/>
                <a:cs typeface="Arial" panose="020B0604020202020204" pitchFamily="34" charset="0"/>
              </a:rPr>
              <a:t>ded</a:t>
            </a:r>
            <a:r>
              <a:rPr lang="en-US" sz="2000" spc="-5" dirty="0">
                <a:solidFill>
                  <a:srgbClr val="231F20"/>
                </a:solidFill>
                <a:latin typeface="Arial" panose="020B0604020202020204" pitchFamily="34" charset="0"/>
                <a:cs typeface="Arial" panose="020B0604020202020204" pitchFamily="34" charset="0"/>
              </a:rPr>
              <a:t> i</a:t>
            </a:r>
            <a:r>
              <a:rPr lang="en-US" sz="2000" dirty="0">
                <a:solidFill>
                  <a:srgbClr val="231F20"/>
                </a:solidFill>
                <a:latin typeface="Arial" panose="020B0604020202020204" pitchFamily="34" charset="0"/>
                <a:cs typeface="Arial" panose="020B0604020202020204" pitchFamily="34" charset="0"/>
              </a:rPr>
              <a:t>n</a:t>
            </a:r>
            <a:r>
              <a:rPr lang="en-US" sz="2000" spc="-5" dirty="0">
                <a:solidFill>
                  <a:srgbClr val="231F20"/>
                </a:solidFill>
                <a:latin typeface="Arial" panose="020B0604020202020204" pitchFamily="34" charset="0"/>
                <a:cs typeface="Arial" panose="020B0604020202020204" pitchFamily="34" charset="0"/>
              </a:rPr>
              <a:t> </a:t>
            </a:r>
            <a:r>
              <a:rPr lang="en-US" sz="2000" spc="-10" dirty="0">
                <a:solidFill>
                  <a:srgbClr val="231F20"/>
                </a:solidFill>
                <a:latin typeface="Arial" panose="020B0604020202020204" pitchFamily="34" charset="0"/>
                <a:cs typeface="Arial" panose="020B0604020202020204" pitchFamily="34" charset="0"/>
              </a:rPr>
              <a:t>mm</a:t>
            </a:r>
            <a:r>
              <a:rPr lang="en-US" sz="2000" dirty="0">
                <a:solidFill>
                  <a:srgbClr val="231F20"/>
                </a:solidFill>
                <a:latin typeface="Arial" panose="020B0604020202020204" pitchFamily="34" charset="0"/>
                <a:cs typeface="Arial" panose="020B0604020202020204" pitchFamily="34" charset="0"/>
              </a:rPr>
              <a:t> </a:t>
            </a:r>
            <a:r>
              <a:rPr lang="en-US" sz="2000" spc="-10" dirty="0">
                <a:solidFill>
                  <a:srgbClr val="231F20"/>
                </a:solidFill>
                <a:latin typeface="Arial" panose="020B0604020202020204" pitchFamily="34" charset="0"/>
                <a:cs typeface="Arial" panose="020B0604020202020204" pitchFamily="34" charset="0"/>
              </a:rPr>
              <a:t>Hg</a:t>
            </a:r>
            <a:r>
              <a:rPr lang="en-US" sz="2000" spc="-5" dirty="0">
                <a:solidFill>
                  <a:srgbClr val="231F20"/>
                </a:solidFill>
                <a:latin typeface="Arial" panose="020B0604020202020204" pitchFamily="34" charset="0"/>
                <a:cs typeface="Arial" panose="020B0604020202020204" pitchFamily="34" charset="0"/>
              </a:rPr>
              <a:t> </a:t>
            </a:r>
            <a:r>
              <a:rPr lang="en-US" sz="2000" spc="-10" dirty="0">
                <a:solidFill>
                  <a:srgbClr val="231F20"/>
                </a:solidFill>
                <a:latin typeface="Arial" panose="020B0604020202020204" pitchFamily="34" charset="0"/>
                <a:cs typeface="Arial" panose="020B0604020202020204" pitchFamily="34" charset="0"/>
              </a:rPr>
              <a:t>as</a:t>
            </a:r>
            <a:r>
              <a:rPr lang="en-US" sz="2000" dirty="0">
                <a:solidFill>
                  <a:srgbClr val="231F20"/>
                </a:solidFill>
                <a:latin typeface="Arial" panose="020B0604020202020204" pitchFamily="34" charset="0"/>
                <a:cs typeface="Arial" panose="020B0604020202020204" pitchFamily="34" charset="0"/>
              </a:rPr>
              <a:t> </a:t>
            </a:r>
            <a:r>
              <a:rPr lang="en-US" sz="2000" spc="-5" dirty="0">
                <a:solidFill>
                  <a:srgbClr val="231F20"/>
                </a:solidFill>
                <a:latin typeface="Arial" panose="020B0604020202020204" pitchFamily="34" charset="0"/>
                <a:cs typeface="Arial" panose="020B0604020202020204" pitchFamily="34" charset="0"/>
              </a:rPr>
              <a:t>t</a:t>
            </a:r>
            <a:r>
              <a:rPr lang="en-US" sz="2000" spc="-30" dirty="0">
                <a:solidFill>
                  <a:srgbClr val="231F20"/>
                </a:solidFill>
                <a:latin typeface="Arial" panose="020B0604020202020204" pitchFamily="34" charset="0"/>
                <a:cs typeface="Arial" panose="020B0604020202020204" pitchFamily="34" charset="0"/>
              </a:rPr>
              <a:t>w</a:t>
            </a:r>
            <a:r>
              <a:rPr lang="en-US" sz="2000" spc="-10" dirty="0">
                <a:solidFill>
                  <a:srgbClr val="231F20"/>
                </a:solidFill>
                <a:latin typeface="Arial" panose="020B0604020202020204" pitchFamily="34" charset="0"/>
                <a:cs typeface="Arial" panose="020B0604020202020204" pitchFamily="34" charset="0"/>
              </a:rPr>
              <a:t>o</a:t>
            </a:r>
            <a:r>
              <a:rPr lang="en-US" sz="2000" dirty="0">
                <a:solidFill>
                  <a:srgbClr val="231F20"/>
                </a:solidFill>
                <a:latin typeface="Arial" panose="020B0604020202020204" pitchFamily="34" charset="0"/>
                <a:cs typeface="Arial" panose="020B0604020202020204" pitchFamily="34" charset="0"/>
              </a:rPr>
              <a:t> </a:t>
            </a:r>
            <a:r>
              <a:rPr lang="en-US" sz="2000" spc="-10" dirty="0">
                <a:solidFill>
                  <a:srgbClr val="231F20"/>
                </a:solidFill>
                <a:latin typeface="Arial" panose="020B0604020202020204" pitchFamily="34" charset="0"/>
                <a:cs typeface="Arial" panose="020B0604020202020204" pitchFamily="34" charset="0"/>
              </a:rPr>
              <a:t>numbe</a:t>
            </a:r>
            <a:r>
              <a:rPr lang="en-US" sz="2000" dirty="0">
                <a:solidFill>
                  <a:srgbClr val="231F20"/>
                </a:solidFill>
                <a:latin typeface="Arial" panose="020B0604020202020204" pitchFamily="34" charset="0"/>
                <a:cs typeface="Arial" panose="020B0604020202020204" pitchFamily="34" charset="0"/>
              </a:rPr>
              <a:t>r</a:t>
            </a:r>
            <a:r>
              <a:rPr lang="en-US" sz="2000" spc="-5" dirty="0">
                <a:solidFill>
                  <a:srgbClr val="231F20"/>
                </a:solidFill>
                <a:latin typeface="Arial" panose="020B0604020202020204" pitchFamily="34" charset="0"/>
                <a:cs typeface="Arial" panose="020B0604020202020204" pitchFamily="34" charset="0"/>
              </a:rPr>
              <a:t>s, writ</a:t>
            </a:r>
            <a:r>
              <a:rPr lang="en-US" sz="2000" spc="-30" dirty="0">
                <a:solidFill>
                  <a:srgbClr val="231F20"/>
                </a:solidFill>
                <a:latin typeface="Arial" panose="020B0604020202020204" pitchFamily="34" charset="0"/>
                <a:cs typeface="Arial" panose="020B0604020202020204" pitchFamily="34" charset="0"/>
              </a:rPr>
              <a:t>t</a:t>
            </a:r>
            <a:r>
              <a:rPr lang="en-US" sz="2000" spc="-10" dirty="0">
                <a:solidFill>
                  <a:srgbClr val="231F20"/>
                </a:solidFill>
                <a:latin typeface="Arial" panose="020B0604020202020204" pitchFamily="34" charset="0"/>
                <a:cs typeface="Arial" panose="020B0604020202020204" pitchFamily="34" charset="0"/>
              </a:rPr>
              <a:t>en</a:t>
            </a:r>
            <a:r>
              <a:rPr lang="en-US" sz="2000" spc="-5" dirty="0">
                <a:solidFill>
                  <a:srgbClr val="231F20"/>
                </a:solidFill>
                <a:latin typeface="Arial" panose="020B0604020202020204" pitchFamily="34" charset="0"/>
                <a:cs typeface="Arial" panose="020B0604020202020204" pitchFamily="34" charset="0"/>
              </a:rPr>
              <a:t> </a:t>
            </a:r>
            <a:r>
              <a:rPr lang="en-US" sz="2000" spc="-10" dirty="0">
                <a:solidFill>
                  <a:srgbClr val="231F20"/>
                </a:solidFill>
                <a:latin typeface="Arial" panose="020B0604020202020204" pitchFamily="34" charset="0"/>
                <a:cs typeface="Arial" panose="020B0604020202020204" pitchFamily="34" charset="0"/>
              </a:rPr>
              <a:t>as</a:t>
            </a:r>
            <a:r>
              <a:rPr lang="en-US" sz="2000" dirty="0">
                <a:solidFill>
                  <a:srgbClr val="231F20"/>
                </a:solidFill>
                <a:latin typeface="Arial" panose="020B0604020202020204" pitchFamily="34" charset="0"/>
                <a:cs typeface="Arial" panose="020B0604020202020204" pitchFamily="34" charset="0"/>
              </a:rPr>
              <a:t> </a:t>
            </a:r>
            <a:r>
              <a:rPr lang="en-US" sz="2000" spc="-10" dirty="0">
                <a:solidFill>
                  <a:srgbClr val="231F20"/>
                </a:solidFill>
                <a:latin typeface="Arial" panose="020B0604020202020204" pitchFamily="34" charset="0"/>
                <a:cs typeface="Arial" panose="020B0604020202020204" pitchFamily="34" charset="0"/>
              </a:rPr>
              <a:t>a</a:t>
            </a:r>
            <a:r>
              <a:rPr lang="en-US" sz="2000" dirty="0">
                <a:solidFill>
                  <a:srgbClr val="231F20"/>
                </a:solidFill>
                <a:latin typeface="Arial" panose="020B0604020202020204" pitchFamily="34" charset="0"/>
                <a:cs typeface="Arial" panose="020B0604020202020204" pitchFamily="34" charset="0"/>
              </a:rPr>
              <a:t> </a:t>
            </a:r>
            <a:r>
              <a:rPr lang="en-US" sz="2000" spc="-5" dirty="0">
                <a:solidFill>
                  <a:srgbClr val="231F20"/>
                </a:solidFill>
                <a:latin typeface="Arial" panose="020B0604020202020204" pitchFamily="34" charset="0"/>
                <a:cs typeface="Arial" panose="020B0604020202020204" pitchFamily="34" charset="0"/>
              </a:rPr>
              <a:t>ratio </a:t>
            </a:r>
            <a:r>
              <a:rPr lang="en-US" sz="2000" dirty="0">
                <a:solidFill>
                  <a:srgbClr val="231F20"/>
                </a:solidFill>
                <a:latin typeface="Arial" panose="020B0604020202020204" pitchFamily="34" charset="0"/>
                <a:cs typeface="Arial" panose="020B0604020202020204" pitchFamily="34" charset="0"/>
              </a:rPr>
              <a:t>li</a:t>
            </a:r>
            <a:r>
              <a:rPr lang="en-US" sz="2000" spc="-30" dirty="0">
                <a:solidFill>
                  <a:srgbClr val="231F20"/>
                </a:solidFill>
                <a:latin typeface="Arial" panose="020B0604020202020204" pitchFamily="34" charset="0"/>
                <a:cs typeface="Arial" panose="020B0604020202020204" pitchFamily="34" charset="0"/>
              </a:rPr>
              <a:t>k</a:t>
            </a:r>
            <a:r>
              <a:rPr lang="en-US" sz="2000" spc="-10" dirty="0">
                <a:solidFill>
                  <a:srgbClr val="231F20"/>
                </a:solidFill>
                <a:latin typeface="Arial" panose="020B0604020202020204" pitchFamily="34" charset="0"/>
                <a:cs typeface="Arial" panose="020B0604020202020204" pitchFamily="34" charset="0"/>
              </a:rPr>
              <a:t>e</a:t>
            </a:r>
            <a:r>
              <a:rPr lang="en-US" sz="2000" dirty="0">
                <a:solidFill>
                  <a:srgbClr val="231F20"/>
                </a:solidFill>
                <a:latin typeface="Arial" panose="020B0604020202020204" pitchFamily="34" charset="0"/>
                <a:cs typeface="Arial" panose="020B0604020202020204" pitchFamily="34" charset="0"/>
              </a:rPr>
              <a:t> this</a:t>
            </a:r>
            <a:r>
              <a:rPr lang="en-US" sz="2000" spc="-5" dirty="0">
                <a:solidFill>
                  <a:srgbClr val="231F20"/>
                </a:solidFill>
                <a:latin typeface="Arial" panose="020B0604020202020204" pitchFamily="34" charset="0"/>
                <a:cs typeface="Arial" panose="020B0604020202020204" pitchFamily="34" charset="0"/>
              </a:rPr>
              <a:t> </a:t>
            </a:r>
            <a:r>
              <a:rPr lang="en-US" sz="2000" spc="-35" dirty="0">
                <a:solidFill>
                  <a:srgbClr val="231F20"/>
                </a:solidFill>
                <a:latin typeface="Arial" panose="020B0604020202020204" pitchFamily="34" charset="0"/>
                <a:cs typeface="Arial" panose="020B0604020202020204" pitchFamily="34" charset="0"/>
              </a:rPr>
              <a:t>f</a:t>
            </a:r>
            <a:r>
              <a:rPr lang="en-US" sz="2000" spc="-10" dirty="0">
                <a:solidFill>
                  <a:srgbClr val="231F20"/>
                </a:solidFill>
                <a:latin typeface="Arial" panose="020B0604020202020204" pitchFamily="34" charset="0"/>
                <a:cs typeface="Arial" panose="020B0604020202020204" pitchFamily="34" charset="0"/>
              </a:rPr>
              <a:t>or</a:t>
            </a:r>
            <a:r>
              <a:rPr lang="en-US" sz="2000" dirty="0">
                <a:solidFill>
                  <a:srgbClr val="231F20"/>
                </a:solidFill>
                <a:latin typeface="Arial" panose="020B0604020202020204" pitchFamily="34" charset="0"/>
                <a:cs typeface="Arial" panose="020B0604020202020204" pitchFamily="34" charset="0"/>
              </a:rPr>
              <a:t> </a:t>
            </a:r>
            <a:r>
              <a:rPr lang="en-US" sz="2000" spc="-35" dirty="0">
                <a:solidFill>
                  <a:srgbClr val="231F20"/>
                </a:solidFill>
                <a:latin typeface="Arial" panose="020B0604020202020204" pitchFamily="34" charset="0"/>
                <a:cs typeface="Arial" panose="020B0604020202020204" pitchFamily="34" charset="0"/>
              </a:rPr>
              <a:t>e</a:t>
            </a:r>
            <a:r>
              <a:rPr lang="en-US" sz="2000" spc="-10" dirty="0">
                <a:solidFill>
                  <a:srgbClr val="231F20"/>
                </a:solidFill>
                <a:latin typeface="Arial" panose="020B0604020202020204" pitchFamily="34" charset="0"/>
                <a:cs typeface="Arial" panose="020B0604020202020204" pitchFamily="34" charset="0"/>
              </a:rPr>
              <a:t>xa</a:t>
            </a:r>
            <a:r>
              <a:rPr lang="en-US" sz="2000" spc="-25" dirty="0">
                <a:solidFill>
                  <a:srgbClr val="231F20"/>
                </a:solidFill>
                <a:latin typeface="Arial" panose="020B0604020202020204" pitchFamily="34" charset="0"/>
                <a:cs typeface="Arial" panose="020B0604020202020204" pitchFamily="34" charset="0"/>
              </a:rPr>
              <a:t>m</a:t>
            </a:r>
            <a:r>
              <a:rPr lang="en-US" sz="2000" spc="-10" dirty="0">
                <a:solidFill>
                  <a:srgbClr val="231F20"/>
                </a:solidFill>
                <a:latin typeface="Arial" panose="020B0604020202020204" pitchFamily="34" charset="0"/>
                <a:cs typeface="Arial" panose="020B0604020202020204" pitchFamily="34" charset="0"/>
              </a:rPr>
              <a:t>ple</a:t>
            </a:r>
            <a:r>
              <a:rPr lang="en-US" sz="2400" spc="-10" dirty="0">
                <a:solidFill>
                  <a:srgbClr val="231F20"/>
                </a:solidFill>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17" name="object 6">
            <a:extLst>
              <a:ext uri="{FF2B5EF4-FFF2-40B4-BE49-F238E27FC236}">
                <a16:creationId xmlns:a16="http://schemas.microsoft.com/office/drawing/2014/main" xmlns="" id="{E354E023-977D-2A4C-A015-66CACC235C63}"/>
              </a:ext>
            </a:extLst>
          </p:cNvPr>
          <p:cNvSpPr txBox="1"/>
          <p:nvPr/>
        </p:nvSpPr>
        <p:spPr>
          <a:xfrm>
            <a:off x="8529901" y="1167989"/>
            <a:ext cx="859458" cy="215444"/>
          </a:xfrm>
          <a:prstGeom prst="rect">
            <a:avLst/>
          </a:prstGeom>
        </p:spPr>
        <p:txBody>
          <a:bodyPr vert="horz" wrap="square" lIns="0" tIns="0" rIns="0" bIns="0" rtlCol="0">
            <a:spAutoFit/>
          </a:bodyPr>
          <a:lstStyle/>
          <a:p>
            <a:pPr marL="12700">
              <a:lnSpc>
                <a:spcPct val="100000"/>
              </a:lnSpc>
            </a:pPr>
            <a:r>
              <a:rPr sz="1400" dirty="0">
                <a:solidFill>
                  <a:srgbClr val="231F20"/>
                </a:solidFill>
                <a:latin typeface="Arial"/>
                <a:cs typeface="Arial"/>
              </a:rPr>
              <a:t>mmHg</a:t>
            </a:r>
            <a:endParaRPr sz="1400" dirty="0">
              <a:latin typeface="Arial"/>
              <a:cs typeface="Arial"/>
            </a:endParaRPr>
          </a:p>
        </p:txBody>
      </p:sp>
      <p:sp>
        <p:nvSpPr>
          <p:cNvPr id="18" name="object 4">
            <a:extLst>
              <a:ext uri="{FF2B5EF4-FFF2-40B4-BE49-F238E27FC236}">
                <a16:creationId xmlns:a16="http://schemas.microsoft.com/office/drawing/2014/main" xmlns="" id="{DAB68196-9814-9043-AC8B-1F1825D1D704}"/>
              </a:ext>
            </a:extLst>
          </p:cNvPr>
          <p:cNvSpPr/>
          <p:nvPr/>
        </p:nvSpPr>
        <p:spPr>
          <a:xfrm>
            <a:off x="7820488" y="1275711"/>
            <a:ext cx="490220" cy="0"/>
          </a:xfrm>
          <a:custGeom>
            <a:avLst/>
            <a:gdLst/>
            <a:ahLst/>
            <a:cxnLst/>
            <a:rect l="l" t="t" r="r" b="b"/>
            <a:pathLst>
              <a:path w="490220">
                <a:moveTo>
                  <a:pt x="0" y="0"/>
                </a:moveTo>
                <a:lnTo>
                  <a:pt x="490118" y="0"/>
                </a:lnTo>
              </a:path>
            </a:pathLst>
          </a:custGeom>
          <a:ln w="15240">
            <a:solidFill>
              <a:srgbClr val="58595B"/>
            </a:solidFill>
          </a:ln>
        </p:spPr>
        <p:txBody>
          <a:bodyPr wrap="square" lIns="0" tIns="0" rIns="0" bIns="0" rtlCol="0"/>
          <a:lstStyle/>
          <a:p>
            <a:endParaRPr/>
          </a:p>
        </p:txBody>
      </p:sp>
    </p:spTree>
    <p:extLst>
      <p:ext uri="{BB962C8B-B14F-4D97-AF65-F5344CB8AC3E}">
        <p14:creationId xmlns:p14="http://schemas.microsoft.com/office/powerpoint/2010/main" val="3235370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FBE29B0F-CAFD-CB4B-8691-C9F055E919DE}"/>
              </a:ext>
            </a:extLst>
          </p:cNvPr>
          <p:cNvSpPr>
            <a:spLocks noGrp="1"/>
          </p:cNvSpPr>
          <p:nvPr>
            <p:ph type="sldNum" sz="quarter" idx="12"/>
          </p:nvPr>
        </p:nvSpPr>
        <p:spPr/>
        <p:txBody>
          <a:bodyPr/>
          <a:lstStyle/>
          <a:p>
            <a:fld id="{5FCE7002-8CF6-784B-9A24-69DF51357AB2}" type="slidenum">
              <a:rPr lang="en-US" smtClean="0"/>
              <a:t>10</a:t>
            </a:fld>
            <a:endParaRPr lang="en-US"/>
          </a:p>
        </p:txBody>
      </p:sp>
      <p:sp>
        <p:nvSpPr>
          <p:cNvPr id="5" name="object 3">
            <a:extLst>
              <a:ext uri="{FF2B5EF4-FFF2-40B4-BE49-F238E27FC236}">
                <a16:creationId xmlns:a16="http://schemas.microsoft.com/office/drawing/2014/main" xmlns="" id="{240D977A-EA59-294C-9E22-A7E2B3BBF469}"/>
              </a:ext>
            </a:extLst>
          </p:cNvPr>
          <p:cNvSpPr txBox="1"/>
          <p:nvPr/>
        </p:nvSpPr>
        <p:spPr>
          <a:xfrm>
            <a:off x="933035" y="607423"/>
            <a:ext cx="9565005" cy="5510419"/>
          </a:xfrm>
          <a:prstGeom prst="rect">
            <a:avLst/>
          </a:prstGeom>
        </p:spPr>
        <p:txBody>
          <a:bodyPr vert="horz" wrap="square" lIns="0" tIns="0" rIns="0" bIns="0" rtlCol="0">
            <a:spAutoFit/>
          </a:bodyPr>
          <a:lstStyle/>
          <a:p>
            <a:pPr>
              <a:lnSpc>
                <a:spcPct val="100000"/>
              </a:lnSpc>
              <a:spcBef>
                <a:spcPts val="41"/>
              </a:spcBef>
            </a:pPr>
            <a:endParaRPr sz="300" dirty="0">
              <a:latin typeface="Arial" panose="020B0604020202020204" pitchFamily="34" charset="0"/>
              <a:cs typeface="Arial" panose="020B0604020202020204" pitchFamily="34" charset="0"/>
            </a:endParaRPr>
          </a:p>
          <a:p>
            <a:pPr marL="12700">
              <a:lnSpc>
                <a:spcPts val="2800"/>
              </a:lnSpc>
            </a:pPr>
            <a:r>
              <a:rPr lang="en-US" sz="2000" b="1" kern="0" dirty="0">
                <a:solidFill>
                  <a:srgbClr val="00B050"/>
                </a:solidFill>
                <a:latin typeface="Arial" pitchFamily="34" charset="0"/>
                <a:cs typeface="Arial" pitchFamily="34" charset="0"/>
              </a:rPr>
              <a:t>High blood pressure</a:t>
            </a:r>
          </a:p>
          <a:p>
            <a:pPr marL="12700">
              <a:lnSpc>
                <a:spcPts val="2800"/>
              </a:lnSpc>
              <a:spcBef>
                <a:spcPts val="280"/>
              </a:spcBef>
            </a:pP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bloo</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hi</a:t>
            </a:r>
            <a:r>
              <a:rPr sz="1800" spc="-20"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op</a:t>
            </a:r>
            <a:r>
              <a:rPr sz="1800" spc="-5" dirty="0">
                <a:solidFill>
                  <a:srgbClr val="231F20"/>
                </a:solidFill>
                <a:latin typeface="Arial" panose="020B0604020202020204" pitchFamily="34" charset="0"/>
                <a:cs typeface="Arial" panose="020B0604020202020204" pitchFamily="34" charset="0"/>
              </a:rPr>
              <a:t> numbe</a:t>
            </a:r>
            <a:r>
              <a:rPr sz="1800" dirty="0">
                <a:solidFill>
                  <a:srgbClr val="231F20"/>
                </a:solidFill>
                <a:latin typeface="Arial" panose="020B0604020202020204" pitchFamily="34" charset="0"/>
                <a:cs typeface="Arial" panose="020B0604020202020204" pitchFamily="34" charset="0"/>
              </a:rPr>
              <a:t>r </a:t>
            </a:r>
            <a:r>
              <a:rPr sz="1800" spc="-5" dirty="0">
                <a:solidFill>
                  <a:srgbClr val="231F20"/>
                </a:solidFill>
                <a:latin typeface="Arial" panose="020B0604020202020204" pitchFamily="34" charset="0"/>
                <a:cs typeface="Arial" panose="020B0604020202020204" pitchFamily="34" charset="0"/>
              </a:rPr>
              <a:t>(</a:t>
            </a:r>
            <a:r>
              <a:rPr sz="1800" spc="-20"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s</a:t>
            </a:r>
            <a:r>
              <a:rPr sz="1800" spc="-1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is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140</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hi</a:t>
            </a:r>
            <a:r>
              <a:rPr sz="1800" spc="-25"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her</a:t>
            </a:r>
            <a:r>
              <a:rPr sz="1800" spc="-5" dirty="0">
                <a:solidFill>
                  <a:srgbClr val="231F20"/>
                </a:solidFill>
                <a:latin typeface="Arial" panose="020B0604020202020204" pitchFamily="34" charset="0"/>
                <a:cs typeface="Arial" panose="020B0604020202020204" pitchFamily="34" charset="0"/>
              </a:rPr>
              <a:t> an</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1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numbe</a:t>
            </a:r>
            <a:r>
              <a:rPr sz="1800" dirty="0">
                <a:solidFill>
                  <a:srgbClr val="231F20"/>
                </a:solidFill>
                <a:latin typeface="Arial" panose="020B0604020202020204" pitchFamily="34" charset="0"/>
                <a:cs typeface="Arial" panose="020B0604020202020204" pitchFamily="34" charset="0"/>
              </a:rPr>
              <a:t>r </a:t>
            </a:r>
            <a:r>
              <a:rPr sz="1800" spc="-10" dirty="0">
                <a:solidFill>
                  <a:srgbClr val="231F20"/>
                </a:solidFill>
                <a:latin typeface="Arial" panose="020B0604020202020204" pitchFamily="34" charset="0"/>
                <a:cs typeface="Arial" panose="020B0604020202020204" pitchFamily="34" charset="0"/>
              </a:rPr>
              <a:t>(dias</a:t>
            </a:r>
            <a:r>
              <a:rPr sz="1800" spc="-2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is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90</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hi</a:t>
            </a:r>
            <a:r>
              <a:rPr sz="1800" spc="-20"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he</a:t>
            </a:r>
            <a:r>
              <a:rPr sz="1800" spc="-1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a:t>
            </a:r>
            <a:endParaRPr sz="1250" dirty="0">
              <a:latin typeface="Arial" panose="020B0604020202020204" pitchFamily="34" charset="0"/>
              <a:cs typeface="Arial" panose="020B0604020202020204" pitchFamily="34" charset="0"/>
            </a:endParaRPr>
          </a:p>
          <a:p>
            <a:pPr marL="12700" marR="13335">
              <a:lnSpc>
                <a:spcPts val="2800"/>
              </a:lnSpc>
            </a:pPr>
            <a:r>
              <a:rPr sz="1800" b="1" spc="-5" dirty="0">
                <a:solidFill>
                  <a:schemeClr val="tx1">
                    <a:lumMod val="75000"/>
                    <a:lumOff val="25000"/>
                  </a:schemeClr>
                </a:solidFill>
                <a:latin typeface="Arial" panose="020B0604020202020204" pitchFamily="34" charset="0"/>
                <a:cs typeface="Arial" panose="020B0604020202020204" pitchFamily="34" charset="0"/>
              </a:rPr>
              <a:t>No</a:t>
            </a:r>
            <a:r>
              <a:rPr sz="1800" b="1" spc="-20" dirty="0">
                <a:solidFill>
                  <a:schemeClr val="tx1">
                    <a:lumMod val="75000"/>
                    <a:lumOff val="25000"/>
                  </a:schemeClr>
                </a:solidFill>
                <a:latin typeface="Arial" panose="020B0604020202020204" pitchFamily="34" charset="0"/>
                <a:cs typeface="Arial" panose="020B0604020202020204" pitchFamily="34" charset="0"/>
              </a:rPr>
              <a:t>t</a:t>
            </a:r>
            <a:r>
              <a:rPr sz="1800" b="1" spc="-5" dirty="0">
                <a:solidFill>
                  <a:schemeClr val="tx1">
                    <a:lumMod val="75000"/>
                    <a:lumOff val="25000"/>
                  </a:schemeClr>
                </a:solidFill>
                <a:latin typeface="Arial" panose="020B0604020202020204" pitchFamily="34" charset="0"/>
                <a:cs typeface="Arial" panose="020B0604020202020204" pitchFamily="34" charset="0"/>
              </a:rPr>
              <a:t>e:</a:t>
            </a:r>
            <a:r>
              <a:rPr sz="1800" b="1" dirty="0">
                <a:solidFill>
                  <a:schemeClr val="tx1">
                    <a:lumMod val="75000"/>
                    <a:lumOff val="25000"/>
                  </a:schemeClr>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Ou</a:t>
            </a:r>
            <a:r>
              <a:rPr sz="1800" b="1" dirty="0">
                <a:solidFill>
                  <a:srgbClr val="231F20"/>
                </a:solidFill>
                <a:latin typeface="Arial" panose="020B0604020202020204" pitchFamily="34" charset="0"/>
                <a:cs typeface="Arial" panose="020B0604020202020204" pitchFamily="34" charset="0"/>
              </a:rPr>
              <a:t>r </a:t>
            </a:r>
            <a:r>
              <a:rPr sz="1800" b="1" spc="-5" dirty="0">
                <a:solidFill>
                  <a:srgbClr val="231F20"/>
                </a:solidFill>
                <a:latin typeface="Arial" panose="020B0604020202020204" pitchFamily="34" charset="0"/>
                <a:cs typeface="Arial" panose="020B0604020202020204" pitchFamily="34" charset="0"/>
              </a:rPr>
              <a:t>bloo</a:t>
            </a:r>
            <a:r>
              <a:rPr sz="1800" b="1" dirty="0">
                <a:solidFill>
                  <a:srgbClr val="231F20"/>
                </a:solidFill>
                <a:latin typeface="Arial" panose="020B0604020202020204" pitchFamily="34" charset="0"/>
                <a:cs typeface="Arial" panose="020B0604020202020204" pitchFamily="34" charset="0"/>
              </a:rPr>
              <a:t>d </a:t>
            </a:r>
            <a:r>
              <a:rPr sz="1800" b="1" spc="-5" dirty="0">
                <a:solidFill>
                  <a:srgbClr val="231F20"/>
                </a:solidFill>
                <a:latin typeface="Arial" panose="020B0604020202020204" pitchFamily="34" charset="0"/>
                <a:cs typeface="Arial" panose="020B0604020202020204" pitchFamily="34" charset="0"/>
              </a:rPr>
              <a:t>p</a:t>
            </a:r>
            <a:r>
              <a:rPr sz="1800" b="1" spc="-15" dirty="0">
                <a:solidFill>
                  <a:srgbClr val="231F20"/>
                </a:solidFill>
                <a:latin typeface="Arial" panose="020B0604020202020204" pitchFamily="34" charset="0"/>
                <a:cs typeface="Arial" panose="020B0604020202020204" pitchFamily="34" charset="0"/>
              </a:rPr>
              <a:t>r</a:t>
            </a:r>
            <a:r>
              <a:rPr sz="1800" b="1" dirty="0">
                <a:solidFill>
                  <a:srgbClr val="231F20"/>
                </a:solidFill>
                <a:latin typeface="Arial" panose="020B0604020202020204" pitchFamily="34" charset="0"/>
                <a:cs typeface="Arial" panose="020B0604020202020204" pitchFamily="34" charset="0"/>
              </a:rPr>
              <a:t>essu</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10" dirty="0">
                <a:solidFill>
                  <a:srgbClr val="231F20"/>
                </a:solidFill>
                <a:latin typeface="Arial" panose="020B0604020202020204" pitchFamily="34" charset="0"/>
                <a:cs typeface="Arial" panose="020B0604020202020204" pitchFamily="34" charset="0"/>
              </a:rPr>
              <a:t>changes</a:t>
            </a:r>
            <a:r>
              <a:rPr sz="1800" b="1" spc="-5"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dependin</a:t>
            </a:r>
            <a:r>
              <a:rPr sz="1800" b="1" spc="-10" dirty="0">
                <a:solidFill>
                  <a:srgbClr val="231F20"/>
                </a:solidFill>
                <a:latin typeface="Arial" panose="020B0604020202020204" pitchFamily="34" charset="0"/>
                <a:cs typeface="Arial" panose="020B0604020202020204" pitchFamily="34" charset="0"/>
              </a:rPr>
              <a:t>g</a:t>
            </a:r>
            <a:r>
              <a:rPr sz="1800" b="1"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o</a:t>
            </a:r>
            <a:r>
              <a:rPr sz="1800" b="1" spc="-10" dirty="0">
                <a:solidFill>
                  <a:srgbClr val="231F20"/>
                </a:solidFill>
                <a:latin typeface="Arial" panose="020B0604020202020204" pitchFamily="34" charset="0"/>
                <a:cs typeface="Arial" panose="020B0604020202020204" pitchFamily="34" charset="0"/>
              </a:rPr>
              <a:t>n</a:t>
            </a:r>
            <a:r>
              <a:rPr sz="1800" b="1"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th</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act</a:t>
            </a:r>
            <a:r>
              <a:rPr sz="1800" b="1" spc="-35" dirty="0">
                <a:solidFill>
                  <a:srgbClr val="231F20"/>
                </a:solidFill>
                <a:latin typeface="Arial" panose="020B0604020202020204" pitchFamily="34" charset="0"/>
                <a:cs typeface="Arial" panose="020B0604020202020204" pitchFamily="34" charset="0"/>
              </a:rPr>
              <a:t>i</a:t>
            </a:r>
            <a:r>
              <a:rPr sz="1800" b="1" dirty="0">
                <a:solidFill>
                  <a:srgbClr val="231F20"/>
                </a:solidFill>
                <a:latin typeface="Arial" panose="020B0604020202020204" pitchFamily="34" charset="0"/>
                <a:cs typeface="Arial" panose="020B0604020202020204" pitchFamily="34" charset="0"/>
              </a:rPr>
              <a:t>vities</a:t>
            </a:r>
            <a:r>
              <a:rPr sz="1800" b="1" spc="-5" dirty="0">
                <a:solidFill>
                  <a:srgbClr val="231F20"/>
                </a:solidFill>
                <a:latin typeface="Arial" panose="020B0604020202020204" pitchFamily="34" charset="0"/>
                <a:cs typeface="Arial" panose="020B0604020202020204" pitchFamily="34" charset="0"/>
              </a:rPr>
              <a:t> </a:t>
            </a:r>
            <a:r>
              <a:rPr sz="1800" b="1" spc="-30" dirty="0">
                <a:solidFill>
                  <a:srgbClr val="231F20"/>
                </a:solidFill>
                <a:latin typeface="Arial" panose="020B0604020202020204" pitchFamily="34" charset="0"/>
                <a:cs typeface="Arial" panose="020B0604020202020204" pitchFamily="34" charset="0"/>
              </a:rPr>
              <a:t>w</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a</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doin</a:t>
            </a:r>
            <a:r>
              <a:rPr sz="1800" b="1" spc="15" dirty="0">
                <a:solidFill>
                  <a:srgbClr val="231F20"/>
                </a:solidFill>
                <a:latin typeface="Arial" panose="020B0604020202020204" pitchFamily="34" charset="0"/>
                <a:cs typeface="Arial" panose="020B0604020202020204" pitchFamily="34" charset="0"/>
              </a:rPr>
              <a:t>g</a:t>
            </a:r>
            <a:r>
              <a:rPr sz="1800" b="1" spc="-5" dirty="0">
                <a:solidFill>
                  <a:srgbClr val="231F20"/>
                </a:solidFill>
                <a:latin typeface="Arial" panose="020B0604020202020204" pitchFamily="34" charset="0"/>
                <a:cs typeface="Arial" panose="020B0604020202020204" pitchFamily="34" charset="0"/>
              </a:rPr>
              <a:t>.</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If </a:t>
            </a:r>
            <a:r>
              <a:rPr sz="1800" b="1" spc="-30" dirty="0">
                <a:solidFill>
                  <a:srgbClr val="231F20"/>
                </a:solidFill>
                <a:latin typeface="Arial" panose="020B0604020202020204" pitchFamily="34" charset="0"/>
                <a:cs typeface="Arial" panose="020B0604020202020204" pitchFamily="34" charset="0"/>
              </a:rPr>
              <a:t>w</a:t>
            </a:r>
            <a:r>
              <a:rPr sz="1800" b="1" dirty="0">
                <a:solidFill>
                  <a:srgbClr val="231F20"/>
                </a:solidFill>
                <a:latin typeface="Arial" panose="020B0604020202020204" pitchFamily="34" charset="0"/>
                <a:cs typeface="Arial" panose="020B0604020202020204" pitchFamily="34" charset="0"/>
              </a:rPr>
              <a:t>e’</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runnin</a:t>
            </a:r>
            <a:r>
              <a:rPr sz="1800" b="1" spc="-10" dirty="0">
                <a:solidFill>
                  <a:srgbClr val="231F20"/>
                </a:solidFill>
                <a:latin typeface="Arial" panose="020B0604020202020204" pitchFamily="34" charset="0"/>
                <a:cs typeface="Arial" panose="020B0604020202020204" pitchFamily="34" charset="0"/>
              </a:rPr>
              <a:t>g</a:t>
            </a:r>
            <a:r>
              <a:rPr sz="1800" b="1" spc="5"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th</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bloo</a:t>
            </a:r>
            <a:r>
              <a:rPr sz="1800" b="1" dirty="0">
                <a:solidFill>
                  <a:srgbClr val="231F20"/>
                </a:solidFill>
                <a:latin typeface="Arial" panose="020B0604020202020204" pitchFamily="34" charset="0"/>
                <a:cs typeface="Arial" panose="020B0604020202020204" pitchFamily="34" charset="0"/>
              </a:rPr>
              <a:t>d </a:t>
            </a:r>
            <a:r>
              <a:rPr sz="1800" b="1" spc="-5" dirty="0">
                <a:solidFill>
                  <a:srgbClr val="231F20"/>
                </a:solidFill>
                <a:latin typeface="Arial" panose="020B0604020202020204" pitchFamily="34" charset="0"/>
                <a:cs typeface="Arial" panose="020B0604020202020204" pitchFamily="34" charset="0"/>
              </a:rPr>
              <a:t>p</a:t>
            </a:r>
            <a:r>
              <a:rPr sz="1800" b="1" spc="-20" dirty="0">
                <a:solidFill>
                  <a:srgbClr val="231F20"/>
                </a:solidFill>
                <a:latin typeface="Arial" panose="020B0604020202020204" pitchFamily="34" charset="0"/>
                <a:cs typeface="Arial" panose="020B0604020202020204" pitchFamily="34" charset="0"/>
              </a:rPr>
              <a:t>r</a:t>
            </a:r>
            <a:r>
              <a:rPr sz="1800" b="1" dirty="0">
                <a:solidFill>
                  <a:srgbClr val="231F20"/>
                </a:solidFill>
                <a:latin typeface="Arial" panose="020B0604020202020204" pitchFamily="34" charset="0"/>
                <a:cs typeface="Arial" panose="020B0604020202020204" pitchFamily="34" charset="0"/>
              </a:rPr>
              <a:t>essu</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wil</a:t>
            </a:r>
            <a:r>
              <a:rPr sz="1800" b="1" dirty="0">
                <a:solidFill>
                  <a:srgbClr val="231F20"/>
                </a:solidFill>
                <a:latin typeface="Arial" panose="020B0604020202020204" pitchFamily="34" charset="0"/>
                <a:cs typeface="Arial" panose="020B0604020202020204" pitchFamily="34" charset="0"/>
              </a:rPr>
              <a:t>l </a:t>
            </a:r>
            <a:r>
              <a:rPr sz="1800" b="1" spc="-5" dirty="0">
                <a:solidFill>
                  <a:srgbClr val="231F20"/>
                </a:solidFill>
                <a:latin typeface="Arial" panose="020B0604020202020204" pitchFamily="34" charset="0"/>
                <a:cs typeface="Arial" panose="020B0604020202020204" pitchFamily="34" charset="0"/>
              </a:rPr>
              <a:t>b</a:t>
            </a:r>
            <a:r>
              <a:rPr sz="1800" b="1" dirty="0">
                <a:solidFill>
                  <a:srgbClr val="231F20"/>
                </a:solidFill>
                <a:latin typeface="Arial" panose="020B0604020202020204" pitchFamily="34" charset="0"/>
                <a:cs typeface="Arial" panose="020B0604020202020204" pitchFamily="34" charset="0"/>
              </a:rPr>
              <a:t>e hi</a:t>
            </a:r>
            <a:r>
              <a:rPr sz="1800" b="1" spc="-10" dirty="0">
                <a:solidFill>
                  <a:srgbClr val="231F20"/>
                </a:solidFill>
                <a:latin typeface="Arial" panose="020B0604020202020204" pitchFamily="34" charset="0"/>
                <a:cs typeface="Arial" panose="020B0604020202020204" pitchFamily="34" charset="0"/>
              </a:rPr>
              <a:t>g</a:t>
            </a:r>
            <a:r>
              <a:rPr sz="1800" b="1" spc="-5" dirty="0">
                <a:solidFill>
                  <a:srgbClr val="231F20"/>
                </a:solidFill>
                <a:latin typeface="Arial" panose="020B0604020202020204" pitchFamily="34" charset="0"/>
                <a:cs typeface="Arial" panose="020B0604020202020204" pitchFamily="34" charset="0"/>
              </a:rPr>
              <a:t>h, i</a:t>
            </a:r>
            <a:r>
              <a:rPr sz="1800" b="1" dirty="0">
                <a:solidFill>
                  <a:srgbClr val="231F20"/>
                </a:solidFill>
                <a:latin typeface="Arial" panose="020B0604020202020204" pitchFamily="34" charset="0"/>
                <a:cs typeface="Arial" panose="020B0604020202020204" pitchFamily="34" charset="0"/>
              </a:rPr>
              <a:t>f </a:t>
            </a:r>
            <a:r>
              <a:rPr sz="1800" b="1" spc="-30" dirty="0">
                <a:solidFill>
                  <a:srgbClr val="231F20"/>
                </a:solidFill>
                <a:latin typeface="Arial" panose="020B0604020202020204" pitchFamily="34" charset="0"/>
                <a:cs typeface="Arial" panose="020B0604020202020204" pitchFamily="34" charset="0"/>
              </a:rPr>
              <a:t>w</a:t>
            </a:r>
            <a:r>
              <a:rPr sz="1800" b="1" dirty="0">
                <a:solidFill>
                  <a:srgbClr val="231F20"/>
                </a:solidFill>
                <a:latin typeface="Arial" panose="020B0604020202020204" pitchFamily="34" charset="0"/>
                <a:cs typeface="Arial" panose="020B0604020202020204" pitchFamily="34" charset="0"/>
              </a:rPr>
              <a:t>e’</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est</a:t>
            </a:r>
            <a:r>
              <a:rPr sz="1800" b="1" spc="-5"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in</a:t>
            </a:r>
            <a:r>
              <a:rPr sz="1800" b="1" spc="-10" dirty="0">
                <a:solidFill>
                  <a:srgbClr val="231F20"/>
                </a:solidFill>
                <a:latin typeface="Arial" panose="020B0604020202020204" pitchFamily="34" charset="0"/>
                <a:cs typeface="Arial" panose="020B0604020202020204" pitchFamily="34" charset="0"/>
              </a:rPr>
              <a:t>g</a:t>
            </a:r>
            <a:r>
              <a:rPr sz="1800" b="1" dirty="0">
                <a:solidFill>
                  <a:srgbClr val="231F20"/>
                </a:solidFill>
                <a:latin typeface="Arial" panose="020B0604020202020204" pitchFamily="34" charset="0"/>
                <a:cs typeface="Arial" panose="020B0604020202020204" pitchFamily="34" charset="0"/>
              </a:rPr>
              <a:t> </a:t>
            </a:r>
            <a:r>
              <a:rPr sz="1800" b="1" spc="-15" dirty="0">
                <a:solidFill>
                  <a:srgbClr val="231F20"/>
                </a:solidFill>
                <a:latin typeface="Arial" panose="020B0604020202020204" pitchFamily="34" charset="0"/>
                <a:cs typeface="Arial" panose="020B0604020202020204" pitchFamily="34" charset="0"/>
              </a:rPr>
              <a:t>th</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bloo</a:t>
            </a:r>
            <a:r>
              <a:rPr sz="1800" b="1" dirty="0">
                <a:solidFill>
                  <a:srgbClr val="231F20"/>
                </a:solidFill>
                <a:latin typeface="Arial" panose="020B0604020202020204" pitchFamily="34" charset="0"/>
                <a:cs typeface="Arial" panose="020B0604020202020204" pitchFamily="34" charset="0"/>
              </a:rPr>
              <a:t>d </a:t>
            </a:r>
            <a:r>
              <a:rPr sz="1800" b="1" spc="-5" dirty="0">
                <a:solidFill>
                  <a:srgbClr val="231F20"/>
                </a:solidFill>
                <a:latin typeface="Arial" panose="020B0604020202020204" pitchFamily="34" charset="0"/>
                <a:cs typeface="Arial" panose="020B0604020202020204" pitchFamily="34" charset="0"/>
              </a:rPr>
              <a:t>p</a:t>
            </a:r>
            <a:r>
              <a:rPr sz="1800" b="1" spc="-20" dirty="0">
                <a:solidFill>
                  <a:srgbClr val="231F20"/>
                </a:solidFill>
                <a:latin typeface="Arial" panose="020B0604020202020204" pitchFamily="34" charset="0"/>
                <a:cs typeface="Arial" panose="020B0604020202020204" pitchFamily="34" charset="0"/>
              </a:rPr>
              <a:t>r</a:t>
            </a:r>
            <a:r>
              <a:rPr sz="1800" b="1" dirty="0">
                <a:solidFill>
                  <a:srgbClr val="231F20"/>
                </a:solidFill>
                <a:latin typeface="Arial" panose="020B0604020202020204" pitchFamily="34" charset="0"/>
                <a:cs typeface="Arial" panose="020B0604020202020204" pitchFamily="34" charset="0"/>
              </a:rPr>
              <a:t>essu</a:t>
            </a:r>
            <a:r>
              <a:rPr sz="1800" b="1" spc="-20" dirty="0">
                <a:solidFill>
                  <a:srgbClr val="231F20"/>
                </a:solidFill>
                <a:latin typeface="Arial" panose="020B0604020202020204" pitchFamily="34" charset="0"/>
                <a:cs typeface="Arial" panose="020B0604020202020204" pitchFamily="34" charset="0"/>
              </a:rPr>
              <a:t>r</a:t>
            </a:r>
            <a:r>
              <a:rPr sz="1800" b="1" spc="-10" dirty="0">
                <a:solidFill>
                  <a:srgbClr val="231F20"/>
                </a:solidFill>
                <a:latin typeface="Arial" panose="020B0604020202020204" pitchFamily="34" charset="0"/>
                <a:cs typeface="Arial" panose="020B0604020202020204" pitchFamily="34" charset="0"/>
              </a:rPr>
              <a:t>e</a:t>
            </a:r>
            <a:r>
              <a:rPr sz="1800" b="1" dirty="0">
                <a:solidFill>
                  <a:srgbClr val="231F20"/>
                </a:solidFill>
                <a:latin typeface="Arial" panose="020B0604020202020204" pitchFamily="34" charset="0"/>
                <a:cs typeface="Arial" panose="020B0604020202020204" pitchFamily="34" charset="0"/>
              </a:rPr>
              <a:t> </a:t>
            </a:r>
            <a:r>
              <a:rPr sz="1800" b="1" spc="-5" dirty="0">
                <a:solidFill>
                  <a:srgbClr val="231F20"/>
                </a:solidFill>
                <a:latin typeface="Arial" panose="020B0604020202020204" pitchFamily="34" charset="0"/>
                <a:cs typeface="Arial" panose="020B0604020202020204" pitchFamily="34" charset="0"/>
              </a:rPr>
              <a:t>wil</a:t>
            </a:r>
            <a:r>
              <a:rPr sz="1800" b="1" dirty="0">
                <a:solidFill>
                  <a:srgbClr val="231F20"/>
                </a:solidFill>
                <a:latin typeface="Arial" panose="020B0604020202020204" pitchFamily="34" charset="0"/>
                <a:cs typeface="Arial" panose="020B0604020202020204" pitchFamily="34" charset="0"/>
              </a:rPr>
              <a:t>l </a:t>
            </a:r>
            <a:r>
              <a:rPr sz="1800" b="1" spc="-5" dirty="0">
                <a:solidFill>
                  <a:srgbClr val="231F20"/>
                </a:solidFill>
                <a:latin typeface="Arial" panose="020B0604020202020204" pitchFamily="34" charset="0"/>
                <a:cs typeface="Arial" panose="020B0604020202020204" pitchFamily="34" charset="0"/>
              </a:rPr>
              <a:t>b</a:t>
            </a:r>
            <a:r>
              <a:rPr sz="1800" b="1" dirty="0">
                <a:solidFill>
                  <a:srgbClr val="231F20"/>
                </a:solidFill>
                <a:latin typeface="Arial" panose="020B0604020202020204" pitchFamily="34" charset="0"/>
                <a:cs typeface="Arial" panose="020B0604020202020204" pitchFamily="34" charset="0"/>
              </a:rPr>
              <a:t>e </a:t>
            </a:r>
            <a:r>
              <a:rPr sz="1800" b="1" spc="-5" dirty="0">
                <a:solidFill>
                  <a:srgbClr val="231F20"/>
                </a:solidFill>
                <a:latin typeface="Arial" panose="020B0604020202020204" pitchFamily="34" charset="0"/>
                <a:cs typeface="Arial" panose="020B0604020202020204" pitchFamily="34" charset="0"/>
              </a:rPr>
              <a:t>l</a:t>
            </a:r>
            <a:r>
              <a:rPr sz="1800" b="1" spc="-25" dirty="0">
                <a:solidFill>
                  <a:srgbClr val="231F20"/>
                </a:solidFill>
                <a:latin typeface="Arial" panose="020B0604020202020204" pitchFamily="34" charset="0"/>
                <a:cs typeface="Arial" panose="020B0604020202020204" pitchFamily="34" charset="0"/>
              </a:rPr>
              <a:t>o</a:t>
            </a:r>
            <a:r>
              <a:rPr sz="1800" b="1" spc="-30" dirty="0">
                <a:solidFill>
                  <a:srgbClr val="231F20"/>
                </a:solidFill>
                <a:latin typeface="Arial" panose="020B0604020202020204" pitchFamily="34" charset="0"/>
                <a:cs typeface="Arial" panose="020B0604020202020204" pitchFamily="34" charset="0"/>
              </a:rPr>
              <a:t>w</a:t>
            </a:r>
            <a:r>
              <a:rPr sz="1800" b="1" dirty="0">
                <a:solidFill>
                  <a:srgbClr val="231F20"/>
                </a:solidFill>
                <a:latin typeface="Arial" panose="020B0604020202020204" pitchFamily="34" charset="0"/>
                <a:cs typeface="Arial" panose="020B0604020202020204" pitchFamily="34" charset="0"/>
              </a:rPr>
              <a:t>er</a:t>
            </a:r>
            <a:endParaRPr sz="1400" dirty="0">
              <a:latin typeface="Arial" panose="020B0604020202020204" pitchFamily="34" charset="0"/>
              <a:cs typeface="Arial" panose="020B0604020202020204" pitchFamily="34" charset="0"/>
            </a:endParaRPr>
          </a:p>
          <a:p>
            <a:pPr marL="12700">
              <a:lnSpc>
                <a:spcPts val="2800"/>
              </a:lnSpc>
            </a:pPr>
            <a:r>
              <a:rPr lang="en-US" sz="2000" b="1" kern="0" dirty="0">
                <a:solidFill>
                  <a:srgbClr val="00B050"/>
                </a:solidFill>
                <a:latin typeface="Arial" pitchFamily="34" charset="0"/>
                <a:cs typeface="Arial" pitchFamily="34" charset="0"/>
              </a:rPr>
              <a:t>Define hypertension</a:t>
            </a:r>
          </a:p>
          <a:p>
            <a:pPr marL="12700">
              <a:lnSpc>
                <a:spcPts val="2800"/>
              </a:lnSpc>
              <a:spcBef>
                <a:spcPts val="280"/>
              </a:spcBef>
            </a:pPr>
            <a:r>
              <a:rPr sz="1800" spc="-10" dirty="0">
                <a:solidFill>
                  <a:srgbClr val="231F20"/>
                </a:solidFill>
                <a:latin typeface="Arial" panose="020B0604020202020204" pitchFamily="34" charset="0"/>
                <a:cs typeface="Arial" panose="020B0604020202020204" pitchFamily="34" charset="0"/>
              </a:rPr>
              <a:t>Hyper</a:t>
            </a:r>
            <a:r>
              <a:rPr sz="1800" spc="-2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r>
              <a:rPr sz="1800" spc="-5" dirty="0">
                <a:solidFill>
                  <a:srgbClr val="231F20"/>
                </a:solidFill>
                <a:latin typeface="Arial" panose="020B0604020202020204" pitchFamily="34" charset="0"/>
                <a:cs typeface="Arial" panose="020B0604020202020204" pitchFamily="34" charset="0"/>
              </a:rPr>
              <a:t> is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diagnosed</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bloo</a:t>
            </a:r>
            <a:r>
              <a:rPr sz="1800" dirty="0">
                <a:solidFill>
                  <a:srgbClr val="231F20"/>
                </a:solidFill>
                <a:latin typeface="Arial" panose="020B0604020202020204" pitchFamily="34" charset="0"/>
                <a:cs typeface="Arial" panose="020B0604020202020204" pitchFamily="34" charset="0"/>
              </a:rPr>
              <a:t>d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equal</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ea</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140/90</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mmHg</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sepa</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a</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occasions.</a:t>
            </a:r>
            <a:endParaRPr sz="950" dirty="0">
              <a:latin typeface="Arial" panose="020B0604020202020204" pitchFamily="34" charset="0"/>
              <a:cs typeface="Arial" panose="020B0604020202020204" pitchFamily="34" charset="0"/>
            </a:endParaRPr>
          </a:p>
          <a:p>
            <a:pPr marL="12700">
              <a:lnSpc>
                <a:spcPts val="2800"/>
              </a:lnSpc>
            </a:pPr>
            <a:r>
              <a:rPr lang="en-US" sz="2000" b="1" kern="0" dirty="0">
                <a:solidFill>
                  <a:srgbClr val="00B050"/>
                </a:solidFill>
                <a:latin typeface="Arial" pitchFamily="34" charset="0"/>
                <a:cs typeface="Arial" pitchFamily="34" charset="0"/>
              </a:rPr>
              <a:t>Why is it important to understand hypertension?</a:t>
            </a:r>
          </a:p>
          <a:p>
            <a:pPr marL="12700" marR="338455">
              <a:lnSpc>
                <a:spcPts val="2800"/>
              </a:lnSpc>
              <a:spcBef>
                <a:spcPts val="280"/>
              </a:spcBef>
            </a:pP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ence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pum</a:t>
            </a:r>
            <a:r>
              <a:rPr sz="1800" dirty="0">
                <a:solidFill>
                  <a:srgbClr val="231F20"/>
                </a:solidFill>
                <a:latin typeface="Arial" panose="020B0604020202020204" pitchFamily="34" charset="0"/>
                <a:cs typeface="Arial" panose="020B0604020202020204" pitchFamily="34" charset="0"/>
              </a:rPr>
              <a:t>p </a:t>
            </a:r>
            <a:r>
              <a:rPr sz="1800" spc="-10" dirty="0">
                <a:solidFill>
                  <a:srgbClr val="231F20"/>
                </a:solidFill>
                <a:latin typeface="Arial" panose="020B0604020202020204" pitchFamily="34" charset="0"/>
                <a:cs typeface="Arial" panose="020B0604020202020204" pitchFamily="34" charset="0"/>
              </a:rPr>
              <a:t>(heart)</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illust</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atio</a:t>
            </a:r>
            <a:r>
              <a:rPr sz="1800" dirty="0">
                <a:solidFill>
                  <a:srgbClr val="231F20"/>
                </a:solidFill>
                <a:latin typeface="Arial" panose="020B0604020202020204" pitchFamily="34" charset="0"/>
                <a:cs typeface="Arial" panose="020B0604020202020204" pitchFamily="34" charset="0"/>
              </a:rPr>
              <a:t>n </a:t>
            </a:r>
            <a:r>
              <a:rPr sz="1800" spc="-15" dirty="0">
                <a:solidFill>
                  <a:srgbClr val="231F20"/>
                </a:solidFill>
                <a:latin typeface="Arial" panose="020B0604020202020204" pitchFamily="34" charset="0"/>
                <a:cs typeface="Arial" panose="020B0604020202020204" pitchFamily="34" charset="0"/>
              </a:rPr>
              <a:t>g</a:t>
            </a:r>
            <a:r>
              <a:rPr sz="1800" spc="-30" dirty="0">
                <a:solidFill>
                  <a:srgbClr val="231F20"/>
                </a:solidFill>
                <a:latin typeface="Arial" panose="020B0604020202020204" pitchFamily="34" charset="0"/>
                <a:cs typeface="Arial" panose="020B0604020202020204" pitchFamily="34" charset="0"/>
              </a:rPr>
              <a:t>iv</a:t>
            </a:r>
            <a:r>
              <a:rPr sz="1800" spc="-10" dirty="0">
                <a:solidFill>
                  <a:srgbClr val="231F20"/>
                </a:solidFill>
                <a:latin typeface="Arial" panose="020B0604020202020204" pitchFamily="34" charset="0"/>
                <a:cs typeface="Arial" panose="020B0604020202020204" pitchFamily="34" charset="0"/>
              </a:rPr>
              <a:t>en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ea</a:t>
            </a:r>
            <a:r>
              <a:rPr sz="1800" spc="-1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lier</a:t>
            </a:r>
            <a:r>
              <a:rPr sz="1800" spc="-5" dirty="0">
                <a:solidFill>
                  <a:srgbClr val="231F20"/>
                </a:solidFill>
                <a:latin typeface="Arial" panose="020B0604020202020204" pitchFamily="34" charset="0"/>
                <a:cs typeface="Arial" panose="020B0604020202020204" pitchFamily="34" charset="0"/>
              </a:rPr>
              <a:t>;</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hen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essu</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hi</a:t>
            </a:r>
            <a:r>
              <a:rPr sz="1800" spc="-20"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pipe</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(blood</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v</a:t>
            </a:r>
            <a:r>
              <a:rPr sz="1800" spc="-5" dirty="0">
                <a:solidFill>
                  <a:srgbClr val="231F20"/>
                </a:solidFill>
                <a:latin typeface="Arial" panose="020B0604020202020204" pitchFamily="34" charset="0"/>
                <a:cs typeface="Arial" panose="020B0604020202020204" pitchFamily="34" charset="0"/>
              </a:rPr>
              <a:t>essels) </a:t>
            </a:r>
            <a:r>
              <a:rPr sz="1800" dirty="0">
                <a:solidFill>
                  <a:srgbClr val="231F20"/>
                </a:solidFill>
                <a:latin typeface="Arial" panose="020B0604020202020204" pitchFamily="34" charset="0"/>
                <a:cs typeface="Arial" panose="020B0604020202020204" pitchFamily="34" charset="0"/>
              </a:rPr>
              <a:t>could</a:t>
            </a:r>
            <a:r>
              <a:rPr sz="1800" spc="-5" dirty="0">
                <a:solidFill>
                  <a:srgbClr val="231F20"/>
                </a:solidFill>
                <a:latin typeface="Arial" panose="020B0604020202020204" pitchFamily="34" charset="0"/>
                <a:cs typeface="Arial" panose="020B0604020202020204" pitchFamily="34" charset="0"/>
              </a:rPr>
              <a:t> burs</a:t>
            </a:r>
            <a:r>
              <a:rPr sz="1800" spc="1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the</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pum</a:t>
            </a:r>
            <a:r>
              <a:rPr sz="1800" dirty="0">
                <a:solidFill>
                  <a:srgbClr val="231F20"/>
                </a:solidFill>
                <a:latin typeface="Arial" panose="020B0604020202020204" pitchFamily="34" charset="0"/>
                <a:cs typeface="Arial" panose="020B0604020202020204" pitchFamily="34" charset="0"/>
              </a:rPr>
              <a:t>p mi</a:t>
            </a:r>
            <a:r>
              <a:rPr sz="1800" spc="-10" dirty="0">
                <a:solidFill>
                  <a:srgbClr val="231F20"/>
                </a:solidFill>
                <a:latin typeface="Arial" panose="020B0604020202020204" pitchFamily="34" charset="0"/>
                <a:cs typeface="Arial" panose="020B0604020202020204" pitchFamily="34" charset="0"/>
              </a:rPr>
              <a:t>g</a:t>
            </a:r>
            <a:r>
              <a:rPr sz="1800" dirty="0">
                <a:solidFill>
                  <a:srgbClr val="231F20"/>
                </a:solidFill>
                <a:latin typeface="Arial" panose="020B0604020202020204" pitchFamily="34" charset="0"/>
                <a:cs typeface="Arial" panose="020B0604020202020204" pitchFamily="34" charset="0"/>
              </a:rPr>
              <a:t>ht</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eak</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a:t>
            </a:r>
            <a:r>
              <a:rPr sz="1800" dirty="0">
                <a:solidFill>
                  <a:srgbClr val="231F20"/>
                </a:solidFill>
                <a:latin typeface="Arial" panose="020B0604020202020204" pitchFamily="34" charset="0"/>
                <a:cs typeface="Arial" panose="020B0604020202020204" pitchFamily="34" charset="0"/>
              </a:rPr>
              <a:t>p could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come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impact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other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g</a:t>
            </a:r>
            <a:r>
              <a:rPr sz="1800" spc="-5" dirty="0">
                <a:solidFill>
                  <a:srgbClr val="231F20"/>
                </a:solidFill>
                <a:latin typeface="Arial" panose="020B0604020202020204" pitchFamily="34" charset="0"/>
                <a:cs typeface="Arial" panose="020B0604020202020204" pitchFamily="34" charset="0"/>
              </a:rPr>
              <a:t>an</a:t>
            </a:r>
            <a:r>
              <a:rPr sz="1800" dirty="0">
                <a:solidFill>
                  <a:srgbClr val="231F20"/>
                </a:solidFill>
                <a:latin typeface="Arial" panose="020B0604020202020204" pitchFamily="34" charset="0"/>
                <a:cs typeface="Arial" panose="020B0604020202020204" pitchFamily="34" charset="0"/>
              </a:rPr>
              <a:t>s e.g.</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e</a:t>
            </a:r>
            <a:r>
              <a:rPr sz="1800" spc="-35" dirty="0">
                <a:solidFill>
                  <a:srgbClr val="231F20"/>
                </a:solidFill>
                <a:latin typeface="Arial" panose="020B0604020202020204" pitchFamily="34" charset="0"/>
                <a:cs typeface="Arial" panose="020B0604020202020204" pitchFamily="34" charset="0"/>
              </a:rPr>
              <a:t>y</a:t>
            </a:r>
            <a:r>
              <a:rPr sz="1800" spc="-5" dirty="0">
                <a:solidFill>
                  <a:srgbClr val="231F20"/>
                </a:solidFill>
                <a:latin typeface="Arial" panose="020B0604020202020204" pitchFamily="34" charset="0"/>
                <a:cs typeface="Arial" panose="020B0604020202020204" pitchFamily="34" charset="0"/>
              </a:rPr>
              <a:t>es, </a:t>
            </a:r>
            <a:r>
              <a:rPr sz="1800" spc="-15" dirty="0">
                <a:solidFill>
                  <a:srgbClr val="231F20"/>
                </a:solidFill>
                <a:latin typeface="Arial" panose="020B0604020202020204" pitchFamily="34" charset="0"/>
                <a:cs typeface="Arial" panose="020B0604020202020204" pitchFamily="34" charset="0"/>
              </a:rPr>
              <a:t>kidn</a:t>
            </a:r>
            <a:r>
              <a:rPr sz="1800" spc="-2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y</a:t>
            </a:r>
            <a:r>
              <a:rPr sz="1800" spc="-5" dirty="0">
                <a:solidFill>
                  <a:srgbClr val="231F20"/>
                </a:solidFill>
                <a:latin typeface="Arial" panose="020B0604020202020204" pitchFamily="34" charset="0"/>
                <a:cs typeface="Arial" panose="020B0604020202020204" pitchFamily="34" charset="0"/>
              </a:rPr>
              <a:t>s,</a:t>
            </a:r>
            <a:r>
              <a:rPr lang="en-US"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ai</a:t>
            </a:r>
            <a:r>
              <a:rPr sz="1800" dirty="0">
                <a:solidFill>
                  <a:srgbClr val="231F20"/>
                </a:solidFill>
                <a:latin typeface="Arial" panose="020B0604020202020204" pitchFamily="34" charset="0"/>
                <a:cs typeface="Arial" panose="020B0604020202020204" pitchFamily="34" charset="0"/>
              </a:rPr>
              <a:t>n</a:t>
            </a:r>
            <a:r>
              <a:rPr sz="1800" spc="-5"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12700">
              <a:lnSpc>
                <a:spcPts val="2800"/>
              </a:lnSpc>
            </a:pP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risk of</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this</a:t>
            </a:r>
            <a:r>
              <a:rPr sz="1800" dirty="0">
                <a:solidFill>
                  <a:srgbClr val="231F20"/>
                </a:solidFill>
                <a:latin typeface="Arial" panose="020B0604020202020204" pitchFamily="34" charset="0"/>
                <a:cs typeface="Arial" panose="020B0604020202020204" pitchFamily="34" charset="0"/>
              </a:rPr>
              <a:t> happening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inc</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eases</a:t>
            </a:r>
            <a:r>
              <a:rPr sz="1800" spc="-5" dirty="0">
                <a:solidFill>
                  <a:srgbClr val="231F20"/>
                </a:solidFill>
                <a:latin typeface="Arial" panose="020B0604020202020204" pitchFamily="34" charset="0"/>
                <a:cs typeface="Arial" panose="020B0604020202020204" pitchFamily="34" charset="0"/>
              </a:rPr>
              <a:t> if</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perso</a:t>
            </a:r>
            <a:r>
              <a:rPr sz="1800" spc="-10" dirty="0">
                <a:solidFill>
                  <a:srgbClr val="231F20"/>
                </a:solidFill>
                <a:latin typeface="Arial" panose="020B0604020202020204" pitchFamily="34" charset="0"/>
                <a:cs typeface="Arial" panose="020B0604020202020204" pitchFamily="34" charset="0"/>
              </a:rPr>
              <a:t>n</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smoking,</a:t>
            </a:r>
            <a:r>
              <a:rPr sz="1800" spc="-1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acco</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ding</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age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o</a:t>
            </a:r>
            <a:r>
              <a:rPr sz="1800" spc="-3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er</a:t>
            </a:r>
            <a:r>
              <a:rPr sz="1800" spc="-3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a:t>
            </a:r>
            <a:r>
              <a:rPr sz="1800" spc="-20" dirty="0">
                <a:solidFill>
                  <a:srgbClr val="231F20"/>
                </a:solidFill>
                <a:latin typeface="Arial" panose="020B0604020202020204" pitchFamily="34" charset="0"/>
                <a:cs typeface="Arial" panose="020B0604020202020204" pitchFamily="34" charset="0"/>
              </a:rPr>
              <a:t>g</a:t>
            </a:r>
            <a:r>
              <a:rPr sz="1800" dirty="0">
                <a:solidFill>
                  <a:srgbClr val="231F20"/>
                </a:solidFill>
                <a:latin typeface="Arial" panose="020B0604020202020204" pitchFamily="34" charset="0"/>
                <a:cs typeface="Arial" panose="020B0604020202020204" pitchFamily="34" charset="0"/>
              </a:rPr>
              <a:t>ht</a:t>
            </a:r>
            <a:r>
              <a:rPr lang="en-US"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4774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E37DFA84-AFCC-D24F-ACC6-8328541820FF}"/>
              </a:ext>
            </a:extLst>
          </p:cNvPr>
          <p:cNvSpPr>
            <a:spLocks noGrp="1"/>
          </p:cNvSpPr>
          <p:nvPr>
            <p:ph type="sldNum" sz="quarter" idx="12"/>
          </p:nvPr>
        </p:nvSpPr>
        <p:spPr/>
        <p:txBody>
          <a:bodyPr/>
          <a:lstStyle/>
          <a:p>
            <a:fld id="{5FCE7002-8CF6-784B-9A24-69DF51357AB2}" type="slidenum">
              <a:rPr lang="en-US" smtClean="0"/>
              <a:t>11</a:t>
            </a:fld>
            <a:endParaRPr lang="en-US"/>
          </a:p>
        </p:txBody>
      </p:sp>
      <p:sp>
        <p:nvSpPr>
          <p:cNvPr id="8" name="object 3">
            <a:extLst>
              <a:ext uri="{FF2B5EF4-FFF2-40B4-BE49-F238E27FC236}">
                <a16:creationId xmlns:a16="http://schemas.microsoft.com/office/drawing/2014/main" xmlns="" id="{36CC4547-0AE9-A048-A53C-7FB3783611C3}"/>
              </a:ext>
            </a:extLst>
          </p:cNvPr>
          <p:cNvSpPr txBox="1"/>
          <p:nvPr/>
        </p:nvSpPr>
        <p:spPr>
          <a:xfrm>
            <a:off x="857691" y="1348712"/>
            <a:ext cx="9395781" cy="3893374"/>
          </a:xfrm>
          <a:prstGeom prst="rect">
            <a:avLst/>
          </a:prstGeom>
        </p:spPr>
        <p:txBody>
          <a:bodyPr vert="horz" wrap="square" lIns="0" tIns="0" rIns="0" bIns="0" rtlCol="0">
            <a:spAutoFit/>
          </a:bodyPr>
          <a:lstStyle/>
          <a:p>
            <a:pPr marL="12700">
              <a:lnSpc>
                <a:spcPct val="100000"/>
              </a:lnSpc>
            </a:pPr>
            <a:r>
              <a:rPr lang="en-ZA" sz="2400" b="1" kern="0" dirty="0">
                <a:solidFill>
                  <a:srgbClr val="00B050"/>
                </a:solidFill>
                <a:latin typeface="Arial" pitchFamily="34" charset="0"/>
                <a:cs typeface="Arial" pitchFamily="34" charset="0"/>
              </a:rPr>
              <a:t>Is hypertension a problem in </a:t>
            </a:r>
            <a:r>
              <a:rPr lang="en-ZA" sz="2400" b="1" kern="0" dirty="0">
                <a:solidFill>
                  <a:srgbClr val="FF0000"/>
                </a:solidFill>
                <a:latin typeface="Arial" pitchFamily="34" charset="0"/>
                <a:cs typeface="Arial" pitchFamily="34" charset="0"/>
              </a:rPr>
              <a:t>in The Gambia</a:t>
            </a:r>
            <a:r>
              <a:rPr lang="en-ZA" sz="2400" b="1" kern="0" dirty="0">
                <a:solidFill>
                  <a:srgbClr val="00B050"/>
                </a:solidFill>
                <a:latin typeface="Arial" pitchFamily="34" charset="0"/>
                <a:cs typeface="Arial" pitchFamily="34" charset="0"/>
              </a:rPr>
              <a:t>? </a:t>
            </a:r>
          </a:p>
          <a:p>
            <a:pPr marL="299720">
              <a:lnSpc>
                <a:spcPct val="100000"/>
              </a:lnSpc>
              <a:spcBef>
                <a:spcPts val="565"/>
              </a:spcBef>
              <a:buClr>
                <a:srgbClr val="231F20"/>
              </a:buClr>
              <a:tabLst>
                <a:tab pos="528955" algn="l"/>
              </a:tabLst>
            </a:pPr>
            <a:endParaRPr lang="en-US" sz="1600" spc="-15" dirty="0">
              <a:latin typeface="Arial" panose="020B0604020202020204" pitchFamily="34" charset="0"/>
              <a:cs typeface="Arial" panose="020B0604020202020204" pitchFamily="34" charset="0"/>
            </a:endParaRPr>
          </a:p>
          <a:p>
            <a:pPr marL="299720">
              <a:lnSpc>
                <a:spcPct val="100000"/>
              </a:lnSpc>
              <a:spcBef>
                <a:spcPts val="565"/>
              </a:spcBef>
              <a:buClr>
                <a:srgbClr val="231F20"/>
              </a:buClr>
              <a:tabLst>
                <a:tab pos="528955" algn="l"/>
              </a:tabLst>
            </a:pPr>
            <a:r>
              <a:rPr lang="en-US" sz="2000" b="1" spc="-15" dirty="0">
                <a:solidFill>
                  <a:srgbClr val="00B050"/>
                </a:solidFill>
                <a:latin typeface="Arial" panose="020B0604020202020204" pitchFamily="34" charset="0"/>
                <a:cs typeface="Arial" panose="020B0604020202020204" pitchFamily="34" charset="0"/>
              </a:rPr>
              <a:t>How many participants have measured their BP this month??</a:t>
            </a:r>
          </a:p>
          <a:p>
            <a:pPr marL="528320" indent="-228600">
              <a:lnSpc>
                <a:spcPct val="100000"/>
              </a:lnSpc>
              <a:spcBef>
                <a:spcPts val="565"/>
              </a:spcBef>
              <a:buClr>
                <a:srgbClr val="231F20"/>
              </a:buClr>
              <a:buFont typeface="Arial"/>
              <a:buChar char="•"/>
              <a:tabLst>
                <a:tab pos="528955" algn="l"/>
              </a:tabLst>
            </a:pPr>
            <a:endParaRPr lang="en-US" sz="1600" spc="-15" dirty="0">
              <a:latin typeface="Arial" panose="020B0604020202020204" pitchFamily="34" charset="0"/>
              <a:cs typeface="Arial" panose="020B0604020202020204" pitchFamily="34" charset="0"/>
            </a:endParaRPr>
          </a:p>
          <a:p>
            <a:pPr marL="585470" indent="-285750">
              <a:lnSpc>
                <a:spcPct val="100000"/>
              </a:lnSpc>
              <a:spcBef>
                <a:spcPts val="565"/>
              </a:spcBef>
              <a:buClr>
                <a:srgbClr val="231F20"/>
              </a:buClr>
              <a:buFont typeface="Wingdings" panose="05000000000000000000" pitchFamily="2" charset="2"/>
              <a:buChar char="§"/>
              <a:tabLst>
                <a:tab pos="528955" algn="l"/>
              </a:tabLst>
            </a:pPr>
            <a:r>
              <a:rPr lang="en-US" sz="1800" spc="-15" dirty="0" smtClean="0">
                <a:solidFill>
                  <a:srgbClr val="FF0000"/>
                </a:solidFill>
                <a:latin typeface="Arial" panose="020B0604020202020204" pitchFamily="34" charset="0"/>
                <a:cs typeface="Arial" panose="020B0604020202020204" pitchFamily="34" charset="0"/>
              </a:rPr>
              <a:t>The </a:t>
            </a:r>
            <a:r>
              <a:rPr lang="en-US" sz="1800" spc="-15" dirty="0">
                <a:solidFill>
                  <a:srgbClr val="FF0000"/>
                </a:solidFill>
                <a:latin typeface="Arial" panose="020B0604020202020204" pitchFamily="34" charset="0"/>
                <a:cs typeface="Arial" panose="020B0604020202020204" pitchFamily="34" charset="0"/>
              </a:rPr>
              <a:t>prevalence of hypertension in </a:t>
            </a:r>
            <a:r>
              <a:rPr lang="en-US" sz="1800" spc="-15" dirty="0" smtClean="0">
                <a:solidFill>
                  <a:srgbClr val="FF0000"/>
                </a:solidFill>
                <a:latin typeface="Arial" panose="020B0604020202020204" pitchFamily="34" charset="0"/>
                <a:cs typeface="Arial" panose="020B0604020202020204" pitchFamily="34" charset="0"/>
              </a:rPr>
              <a:t>29</a:t>
            </a:r>
            <a:r>
              <a:rPr lang="en-US" sz="1800" spc="-15" dirty="0" smtClean="0">
                <a:solidFill>
                  <a:srgbClr val="FF0000"/>
                </a:solidFill>
                <a:latin typeface="Arial" panose="020B0604020202020204" pitchFamily="34" charset="0"/>
                <a:cs typeface="Arial" panose="020B0604020202020204" pitchFamily="34" charset="0"/>
              </a:rPr>
              <a:t>% (</a:t>
            </a:r>
            <a:r>
              <a:rPr lang="en-US" sz="1800" spc="-15" dirty="0" err="1" smtClean="0">
                <a:solidFill>
                  <a:srgbClr val="FF0000"/>
                </a:solidFill>
                <a:latin typeface="Arial" panose="020B0604020202020204" pitchFamily="34" charset="0"/>
                <a:cs typeface="Arial" panose="020B0604020202020204" pitchFamily="34" charset="0"/>
              </a:rPr>
              <a:t>cham</a:t>
            </a:r>
            <a:r>
              <a:rPr lang="en-US" sz="1800" spc="-15" dirty="0" smtClean="0">
                <a:solidFill>
                  <a:srgbClr val="FF0000"/>
                </a:solidFill>
                <a:latin typeface="Arial" panose="020B0604020202020204" pitchFamily="34" charset="0"/>
                <a:cs typeface="Arial" panose="020B0604020202020204" pitchFamily="34" charset="0"/>
              </a:rPr>
              <a:t> et al)</a:t>
            </a:r>
            <a:endParaRPr lang="en-US" sz="1800" spc="-15" dirty="0">
              <a:solidFill>
                <a:srgbClr val="FF0000"/>
              </a:solidFill>
              <a:latin typeface="Arial" panose="020B0604020202020204" pitchFamily="34" charset="0"/>
              <a:cs typeface="Arial" panose="020B0604020202020204" pitchFamily="34" charset="0"/>
            </a:endParaRPr>
          </a:p>
          <a:p>
            <a:pPr marL="585470" indent="-285750">
              <a:lnSpc>
                <a:spcPct val="100000"/>
              </a:lnSpc>
              <a:spcBef>
                <a:spcPts val="565"/>
              </a:spcBef>
              <a:buClr>
                <a:srgbClr val="231F20"/>
              </a:buClr>
              <a:buFont typeface="Wingdings" panose="05000000000000000000" pitchFamily="2" charset="2"/>
              <a:buChar char="§"/>
              <a:tabLst>
                <a:tab pos="528955" algn="l"/>
              </a:tabLst>
            </a:pPr>
            <a:r>
              <a:rPr lang="en-US" sz="1800" spc="-15" dirty="0">
                <a:solidFill>
                  <a:srgbClr val="FF0000"/>
                </a:solidFill>
                <a:latin typeface="Arial" panose="020B0604020202020204" pitchFamily="34" charset="0"/>
                <a:cs typeface="Arial" panose="020B0604020202020204" pitchFamily="34" charset="0"/>
              </a:rPr>
              <a:t>Studies in older populations report prevalence rates of </a:t>
            </a:r>
            <a:r>
              <a:rPr lang="en-US" sz="1800" spc="-15" dirty="0" smtClean="0">
                <a:solidFill>
                  <a:srgbClr val="FF0000"/>
                </a:solidFill>
                <a:latin typeface="Arial" panose="020B0604020202020204" pitchFamily="34" charset="0"/>
                <a:cs typeface="Arial" panose="020B0604020202020204" pitchFamily="34" charset="0"/>
              </a:rPr>
              <a:t>&gt;</a:t>
            </a:r>
            <a:r>
              <a:rPr lang="en-US" sz="1800" spc="-15" dirty="0" smtClean="0">
                <a:solidFill>
                  <a:srgbClr val="FF0000"/>
                </a:solidFill>
                <a:latin typeface="Arial" panose="020B0604020202020204" pitchFamily="34" charset="0"/>
                <a:cs typeface="Arial" panose="020B0604020202020204" pitchFamily="34" charset="0"/>
              </a:rPr>
              <a:t>20%</a:t>
            </a:r>
            <a:r>
              <a:rPr lang="en-US" sz="1800" spc="-15" dirty="0" smtClean="0">
                <a:solidFill>
                  <a:srgbClr val="FF0000"/>
                </a:solidFill>
                <a:latin typeface="Arial" panose="020B0604020202020204" pitchFamily="34" charset="0"/>
                <a:cs typeface="Arial" panose="020B0604020202020204" pitchFamily="34" charset="0"/>
              </a:rPr>
              <a:t> </a:t>
            </a:r>
            <a:endParaRPr lang="en-US" sz="1800" spc="-15" dirty="0">
              <a:solidFill>
                <a:srgbClr val="FF0000"/>
              </a:solidFill>
              <a:latin typeface="Arial" panose="020B0604020202020204" pitchFamily="34" charset="0"/>
              <a:cs typeface="Arial" panose="020B0604020202020204" pitchFamily="34" charset="0"/>
            </a:endParaRPr>
          </a:p>
          <a:p>
            <a:pPr marL="585470" indent="-285750">
              <a:lnSpc>
                <a:spcPct val="100000"/>
              </a:lnSpc>
              <a:spcBef>
                <a:spcPts val="280"/>
              </a:spcBef>
              <a:buClr>
                <a:srgbClr val="231F20"/>
              </a:buClr>
              <a:buFont typeface="Wingdings" panose="05000000000000000000" pitchFamily="2" charset="2"/>
              <a:buChar char="§"/>
              <a:tabLst>
                <a:tab pos="528955" algn="l"/>
              </a:tabLst>
            </a:pPr>
            <a:r>
              <a:rPr lang="en-US" sz="1800" spc="-15" dirty="0">
                <a:latin typeface="Arial" panose="020B0604020202020204" pitchFamily="34" charset="0"/>
                <a:cs typeface="Arial" panose="020B0604020202020204" pitchFamily="34" charset="0"/>
              </a:rPr>
              <a:t>Participants to discuss trends observed in their facilities</a:t>
            </a:r>
          </a:p>
          <a:p>
            <a:pPr marL="585470" indent="-285750">
              <a:lnSpc>
                <a:spcPct val="100000"/>
              </a:lnSpc>
              <a:spcBef>
                <a:spcPts val="280"/>
              </a:spcBef>
              <a:buClr>
                <a:srgbClr val="231F20"/>
              </a:buClr>
              <a:buFont typeface="Wingdings" panose="05000000000000000000" pitchFamily="2" charset="2"/>
              <a:buChar char="§"/>
              <a:tabLst>
                <a:tab pos="528955" algn="l"/>
              </a:tabLst>
            </a:pPr>
            <a:r>
              <a:rPr lang="en-US" sz="1800" spc="-15" dirty="0">
                <a:latin typeface="Arial" panose="020B0604020202020204" pitchFamily="34" charset="0"/>
                <a:cs typeface="Arial" panose="020B0604020202020204" pitchFamily="34" charset="0"/>
              </a:rPr>
              <a:t>Brainstorm on possible reasons why these trends exist</a:t>
            </a:r>
          </a:p>
          <a:p>
            <a:pPr marL="299720">
              <a:lnSpc>
                <a:spcPct val="100000"/>
              </a:lnSpc>
              <a:spcBef>
                <a:spcPts val="280"/>
              </a:spcBef>
              <a:buClr>
                <a:srgbClr val="231F20"/>
              </a:buClr>
              <a:tabLst>
                <a:tab pos="528955" algn="l"/>
              </a:tabLst>
            </a:pPr>
            <a:endParaRPr lang="en-US" sz="1600" spc="-15" dirty="0">
              <a:latin typeface="Arial" panose="020B0604020202020204" pitchFamily="34" charset="0"/>
              <a:cs typeface="Arial" panose="020B0604020202020204" pitchFamily="34" charset="0"/>
            </a:endParaRPr>
          </a:p>
          <a:p>
            <a:pPr marL="299720">
              <a:lnSpc>
                <a:spcPct val="100000"/>
              </a:lnSpc>
              <a:spcBef>
                <a:spcPts val="280"/>
              </a:spcBef>
              <a:buClr>
                <a:srgbClr val="231F20"/>
              </a:buClr>
              <a:tabLst>
                <a:tab pos="528955" algn="l"/>
              </a:tabLst>
            </a:pPr>
            <a:r>
              <a:rPr lang="en-US" sz="1800" b="1" spc="-15" dirty="0">
                <a:latin typeface="Arial" panose="020B0604020202020204" pitchFamily="34" charset="0"/>
                <a:cs typeface="Arial" panose="020B0604020202020204" pitchFamily="34" charset="0"/>
              </a:rPr>
              <a:t>How many of you have given a talk on hypertension this year?</a:t>
            </a:r>
          </a:p>
          <a:p>
            <a:pPr>
              <a:lnSpc>
                <a:spcPct val="100000"/>
              </a:lnSpc>
            </a:pPr>
            <a:endParaRPr sz="1600" dirty="0">
              <a:latin typeface="Arial" panose="020B0604020202020204" pitchFamily="34" charset="0"/>
              <a:cs typeface="Arial" panose="020B0604020202020204" pitchFamily="34" charset="0"/>
            </a:endParaRPr>
          </a:p>
          <a:p>
            <a:pPr>
              <a:lnSpc>
                <a:spcPct val="100000"/>
              </a:lnSpc>
              <a:spcBef>
                <a:spcPts val="3"/>
              </a:spcBef>
            </a:pPr>
            <a:endParaRP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3538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0ACB646-AF49-7644-94C2-3DB211F94870}"/>
              </a:ext>
            </a:extLst>
          </p:cNvPr>
          <p:cNvSpPr>
            <a:spLocks noGrp="1"/>
          </p:cNvSpPr>
          <p:nvPr>
            <p:ph type="sldNum" sz="quarter" idx="12"/>
          </p:nvPr>
        </p:nvSpPr>
        <p:spPr/>
        <p:txBody>
          <a:bodyPr/>
          <a:lstStyle/>
          <a:p>
            <a:fld id="{5FCE7002-8CF6-784B-9A24-69DF51357AB2}" type="slidenum">
              <a:rPr lang="en-US" smtClean="0"/>
              <a:t>12</a:t>
            </a:fld>
            <a:endParaRPr lang="en-US"/>
          </a:p>
        </p:txBody>
      </p:sp>
      <p:sp>
        <p:nvSpPr>
          <p:cNvPr id="5" name="object 4">
            <a:extLst>
              <a:ext uri="{FF2B5EF4-FFF2-40B4-BE49-F238E27FC236}">
                <a16:creationId xmlns:a16="http://schemas.microsoft.com/office/drawing/2014/main" xmlns="" id="{29498F86-58DC-404C-BE51-110AC32A2E1E}"/>
              </a:ext>
            </a:extLst>
          </p:cNvPr>
          <p:cNvSpPr txBox="1"/>
          <p:nvPr/>
        </p:nvSpPr>
        <p:spPr>
          <a:xfrm>
            <a:off x="563160" y="1598920"/>
            <a:ext cx="6194785" cy="5334730"/>
          </a:xfrm>
          <a:prstGeom prst="rect">
            <a:avLst/>
          </a:prstGeom>
        </p:spPr>
        <p:txBody>
          <a:bodyPr vert="horz" wrap="square" lIns="0" tIns="0" rIns="0" bIns="0" rtlCol="0">
            <a:spAutoFit/>
          </a:bodyPr>
          <a:lstStyle/>
          <a:p>
            <a:pPr marL="241300" indent="-228600">
              <a:lnSpc>
                <a:spcPct val="150000"/>
              </a:lnSpc>
              <a:buClr>
                <a:srgbClr val="231F20"/>
              </a:buClr>
              <a:buFont typeface="Arial"/>
              <a:buChar char="•"/>
              <a:tabLst>
                <a:tab pos="241300" algn="l"/>
              </a:tabLst>
            </a:pPr>
            <a:r>
              <a:rPr sz="1800" spc="-10" dirty="0">
                <a:solidFill>
                  <a:srgbClr val="231F20"/>
                </a:solidFill>
                <a:latin typeface="Arial" panose="020B0604020202020204" pitchFamily="34" charset="0"/>
                <a:cs typeface="Arial" panose="020B0604020202020204" pitchFamily="34" charset="0"/>
              </a:rPr>
              <a:t>Hype</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silent </a:t>
            </a:r>
            <a:r>
              <a:rPr sz="1800" spc="-10" dirty="0">
                <a:solidFill>
                  <a:srgbClr val="231F20"/>
                </a:solidFill>
                <a:latin typeface="Arial" panose="020B0604020202020204" pitchFamily="34" charset="0"/>
                <a:cs typeface="Arial" panose="020B0604020202020204" pitchFamily="34" charset="0"/>
              </a:rPr>
              <a:t>disease</a:t>
            </a:r>
            <a:r>
              <a:rPr lang="en-US" sz="1800" spc="-10" dirty="0">
                <a:solidFill>
                  <a:srgbClr val="231F20"/>
                </a:solidFill>
                <a:latin typeface="Arial" panose="020B0604020202020204" pitchFamily="34" charset="0"/>
                <a:cs typeface="Arial" panose="020B0604020202020204" pitchFamily="34" charset="0"/>
              </a:rPr>
              <a:t> – </a:t>
            </a:r>
            <a:r>
              <a:rPr lang="en-US" sz="1800" b="1" spc="-10" dirty="0">
                <a:latin typeface="Arial" panose="020B0604020202020204" pitchFamily="34" charset="0"/>
                <a:cs typeface="Arial" panose="020B0604020202020204" pitchFamily="34" charset="0"/>
              </a:rPr>
              <a:t>Most people do not have any symptoms</a:t>
            </a:r>
          </a:p>
          <a:p>
            <a:pPr marL="241300" indent="-228600">
              <a:lnSpc>
                <a:spcPct val="150000"/>
              </a:lnSpc>
              <a:buClr>
                <a:srgbClr val="231F20"/>
              </a:buClr>
              <a:buFont typeface="Arial"/>
              <a:buChar char="•"/>
              <a:tabLst>
                <a:tab pos="241300" algn="l"/>
              </a:tabLst>
            </a:pPr>
            <a:endParaRPr lang="en-US" sz="1400" b="1" spc="-10" dirty="0">
              <a:solidFill>
                <a:srgbClr val="0000FF"/>
              </a:solidFill>
              <a:latin typeface="Arial" panose="020B0604020202020204" pitchFamily="34" charset="0"/>
              <a:cs typeface="Arial" panose="020B0604020202020204" pitchFamily="34" charset="0"/>
            </a:endParaRPr>
          </a:p>
          <a:p>
            <a:pPr marL="241300" indent="-228600">
              <a:lnSpc>
                <a:spcPct val="150000"/>
              </a:lnSpc>
              <a:buClr>
                <a:srgbClr val="231F20"/>
              </a:buClr>
              <a:buFont typeface="Arial"/>
              <a:buChar char="•"/>
              <a:tabLst>
                <a:tab pos="241300" algn="l"/>
              </a:tabLst>
            </a:pPr>
            <a:r>
              <a:rPr lang="en-US" sz="1800" spc="-10" dirty="0">
                <a:latin typeface="Arial" panose="020B0604020202020204" pitchFamily="34" charset="0"/>
                <a:cs typeface="Arial" panose="020B0604020202020204" pitchFamily="34" charset="0"/>
              </a:rPr>
              <a:t>H</a:t>
            </a:r>
            <a:r>
              <a:rPr sz="1800" spc="-30" dirty="0">
                <a:latin typeface="Arial" panose="020B0604020202020204" pitchFamily="34" charset="0"/>
                <a:cs typeface="Arial" panose="020B0604020202020204" pitchFamily="34" charset="0"/>
              </a:rPr>
              <a:t>o</a:t>
            </a:r>
            <a:r>
              <a:rPr sz="1800" spc="-20" dirty="0">
                <a:latin typeface="Arial" panose="020B0604020202020204" pitchFamily="34" charset="0"/>
                <a:cs typeface="Arial" panose="020B0604020202020204" pitchFamily="34" charset="0"/>
              </a:rPr>
              <a:t>w</a:t>
            </a:r>
            <a:r>
              <a:rPr sz="1800" spc="-35" dirty="0">
                <a:latin typeface="Arial" panose="020B0604020202020204" pitchFamily="34" charset="0"/>
                <a:cs typeface="Arial" panose="020B0604020202020204" pitchFamily="34" charset="0"/>
              </a:rPr>
              <a:t>e</a:t>
            </a:r>
            <a:r>
              <a:rPr sz="1800" spc="-20" dirty="0">
                <a:latin typeface="Arial" panose="020B0604020202020204" pitchFamily="34" charset="0"/>
                <a:cs typeface="Arial" panose="020B0604020202020204" pitchFamily="34" charset="0"/>
              </a:rPr>
              <a:t>v</a:t>
            </a:r>
            <a:r>
              <a:rPr sz="1800" spc="-10" dirty="0">
                <a:latin typeface="Arial" panose="020B0604020202020204" pitchFamily="34" charset="0"/>
                <a:cs typeface="Arial" panose="020B0604020202020204" pitchFamily="34" charset="0"/>
              </a:rPr>
              <a:t>er</a:t>
            </a:r>
            <a:r>
              <a:rPr lang="en-US" sz="1800" spc="-10" dirty="0">
                <a:latin typeface="Arial" panose="020B0604020202020204" pitchFamily="34" charset="0"/>
                <a:cs typeface="Arial" panose="020B0604020202020204" pitchFamily="34" charset="0"/>
              </a:rPr>
              <a:t>,</a:t>
            </a:r>
            <a:r>
              <a:rPr sz="1800" dirty="0">
                <a:latin typeface="Arial" panose="020B0604020202020204" pitchFamily="34" charset="0"/>
                <a:cs typeface="Arial" panose="020B0604020202020204" pitchFamily="34" charset="0"/>
              </a:rPr>
              <a:t> </a:t>
            </a:r>
            <a:r>
              <a:rPr lang="en-US" sz="1800" spc="-10" dirty="0">
                <a:latin typeface="Arial" panose="020B0604020202020204" pitchFamily="34" charset="0"/>
                <a:cs typeface="Arial" panose="020B0604020202020204" pitchFamily="34" charset="0"/>
              </a:rPr>
              <a:t>a few</a:t>
            </a:r>
            <a:r>
              <a:rPr sz="1800" dirty="0">
                <a:latin typeface="Arial" panose="020B0604020202020204" pitchFamily="34" charset="0"/>
                <a:cs typeface="Arial" panose="020B0604020202020204" pitchFamily="34" charset="0"/>
              </a:rPr>
              <a:t> </a:t>
            </a:r>
            <a:r>
              <a:rPr sz="1800" spc="-15" dirty="0">
                <a:latin typeface="Arial" panose="020B0604020202020204" pitchFamily="34" charset="0"/>
                <a:cs typeface="Arial" panose="020B0604020202020204" pitchFamily="34" charset="0"/>
              </a:rPr>
              <a:t>peopl</a:t>
            </a:r>
            <a:r>
              <a:rPr sz="1800" spc="-10" dirty="0">
                <a:latin typeface="Arial" panose="020B0604020202020204" pitchFamily="34" charset="0"/>
                <a:cs typeface="Arial" panose="020B0604020202020204" pitchFamily="34" charset="0"/>
              </a:rPr>
              <a:t>e</a:t>
            </a:r>
            <a:r>
              <a:rPr sz="1800"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m</a:t>
            </a:r>
            <a:r>
              <a:rPr sz="1800" spc="-45" dirty="0">
                <a:latin typeface="Arial" panose="020B0604020202020204" pitchFamily="34" charset="0"/>
                <a:cs typeface="Arial" panose="020B0604020202020204" pitchFamily="34" charset="0"/>
              </a:rPr>
              <a:t>a</a:t>
            </a:r>
            <a:r>
              <a:rPr sz="1800" dirty="0">
                <a:latin typeface="Arial" panose="020B0604020202020204" pitchFamily="34" charset="0"/>
                <a:cs typeface="Arial" panose="020B0604020202020204" pitchFamily="34" charset="0"/>
              </a:rPr>
              <a:t>y </a:t>
            </a:r>
            <a:r>
              <a:rPr sz="1800" spc="-10" dirty="0">
                <a:latin typeface="Arial" panose="020B0604020202020204" pitchFamily="34" charset="0"/>
                <a:cs typeface="Arial" panose="020B0604020202020204" pitchFamily="34" charset="0"/>
              </a:rPr>
              <a:t>d</a:t>
            </a:r>
            <a:r>
              <a:rPr sz="1800" spc="-35" dirty="0">
                <a:latin typeface="Arial" panose="020B0604020202020204" pitchFamily="34" charset="0"/>
                <a:cs typeface="Arial" panose="020B0604020202020204" pitchFamily="34" charset="0"/>
              </a:rPr>
              <a:t>e</a:t>
            </a:r>
            <a:r>
              <a:rPr sz="1800" spc="-20" dirty="0">
                <a:latin typeface="Arial" panose="020B0604020202020204" pitchFamily="34" charset="0"/>
                <a:cs typeface="Arial" panose="020B0604020202020204" pitchFamily="34" charset="0"/>
              </a:rPr>
              <a:t>v</a:t>
            </a:r>
            <a:r>
              <a:rPr sz="1800" spc="-10" dirty="0">
                <a:latin typeface="Arial" panose="020B0604020202020204" pitchFamily="34" charset="0"/>
                <a:cs typeface="Arial" panose="020B0604020202020204" pitchFamily="34" charset="0"/>
              </a:rPr>
              <a:t>elop</a:t>
            </a:r>
            <a:r>
              <a:rPr sz="1800" spc="-5" dirty="0">
                <a:latin typeface="Arial" panose="020B0604020202020204" pitchFamily="34" charset="0"/>
                <a:cs typeface="Arial" panose="020B0604020202020204" pitchFamily="34" charset="0"/>
              </a:rPr>
              <a:t> </a:t>
            </a:r>
            <a:r>
              <a:rPr lang="en-US" sz="1800" spc="-10" dirty="0">
                <a:latin typeface="Arial" panose="020B0604020202020204" pitchFamily="34" charset="0"/>
                <a:cs typeface="Arial" panose="020B0604020202020204" pitchFamily="34" charset="0"/>
              </a:rPr>
              <a:t>the following</a:t>
            </a:r>
            <a:r>
              <a:rPr lang="en-US" sz="1800" b="1" spc="-10" dirty="0">
                <a:solidFill>
                  <a:srgbClr val="0000FF"/>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492759" lvl="1" indent="-228600">
              <a:lnSpc>
                <a:spcPct val="150000"/>
              </a:lnSpc>
              <a:spcBef>
                <a:spcPts val="565"/>
              </a:spcBef>
              <a:buClr>
                <a:srgbClr val="231F20"/>
              </a:buClr>
              <a:buFont typeface="Arial"/>
              <a:buChar char="•"/>
              <a:tabLst>
                <a:tab pos="493395" algn="l"/>
              </a:tabLst>
            </a:pPr>
            <a:r>
              <a:rPr lang="en-US" sz="1800" spc="-1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eadache</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atigue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confusion</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5" dirty="0">
                <a:solidFill>
                  <a:srgbClr val="231F20"/>
                </a:solidFill>
                <a:latin typeface="Arial" panose="020B0604020202020204" pitchFamily="34" charset="0"/>
                <a:cs typeface="Arial" panose="020B0604020202020204" pitchFamily="34" charset="0"/>
              </a:rPr>
              <a:t>Visual </a:t>
            </a:r>
            <a:r>
              <a:rPr sz="1800" spc="-15" dirty="0">
                <a:solidFill>
                  <a:srgbClr val="231F20"/>
                </a:solidFill>
                <a:latin typeface="Arial" panose="020B0604020202020204" pitchFamily="34" charset="0"/>
                <a:cs typeface="Arial" panose="020B0604020202020204" pitchFamily="34" charset="0"/>
              </a:rPr>
              <a:t>p</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oblems</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15" dirty="0">
                <a:solidFill>
                  <a:srgbClr val="231F20"/>
                </a:solidFill>
                <a:latin typeface="Arial" panose="020B0604020202020204" pitchFamily="34" charset="0"/>
                <a:cs typeface="Arial" panose="020B0604020202020204" pitchFamily="34" charset="0"/>
              </a:rPr>
              <a:t>Ches</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pain</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10" dirty="0">
                <a:solidFill>
                  <a:srgbClr val="231F20"/>
                </a:solidFill>
                <a:latin typeface="Arial" panose="020B0604020202020204" pitchFamily="34" charset="0"/>
                <a:cs typeface="Arial" panose="020B0604020202020204" pitchFamily="34" charset="0"/>
              </a:rPr>
              <a:t>Difficulty in breathing</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5" dirty="0">
                <a:solidFill>
                  <a:srgbClr val="231F20"/>
                </a:solidFill>
                <a:latin typeface="Arial" panose="020B0604020202020204" pitchFamily="34" charset="0"/>
                <a:cs typeface="Arial" panose="020B0604020202020204" pitchFamily="34" charset="0"/>
              </a:rPr>
              <a:t>Irregular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tbeat</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urine</a:t>
            </a:r>
            <a:endParaRPr sz="1800" dirty="0">
              <a:latin typeface="Arial" panose="020B0604020202020204" pitchFamily="34" charset="0"/>
              <a:cs typeface="Arial" panose="020B0604020202020204" pitchFamily="34" charset="0"/>
            </a:endParaRPr>
          </a:p>
          <a:p>
            <a:pPr marL="492759" lvl="1" indent="-228600">
              <a:lnSpc>
                <a:spcPct val="150000"/>
              </a:lnSpc>
              <a:buClr>
                <a:srgbClr val="231F20"/>
              </a:buClr>
              <a:buFont typeface="Arial"/>
              <a:buChar char="•"/>
              <a:tabLst>
                <a:tab pos="493395" algn="l"/>
              </a:tabLst>
            </a:pPr>
            <a:r>
              <a:rPr sz="1800" spc="-40" dirty="0">
                <a:solidFill>
                  <a:srgbClr val="231F20"/>
                </a:solidFill>
                <a:latin typeface="Arial" panose="020B0604020202020204" pitchFamily="34" charset="0"/>
                <a:cs typeface="Arial" panose="020B0604020202020204" pitchFamily="34" charset="0"/>
              </a:rPr>
              <a:t>A</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areness</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tbeats</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(poundin</a:t>
            </a:r>
            <a:r>
              <a:rPr sz="1800" spc="-10" dirty="0">
                <a:solidFill>
                  <a:srgbClr val="231F20"/>
                </a:solidFill>
                <a:latin typeface="Arial" panose="020B0604020202020204" pitchFamily="34" charset="0"/>
                <a:cs typeface="Arial" panose="020B0604020202020204" pitchFamily="34" charset="0"/>
              </a:rPr>
              <a:t>g</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chest, </a:t>
            </a:r>
            <a:r>
              <a:rPr sz="1800" spc="-10" dirty="0">
                <a:solidFill>
                  <a:srgbClr val="231F20"/>
                </a:solidFill>
                <a:latin typeface="Arial" panose="020B0604020202020204" pitchFamily="34" charset="0"/>
                <a:cs typeface="Arial" panose="020B0604020202020204" pitchFamily="34" charset="0"/>
              </a:rPr>
              <a:t>neck</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ear</a:t>
            </a:r>
            <a:r>
              <a:rPr sz="1800" dirty="0">
                <a:solidFill>
                  <a:srgbClr val="231F20"/>
                </a:solidFill>
                <a:latin typeface="Arial" panose="020B0604020202020204" pitchFamily="34" charset="0"/>
                <a:cs typeface="Arial" panose="020B0604020202020204" pitchFamily="34" charset="0"/>
              </a:rPr>
              <a:t>s)</a:t>
            </a:r>
            <a:endParaRPr sz="1800" dirty="0">
              <a:latin typeface="Arial" panose="020B0604020202020204" pitchFamily="34" charset="0"/>
              <a:cs typeface="Arial" panose="020B0604020202020204" pitchFamily="34" charset="0"/>
            </a:endParaRPr>
          </a:p>
        </p:txBody>
      </p:sp>
      <p:sp>
        <p:nvSpPr>
          <p:cNvPr id="7" name="object 2">
            <a:extLst>
              <a:ext uri="{FF2B5EF4-FFF2-40B4-BE49-F238E27FC236}">
                <a16:creationId xmlns:a16="http://schemas.microsoft.com/office/drawing/2014/main" xmlns="" id="{91B984A5-ACBF-DD4B-B88E-1D1791314459}"/>
              </a:ext>
            </a:extLst>
          </p:cNvPr>
          <p:cNvSpPr txBox="1"/>
          <p:nvPr/>
        </p:nvSpPr>
        <p:spPr>
          <a:xfrm>
            <a:off x="0" y="423599"/>
            <a:ext cx="7347473" cy="430706"/>
          </a:xfrm>
          <a:prstGeom prst="rect">
            <a:avLst/>
          </a:prstGeom>
          <a:solidFill>
            <a:srgbClr val="00B050"/>
          </a:solidFill>
          <a:ln w="9525">
            <a:noFill/>
          </a:ln>
        </p:spPr>
        <p:txBody>
          <a:bodyPr vert="horz" wrap="square" lIns="0" tIns="0" rIns="0" bIns="0" rtlCol="0">
            <a:spAutoFit/>
          </a:bodyPr>
          <a:lstStyle/>
          <a:p>
            <a:pPr marL="566193"/>
            <a:r>
              <a:rPr lang="en-GB" sz="2799" b="1" kern="0" dirty="0">
                <a:solidFill>
                  <a:schemeClr val="bg1"/>
                </a:solidFill>
                <a:latin typeface="Arial" pitchFamily="34" charset="0"/>
                <a:ea typeface="+mj-ea"/>
                <a:cs typeface="Arial" pitchFamily="34" charset="0"/>
              </a:rPr>
              <a:t>  Signs and symptoms of hypertension</a:t>
            </a:r>
            <a:endParaRPr sz="2999" b="1" dirty="0">
              <a:solidFill>
                <a:schemeClr val="bg1"/>
              </a:solidFill>
              <a:latin typeface="Arial"/>
              <a:cs typeface="Arial"/>
            </a:endParaRPr>
          </a:p>
        </p:txBody>
      </p:sp>
      <p:sp>
        <p:nvSpPr>
          <p:cNvPr id="8" name="Rectangle 7">
            <a:extLst>
              <a:ext uri="{FF2B5EF4-FFF2-40B4-BE49-F238E27FC236}">
                <a16:creationId xmlns:a16="http://schemas.microsoft.com/office/drawing/2014/main" xmlns="" id="{AAAC78BE-19A7-5E4A-91AD-02942E9AF3CD}"/>
              </a:ext>
            </a:extLst>
          </p:cNvPr>
          <p:cNvSpPr/>
          <p:nvPr/>
        </p:nvSpPr>
        <p:spPr>
          <a:xfrm>
            <a:off x="7347473" y="423599"/>
            <a:ext cx="150607" cy="430706"/>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xmlns="" id="{BB56677A-CE25-634E-A48F-6CEE47B8B00A}"/>
              </a:ext>
            </a:extLst>
          </p:cNvPr>
          <p:cNvSpPr/>
          <p:nvPr/>
        </p:nvSpPr>
        <p:spPr>
          <a:xfrm>
            <a:off x="6594438" y="1681363"/>
            <a:ext cx="3671844" cy="4504284"/>
          </a:xfrm>
          <a:custGeom>
            <a:avLst/>
            <a:gdLst/>
            <a:ahLst/>
            <a:cxnLst/>
            <a:rect l="l" t="t" r="r" b="b"/>
            <a:pathLst>
              <a:path w="9545955" h="2315845">
                <a:moveTo>
                  <a:pt x="107933" y="0"/>
                </a:moveTo>
                <a:lnTo>
                  <a:pt x="62515" y="496"/>
                </a:lnTo>
                <a:lnTo>
                  <a:pt x="21471" y="7761"/>
                </a:lnTo>
                <a:lnTo>
                  <a:pt x="1654" y="45262"/>
                </a:lnTo>
                <a:lnTo>
                  <a:pt x="0" y="82639"/>
                </a:lnTo>
                <a:lnTo>
                  <a:pt x="7" y="2233014"/>
                </a:lnTo>
                <a:lnTo>
                  <a:pt x="3906" y="2283548"/>
                </a:lnTo>
                <a:lnTo>
                  <a:pt x="31722" y="2311601"/>
                </a:lnTo>
                <a:lnTo>
                  <a:pt x="82572" y="2315587"/>
                </a:lnTo>
                <a:lnTo>
                  <a:pt x="9462344" y="2315592"/>
                </a:lnTo>
                <a:lnTo>
                  <a:pt x="9483000" y="2315157"/>
                </a:lnTo>
                <a:lnTo>
                  <a:pt x="9524044" y="2307893"/>
                </a:lnTo>
                <a:lnTo>
                  <a:pt x="9543861" y="2270391"/>
                </a:lnTo>
                <a:lnTo>
                  <a:pt x="9545515" y="2233014"/>
                </a:lnTo>
                <a:lnTo>
                  <a:pt x="9545508" y="82639"/>
                </a:lnTo>
                <a:lnTo>
                  <a:pt x="9541609" y="32106"/>
                </a:lnTo>
                <a:lnTo>
                  <a:pt x="9513793" y="4053"/>
                </a:lnTo>
                <a:lnTo>
                  <a:pt x="9462943" y="67"/>
                </a:lnTo>
                <a:lnTo>
                  <a:pt x="107933" y="0"/>
                </a:lnTo>
                <a:close/>
              </a:path>
            </a:pathLst>
          </a:custGeom>
          <a:solidFill>
            <a:schemeClr val="accent6">
              <a:lumMod val="40000"/>
              <a:lumOff val="60000"/>
            </a:schemeClr>
          </a:solidFill>
        </p:spPr>
        <p:txBody>
          <a:bodyPr wrap="square" lIns="0" tIns="0" rIns="0" bIns="0" rtlCol="0"/>
          <a:lstStyle/>
          <a:p>
            <a:pPr marL="12695"/>
            <a:endParaRPr lang="en-US" sz="1999" spc="135" dirty="0">
              <a:solidFill>
                <a:srgbClr val="231F20"/>
              </a:solidFill>
              <a:latin typeface="Arial" panose="020B0604020202020204" pitchFamily="34" charset="0"/>
              <a:cs typeface="Arial" panose="020B0604020202020204" pitchFamily="34" charset="0"/>
            </a:endParaRPr>
          </a:p>
          <a:p>
            <a:pPr marL="12695"/>
            <a:endParaRPr lang="en-US" sz="1599" b="1" spc="135" dirty="0">
              <a:solidFill>
                <a:srgbClr val="231F20"/>
              </a:solidFill>
              <a:latin typeface="Arial" panose="020B0604020202020204" pitchFamily="34" charset="0"/>
              <a:cs typeface="Arial" panose="020B0604020202020204" pitchFamily="34" charset="0"/>
            </a:endParaRPr>
          </a:p>
        </p:txBody>
      </p:sp>
      <p:sp>
        <p:nvSpPr>
          <p:cNvPr id="10" name="object 4">
            <a:extLst>
              <a:ext uri="{FF2B5EF4-FFF2-40B4-BE49-F238E27FC236}">
                <a16:creationId xmlns:a16="http://schemas.microsoft.com/office/drawing/2014/main" xmlns="" id="{BA813C06-95A8-504A-AB7B-C331F971171C}"/>
              </a:ext>
            </a:extLst>
          </p:cNvPr>
          <p:cNvSpPr txBox="1"/>
          <p:nvPr/>
        </p:nvSpPr>
        <p:spPr>
          <a:xfrm>
            <a:off x="6589829" y="1719240"/>
            <a:ext cx="1930859" cy="276883"/>
          </a:xfrm>
          <a:prstGeom prst="rect">
            <a:avLst/>
          </a:prstGeom>
          <a:solidFill>
            <a:srgbClr val="00B050"/>
          </a:solidFill>
          <a:ln>
            <a:noFill/>
          </a:ln>
        </p:spPr>
        <p:txBody>
          <a:bodyPr vert="horz" wrap="square" lIns="0" tIns="0" rIns="0" bIns="0" rtlCol="0">
            <a:spAutoFit/>
          </a:bodyPr>
          <a:lstStyle/>
          <a:p>
            <a:pPr marL="281192"/>
            <a:r>
              <a:rPr sz="1799" spc="80" dirty="0">
                <a:solidFill>
                  <a:schemeClr val="bg1"/>
                </a:solidFill>
                <a:latin typeface="Arial Black"/>
                <a:cs typeface="Arial Black"/>
              </a:rPr>
              <a:t>A</a:t>
            </a:r>
            <a:r>
              <a:rPr sz="1799" spc="5" dirty="0">
                <a:solidFill>
                  <a:schemeClr val="bg1"/>
                </a:solidFill>
                <a:latin typeface="Arial Black"/>
                <a:cs typeface="Arial Black"/>
              </a:rPr>
              <a:t>ctivity:</a:t>
            </a:r>
            <a:r>
              <a:rPr sz="1799" spc="-40" dirty="0">
                <a:solidFill>
                  <a:schemeClr val="bg1"/>
                </a:solidFill>
                <a:latin typeface="Arial Black"/>
                <a:cs typeface="Arial Black"/>
              </a:rPr>
              <a:t> </a:t>
            </a:r>
            <a:r>
              <a:rPr lang="en-US" sz="1799" spc="-75" dirty="0">
                <a:solidFill>
                  <a:schemeClr val="bg1"/>
                </a:solidFill>
                <a:latin typeface="Arial Black"/>
                <a:cs typeface="Arial Black"/>
              </a:rPr>
              <a:t>1</a:t>
            </a:r>
            <a:endParaRPr sz="1799" dirty="0">
              <a:solidFill>
                <a:schemeClr val="bg1"/>
              </a:solidFill>
              <a:latin typeface="Arial Black"/>
              <a:cs typeface="Arial Black"/>
            </a:endParaRPr>
          </a:p>
        </p:txBody>
      </p:sp>
      <p:sp>
        <p:nvSpPr>
          <p:cNvPr id="11" name="Rectangle 10">
            <a:extLst>
              <a:ext uri="{FF2B5EF4-FFF2-40B4-BE49-F238E27FC236}">
                <a16:creationId xmlns:a16="http://schemas.microsoft.com/office/drawing/2014/main" xmlns="" id="{A29D670E-6520-704C-8233-6849D4D3390E}"/>
              </a:ext>
            </a:extLst>
          </p:cNvPr>
          <p:cNvSpPr/>
          <p:nvPr/>
        </p:nvSpPr>
        <p:spPr>
          <a:xfrm>
            <a:off x="8521674" y="1719240"/>
            <a:ext cx="112814" cy="276884"/>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B535907-5F10-EA41-9AE0-B90949C527C6}"/>
              </a:ext>
            </a:extLst>
          </p:cNvPr>
          <p:cNvSpPr/>
          <p:nvPr/>
        </p:nvSpPr>
        <p:spPr>
          <a:xfrm>
            <a:off x="6589829" y="2116443"/>
            <a:ext cx="2601353" cy="369332"/>
          </a:xfrm>
          <a:prstGeom prst="rect">
            <a:avLst/>
          </a:prstGeom>
        </p:spPr>
        <p:txBody>
          <a:bodyPr wrap="none">
            <a:spAutoFit/>
          </a:bodyPr>
          <a:lstStyle/>
          <a:p>
            <a:pPr marL="12700">
              <a:lnSpc>
                <a:spcPct val="100000"/>
              </a:lnSpc>
            </a:pPr>
            <a:r>
              <a:rPr lang="en-US" sz="1800" spc="75" dirty="0">
                <a:solidFill>
                  <a:schemeClr val="tx1">
                    <a:lumMod val="75000"/>
                    <a:lumOff val="25000"/>
                  </a:schemeClr>
                </a:solidFill>
                <a:latin typeface="Arial" panose="020B0604020202020204" pitchFamily="34" charset="0"/>
                <a:cs typeface="Arial" panose="020B0604020202020204" pitchFamily="34" charset="0"/>
              </a:rPr>
              <a:t>Signs</a:t>
            </a:r>
            <a:r>
              <a:rPr lang="en-US" sz="1800" spc="50" dirty="0">
                <a:solidFill>
                  <a:schemeClr val="tx1">
                    <a:lumMod val="75000"/>
                    <a:lumOff val="25000"/>
                  </a:schemeClr>
                </a:solidFill>
                <a:latin typeface="Arial" panose="020B0604020202020204" pitchFamily="34" charset="0"/>
                <a:cs typeface="Arial" panose="020B0604020202020204" pitchFamily="34" charset="0"/>
              </a:rPr>
              <a:t> </a:t>
            </a:r>
            <a:r>
              <a:rPr lang="en-US" sz="1800" spc="100" dirty="0">
                <a:solidFill>
                  <a:schemeClr val="tx1">
                    <a:lumMod val="75000"/>
                    <a:lumOff val="25000"/>
                  </a:schemeClr>
                </a:solidFill>
                <a:latin typeface="Arial" panose="020B0604020202020204" pitchFamily="34" charset="0"/>
                <a:cs typeface="Arial" panose="020B0604020202020204" pitchFamily="34" charset="0"/>
              </a:rPr>
              <a:t>and</a:t>
            </a:r>
            <a:r>
              <a:rPr lang="en-US" sz="1800" spc="50" dirty="0">
                <a:solidFill>
                  <a:schemeClr val="tx1">
                    <a:lumMod val="75000"/>
                    <a:lumOff val="25000"/>
                  </a:schemeClr>
                </a:solidFill>
                <a:latin typeface="Arial" panose="020B0604020202020204" pitchFamily="34" charset="0"/>
                <a:cs typeface="Arial" panose="020B0604020202020204" pitchFamily="34" charset="0"/>
              </a:rPr>
              <a:t> s</a:t>
            </a:r>
            <a:r>
              <a:rPr lang="en-US" sz="1800" spc="220" dirty="0">
                <a:solidFill>
                  <a:schemeClr val="tx1">
                    <a:lumMod val="75000"/>
                    <a:lumOff val="25000"/>
                  </a:schemeClr>
                </a:solidFill>
                <a:latin typeface="Arial" panose="020B0604020202020204" pitchFamily="34" charset="0"/>
                <a:cs typeface="Arial" panose="020B0604020202020204" pitchFamily="34" charset="0"/>
              </a:rPr>
              <a:t>ym</a:t>
            </a:r>
            <a:r>
              <a:rPr lang="en-US" sz="1800" spc="140" dirty="0">
                <a:solidFill>
                  <a:schemeClr val="tx1">
                    <a:lumMod val="75000"/>
                    <a:lumOff val="25000"/>
                  </a:schemeClr>
                </a:solidFill>
                <a:latin typeface="Arial" panose="020B0604020202020204" pitchFamily="34" charset="0"/>
                <a:cs typeface="Arial" panose="020B0604020202020204" pitchFamily="34" charset="0"/>
              </a:rPr>
              <a:t>p</a:t>
            </a:r>
            <a:r>
              <a:rPr lang="en-US" sz="1800" spc="160" dirty="0">
                <a:solidFill>
                  <a:schemeClr val="tx1">
                    <a:lumMod val="75000"/>
                    <a:lumOff val="25000"/>
                  </a:schemeClr>
                </a:solidFill>
                <a:latin typeface="Arial" panose="020B0604020202020204" pitchFamily="34" charset="0"/>
                <a:cs typeface="Arial" panose="020B0604020202020204" pitchFamily="34" charset="0"/>
              </a:rPr>
              <a:t>toms</a:t>
            </a:r>
            <a:endParaRPr lang="en-US" sz="18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3" name="object 5">
            <a:extLst>
              <a:ext uri="{FF2B5EF4-FFF2-40B4-BE49-F238E27FC236}">
                <a16:creationId xmlns:a16="http://schemas.microsoft.com/office/drawing/2014/main" xmlns="" id="{D68385E9-53E4-3445-8778-8002591C41DE}"/>
              </a:ext>
            </a:extLst>
          </p:cNvPr>
          <p:cNvSpPr txBox="1"/>
          <p:nvPr/>
        </p:nvSpPr>
        <p:spPr>
          <a:xfrm>
            <a:off x="6662070" y="2575316"/>
            <a:ext cx="3582696" cy="2557623"/>
          </a:xfrm>
          <a:prstGeom prst="rect">
            <a:avLst/>
          </a:prstGeom>
        </p:spPr>
        <p:txBody>
          <a:bodyPr vert="horz" wrap="square" lIns="0" tIns="0" rIns="0" bIns="0" rtlCol="0">
            <a:spAutoFit/>
          </a:bodyPr>
          <a:lstStyle/>
          <a:p>
            <a:pPr marL="12700">
              <a:lnSpc>
                <a:spcPct val="150000"/>
              </a:lnSpc>
            </a:pPr>
            <a:r>
              <a:rPr sz="1400" b="1" spc="-10" dirty="0">
                <a:solidFill>
                  <a:srgbClr val="00B050"/>
                </a:solidFill>
                <a:latin typeface="Arial" panose="020B0604020202020204" pitchFamily="34" charset="0"/>
                <a:cs typeface="Arial" panose="020B0604020202020204" pitchFamily="34" charset="0"/>
              </a:rPr>
              <a:t>GROUP</a:t>
            </a:r>
            <a:r>
              <a:rPr sz="1400" b="1" spc="-25" dirty="0">
                <a:solidFill>
                  <a:srgbClr val="00B050"/>
                </a:solidFill>
                <a:latin typeface="Arial" panose="020B0604020202020204" pitchFamily="34" charset="0"/>
                <a:cs typeface="Arial" panose="020B0604020202020204" pitchFamily="34" charset="0"/>
              </a:rPr>
              <a:t> </a:t>
            </a:r>
            <a:r>
              <a:rPr sz="1400" b="1" dirty="0">
                <a:solidFill>
                  <a:srgbClr val="00B050"/>
                </a:solidFill>
                <a:latin typeface="Arial" panose="020B0604020202020204" pitchFamily="34" charset="0"/>
                <a:cs typeface="Arial" panose="020B0604020202020204" pitchFamily="34" charset="0"/>
              </a:rPr>
              <a:t>WORK</a:t>
            </a:r>
            <a:r>
              <a:rPr sz="1400" b="1" dirty="0">
                <a:solidFill>
                  <a:srgbClr val="231F20"/>
                </a:solidFill>
                <a:latin typeface="Arial" panose="020B0604020202020204" pitchFamily="34" charset="0"/>
                <a:cs typeface="Arial" panose="020B0604020202020204" pitchFamily="34" charset="0"/>
              </a:rPr>
              <a:t>:</a:t>
            </a:r>
            <a:r>
              <a:rPr sz="1400" b="1" spc="-5" dirty="0">
                <a:solidFill>
                  <a:srgbClr val="231F20"/>
                </a:solidFill>
                <a:latin typeface="Arial" panose="020B0604020202020204" pitchFamily="34" charset="0"/>
                <a:cs typeface="Arial" panose="020B0604020202020204" pitchFamily="34" charset="0"/>
              </a:rPr>
              <a:t> </a:t>
            </a:r>
            <a:r>
              <a:rPr sz="1400" dirty="0">
                <a:solidFill>
                  <a:srgbClr val="231F20"/>
                </a:solidFill>
                <a:latin typeface="Arial" panose="020B0604020202020204" pitchFamily="34" charset="0"/>
                <a:cs typeface="Arial" panose="020B0604020202020204" pitchFamily="34" charset="0"/>
              </a:rPr>
              <a:t>15 minutes</a:t>
            </a:r>
            <a:endParaRPr sz="1400" dirty="0">
              <a:latin typeface="Arial" panose="020B0604020202020204" pitchFamily="34" charset="0"/>
              <a:cs typeface="Arial" panose="020B0604020202020204" pitchFamily="34" charset="0"/>
            </a:endParaRPr>
          </a:p>
          <a:p>
            <a:pPr marL="264160" indent="-228600">
              <a:lnSpc>
                <a:spcPct val="150000"/>
              </a:lnSpc>
              <a:spcBef>
                <a:spcPts val="545"/>
              </a:spcBef>
              <a:buClr>
                <a:srgbClr val="231F20"/>
              </a:buClr>
              <a:buFont typeface="Arial"/>
              <a:buChar char="•"/>
              <a:tabLst>
                <a:tab pos="264795" algn="l"/>
              </a:tabLst>
            </a:pPr>
            <a:r>
              <a:rPr sz="1600" dirty="0">
                <a:solidFill>
                  <a:srgbClr val="231F20"/>
                </a:solidFill>
                <a:latin typeface="Arial" panose="020B0604020202020204" pitchFamily="34" charset="0"/>
                <a:cs typeface="Arial" panose="020B0604020202020204" pitchFamily="34" charset="0"/>
              </a:rPr>
              <a:t>Divide</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pa</a:t>
            </a:r>
            <a:r>
              <a:rPr sz="1600" spc="25" dirty="0">
                <a:solidFill>
                  <a:srgbClr val="231F20"/>
                </a:solidFill>
                <a:latin typeface="Arial" panose="020B0604020202020204" pitchFamily="34" charset="0"/>
                <a:cs typeface="Arial" panose="020B0604020202020204" pitchFamily="34" charset="0"/>
              </a:rPr>
              <a:t>r</a:t>
            </a:r>
            <a:r>
              <a:rPr sz="1600" spc="-5" dirty="0">
                <a:solidFill>
                  <a:srgbClr val="231F20"/>
                </a:solidFill>
                <a:latin typeface="Arial" panose="020B0604020202020204" pitchFamily="34" charset="0"/>
                <a:cs typeface="Arial" panose="020B0604020202020204" pitchFamily="34" charset="0"/>
              </a:rPr>
              <a:t>ticipants</a:t>
            </a:r>
            <a:r>
              <a:rPr sz="1600" spc="-1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i</a:t>
            </a:r>
            <a:r>
              <a:rPr sz="1600" dirty="0">
                <a:solidFill>
                  <a:srgbClr val="231F20"/>
                </a:solidFill>
                <a:latin typeface="Arial" panose="020B0604020202020204" pitchFamily="34" charset="0"/>
                <a:cs typeface="Arial" panose="020B0604020202020204" pitchFamily="34" charset="0"/>
              </a:rPr>
              <a:t>n </a:t>
            </a:r>
            <a:r>
              <a:rPr sz="1600" spc="-15" dirty="0">
                <a:solidFill>
                  <a:srgbClr val="231F20"/>
                </a:solidFill>
                <a:latin typeface="Arial" panose="020B0604020202020204" pitchFamily="34" charset="0"/>
                <a:cs typeface="Arial" panose="020B0604020202020204" pitchFamily="34" charset="0"/>
              </a:rPr>
              <a:t>g</a:t>
            </a:r>
            <a:r>
              <a:rPr sz="1600" spc="-30" dirty="0">
                <a:solidFill>
                  <a:srgbClr val="231F20"/>
                </a:solidFill>
                <a:latin typeface="Arial" panose="020B0604020202020204" pitchFamily="34" charset="0"/>
                <a:cs typeface="Arial" panose="020B0604020202020204" pitchFamily="34" charset="0"/>
              </a:rPr>
              <a:t>r</a:t>
            </a:r>
            <a:r>
              <a:rPr sz="1600" spc="-10" dirty="0">
                <a:solidFill>
                  <a:srgbClr val="231F20"/>
                </a:solidFill>
                <a:latin typeface="Arial" panose="020B0604020202020204" pitchFamily="34" charset="0"/>
                <a:cs typeface="Arial" panose="020B0604020202020204" pitchFamily="34" charset="0"/>
              </a:rPr>
              <a:t>oups</a:t>
            </a:r>
            <a:r>
              <a:rPr sz="1600" spc="-5" dirty="0">
                <a:solidFill>
                  <a:srgbClr val="231F20"/>
                </a:solidFill>
                <a:latin typeface="Arial" panose="020B0604020202020204" pitchFamily="34" charset="0"/>
                <a:cs typeface="Arial" panose="020B0604020202020204" pitchFamily="34" charset="0"/>
              </a:rPr>
              <a:t> of </a:t>
            </a:r>
            <a:r>
              <a:rPr sz="1600" dirty="0">
                <a:solidFill>
                  <a:srgbClr val="231F20"/>
                </a:solidFill>
                <a:latin typeface="Arial" panose="020B0604020202020204" pitchFamily="34" charset="0"/>
                <a:cs typeface="Arial" panose="020B0604020202020204" pitchFamily="34" charset="0"/>
              </a:rPr>
              <a:t>5</a:t>
            </a:r>
            <a:endParaRPr sz="1600" dirty="0">
              <a:latin typeface="Arial" panose="020B0604020202020204" pitchFamily="34" charset="0"/>
              <a:cs typeface="Arial" panose="020B0604020202020204" pitchFamily="34" charset="0"/>
            </a:endParaRPr>
          </a:p>
          <a:p>
            <a:pPr marL="264160" indent="-228600">
              <a:lnSpc>
                <a:spcPct val="150000"/>
              </a:lnSpc>
              <a:buClr>
                <a:srgbClr val="231F20"/>
              </a:buClr>
              <a:buFont typeface="Arial"/>
              <a:buChar char="•"/>
              <a:tabLst>
                <a:tab pos="264795" algn="l"/>
              </a:tabLst>
            </a:pPr>
            <a:r>
              <a:rPr sz="1600" spc="-10" dirty="0">
                <a:solidFill>
                  <a:srgbClr val="231F20"/>
                </a:solidFill>
                <a:latin typeface="Arial" panose="020B0604020202020204" pitchFamily="34" charset="0"/>
                <a:cs typeface="Arial" panose="020B0604020202020204" pitchFamily="34" charset="0"/>
              </a:rPr>
              <a:t>L</a:t>
            </a:r>
            <a:r>
              <a:rPr sz="1600" spc="-20" dirty="0">
                <a:solidFill>
                  <a:srgbClr val="231F20"/>
                </a:solidFill>
                <a:latin typeface="Arial" panose="020B0604020202020204" pitchFamily="34" charset="0"/>
                <a:cs typeface="Arial" panose="020B0604020202020204" pitchFamily="34" charset="0"/>
              </a:rPr>
              <a:t>e</a:t>
            </a:r>
            <a:r>
              <a:rPr sz="1600" spc="-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them</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discuss</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signs</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and</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sy</a:t>
            </a:r>
            <a:r>
              <a:rPr sz="1600" spc="-25" dirty="0">
                <a:solidFill>
                  <a:srgbClr val="231F20"/>
                </a:solidFill>
                <a:latin typeface="Arial" panose="020B0604020202020204" pitchFamily="34" charset="0"/>
                <a:cs typeface="Arial" panose="020B0604020202020204" pitchFamily="34" charset="0"/>
              </a:rPr>
              <a:t>m</a:t>
            </a:r>
            <a:r>
              <a:rPr sz="1600" spc="-15" dirty="0">
                <a:solidFill>
                  <a:srgbClr val="231F20"/>
                </a:solidFill>
                <a:latin typeface="Arial" panose="020B0604020202020204" pitchFamily="34" charset="0"/>
                <a:cs typeface="Arial" panose="020B0604020202020204" pitchFamily="34" charset="0"/>
              </a:rPr>
              <a:t>p</a:t>
            </a:r>
            <a:r>
              <a:rPr sz="1600" spc="-25"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oms</a:t>
            </a:r>
            <a:r>
              <a:rPr sz="1600" spc="-5" dirty="0">
                <a:solidFill>
                  <a:srgbClr val="231F20"/>
                </a:solidFill>
                <a:latin typeface="Arial" panose="020B0604020202020204" pitchFamily="34" charset="0"/>
                <a:cs typeface="Arial" panose="020B0604020202020204" pitchFamily="34" charset="0"/>
              </a:rPr>
              <a:t> of </a:t>
            </a:r>
            <a:r>
              <a:rPr sz="1600" spc="-25" dirty="0">
                <a:solidFill>
                  <a:srgbClr val="231F20"/>
                </a:solidFill>
                <a:latin typeface="Arial" panose="020B0604020202020204" pitchFamily="34" charset="0"/>
                <a:cs typeface="Arial" panose="020B0604020202020204" pitchFamily="34" charset="0"/>
              </a:rPr>
              <a:t>h</a:t>
            </a:r>
            <a:r>
              <a:rPr sz="1600" spc="-10" dirty="0">
                <a:solidFill>
                  <a:srgbClr val="231F20"/>
                </a:solidFill>
                <a:latin typeface="Arial" panose="020B0604020202020204" pitchFamily="34" charset="0"/>
                <a:cs typeface="Arial" panose="020B0604020202020204" pitchFamily="34" charset="0"/>
              </a:rPr>
              <a:t>ype</a:t>
            </a:r>
            <a:r>
              <a:rPr sz="1600" spc="30" dirty="0">
                <a:solidFill>
                  <a:srgbClr val="231F20"/>
                </a:solidFill>
                <a:latin typeface="Arial" panose="020B0604020202020204" pitchFamily="34" charset="0"/>
                <a:cs typeface="Arial" panose="020B0604020202020204" pitchFamily="34" charset="0"/>
              </a:rPr>
              <a:t>r</a:t>
            </a:r>
            <a:r>
              <a:rPr sz="1600" spc="-30"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ension </a:t>
            </a:r>
            <a:endParaRPr lang="en-US" sz="1600" spc="-10" dirty="0">
              <a:solidFill>
                <a:srgbClr val="231F20"/>
              </a:solidFill>
              <a:latin typeface="Arial" panose="020B0604020202020204" pitchFamily="34" charset="0"/>
              <a:cs typeface="Arial" panose="020B0604020202020204" pitchFamily="34" charset="0"/>
            </a:endParaRPr>
          </a:p>
          <a:p>
            <a:pPr marL="35560">
              <a:lnSpc>
                <a:spcPct val="150000"/>
              </a:lnSpc>
              <a:buClr>
                <a:srgbClr val="231F20"/>
              </a:buClr>
              <a:tabLst>
                <a:tab pos="264795" algn="l"/>
              </a:tabLst>
            </a:pPr>
            <a:r>
              <a:rPr lang="en-US" sz="1600" spc="-5"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a:t>
            </a:r>
            <a:r>
              <a:rPr sz="1600" spc="-40" dirty="0">
                <a:solidFill>
                  <a:srgbClr val="231F20"/>
                </a:solidFill>
                <a:latin typeface="Arial" panose="020B0604020202020204" pitchFamily="34" charset="0"/>
                <a:cs typeface="Arial" panose="020B0604020202020204" pitchFamily="34" charset="0"/>
              </a:rPr>
              <a:t>1</a:t>
            </a:r>
            <a:r>
              <a:rPr sz="1600" dirty="0">
                <a:solidFill>
                  <a:srgbClr val="231F20"/>
                </a:solidFill>
                <a:latin typeface="Arial" panose="020B0604020202020204" pitchFamily="34" charset="0"/>
                <a:cs typeface="Arial" panose="020B0604020202020204" pitchFamily="34" charset="0"/>
              </a:rPr>
              <a:t>0</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minu</a:t>
            </a:r>
            <a:r>
              <a:rPr sz="1600" spc="-30"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es)</a:t>
            </a:r>
            <a:endParaRPr sz="1600" dirty="0">
              <a:latin typeface="Arial" panose="020B0604020202020204" pitchFamily="34" charset="0"/>
              <a:cs typeface="Arial" panose="020B0604020202020204" pitchFamily="34" charset="0"/>
            </a:endParaRPr>
          </a:p>
          <a:p>
            <a:pPr marL="264160" indent="-228600">
              <a:lnSpc>
                <a:spcPct val="150000"/>
              </a:lnSpc>
              <a:buClr>
                <a:srgbClr val="231F20"/>
              </a:buClr>
              <a:buFont typeface="Arial"/>
              <a:buChar char="•"/>
              <a:tabLst>
                <a:tab pos="264795" algn="l"/>
              </a:tabLst>
            </a:pPr>
            <a:r>
              <a:rPr sz="1600" spc="-10" dirty="0">
                <a:solidFill>
                  <a:srgbClr val="231F20"/>
                </a:solidFill>
                <a:latin typeface="Arial" panose="020B0604020202020204" pitchFamily="34" charset="0"/>
                <a:cs typeface="Arial" panose="020B0604020202020204" pitchFamily="34" charset="0"/>
              </a:rPr>
              <a:t>Discuss the</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g</a:t>
            </a:r>
            <a:r>
              <a:rPr sz="1600" spc="-30" dirty="0">
                <a:solidFill>
                  <a:srgbClr val="231F20"/>
                </a:solidFill>
                <a:latin typeface="Arial" panose="020B0604020202020204" pitchFamily="34" charset="0"/>
                <a:cs typeface="Arial" panose="020B0604020202020204" pitchFamily="34" charset="0"/>
              </a:rPr>
              <a:t>r</a:t>
            </a:r>
            <a:r>
              <a:rPr sz="1600" spc="-10" dirty="0">
                <a:solidFill>
                  <a:srgbClr val="231F20"/>
                </a:solidFill>
                <a:latin typeface="Arial" panose="020B0604020202020204" pitchFamily="34" charset="0"/>
                <a:cs typeface="Arial" panose="020B0604020202020204" pitchFamily="34" charset="0"/>
              </a:rPr>
              <a:t>oup</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w</a:t>
            </a:r>
            <a:r>
              <a:rPr sz="1600" spc="-10" dirty="0">
                <a:solidFill>
                  <a:srgbClr val="231F20"/>
                </a:solidFill>
                <a:latin typeface="Arial" panose="020B0604020202020204" pitchFamily="34" charset="0"/>
                <a:cs typeface="Arial" panose="020B0604020202020204" pitchFamily="34" charset="0"/>
              </a:rPr>
              <a:t>o</a:t>
            </a:r>
            <a:r>
              <a:rPr sz="1600" spc="-15" dirty="0">
                <a:solidFill>
                  <a:srgbClr val="231F20"/>
                </a:solidFill>
                <a:latin typeface="Arial" panose="020B0604020202020204" pitchFamily="34" charset="0"/>
                <a:cs typeface="Arial" panose="020B0604020202020204" pitchFamily="34" charset="0"/>
              </a:rPr>
              <a:t>r</a:t>
            </a:r>
            <a:r>
              <a:rPr sz="1600" spc="-10" dirty="0">
                <a:solidFill>
                  <a:srgbClr val="231F20"/>
                </a:solidFill>
                <a:latin typeface="Arial" panose="020B0604020202020204" pitchFamily="34" charset="0"/>
                <a:cs typeface="Arial" panose="020B0604020202020204" pitchFamily="34" charset="0"/>
              </a:rPr>
              <a:t>k</a:t>
            </a:r>
            <a:r>
              <a:rPr sz="160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results i</a:t>
            </a:r>
            <a:r>
              <a:rPr sz="1600" dirty="0">
                <a:solidFill>
                  <a:srgbClr val="231F20"/>
                </a:solidFill>
                <a:latin typeface="Arial" panose="020B0604020202020204" pitchFamily="34" charset="0"/>
                <a:cs typeface="Arial" panose="020B0604020202020204" pitchFamily="34" charset="0"/>
              </a:rPr>
              <a:t>n </a:t>
            </a:r>
            <a:r>
              <a:rPr sz="1600" spc="-10"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plena</a:t>
            </a:r>
            <a:r>
              <a:rPr sz="1600" spc="2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y </a:t>
            </a:r>
            <a:r>
              <a:rPr sz="1600" spc="-10" dirty="0">
                <a:solidFill>
                  <a:srgbClr val="231F20"/>
                </a:solidFill>
                <a:latin typeface="Arial" panose="020B0604020202020204" pitchFamily="34" charset="0"/>
                <a:cs typeface="Arial" panose="020B0604020202020204" pitchFamily="34" charset="0"/>
              </a:rPr>
              <a:t>session</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5 </a:t>
            </a:r>
            <a:r>
              <a:rPr sz="1600" spc="-10" dirty="0">
                <a:solidFill>
                  <a:srgbClr val="231F20"/>
                </a:solidFill>
                <a:latin typeface="Arial" panose="020B0604020202020204" pitchFamily="34" charset="0"/>
                <a:cs typeface="Arial" panose="020B0604020202020204" pitchFamily="34" charset="0"/>
              </a:rPr>
              <a:t>minu</a:t>
            </a:r>
            <a:r>
              <a:rPr sz="1600" spc="-30"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es</a:t>
            </a:r>
            <a:r>
              <a:rPr sz="1400" spc="-10" dirty="0">
                <a:solidFill>
                  <a:srgbClr val="231F20"/>
                </a:solidFill>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4032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594E06C-1310-6D40-81BB-B6CD3BB1C19E}"/>
              </a:ext>
            </a:extLst>
          </p:cNvPr>
          <p:cNvSpPr>
            <a:spLocks noGrp="1"/>
          </p:cNvSpPr>
          <p:nvPr>
            <p:ph type="sldNum" sz="quarter" idx="12"/>
          </p:nvPr>
        </p:nvSpPr>
        <p:spPr/>
        <p:txBody>
          <a:bodyPr/>
          <a:lstStyle/>
          <a:p>
            <a:fld id="{5FCE7002-8CF6-784B-9A24-69DF51357AB2}" type="slidenum">
              <a:rPr lang="en-US" smtClean="0"/>
              <a:t>13</a:t>
            </a:fld>
            <a:endParaRPr lang="en-US"/>
          </a:p>
        </p:txBody>
      </p:sp>
      <p:sp>
        <p:nvSpPr>
          <p:cNvPr id="5" name="object 2">
            <a:extLst>
              <a:ext uri="{FF2B5EF4-FFF2-40B4-BE49-F238E27FC236}">
                <a16:creationId xmlns:a16="http://schemas.microsoft.com/office/drawing/2014/main" xmlns="" id="{A2F62E13-06B0-2A4E-834C-74D9D666806E}"/>
              </a:ext>
            </a:extLst>
          </p:cNvPr>
          <p:cNvSpPr/>
          <p:nvPr/>
        </p:nvSpPr>
        <p:spPr>
          <a:xfrm>
            <a:off x="6762554" y="1681363"/>
            <a:ext cx="3503728" cy="4988378"/>
          </a:xfrm>
          <a:custGeom>
            <a:avLst/>
            <a:gdLst/>
            <a:ahLst/>
            <a:cxnLst/>
            <a:rect l="l" t="t" r="r" b="b"/>
            <a:pathLst>
              <a:path w="9545955" h="2315845">
                <a:moveTo>
                  <a:pt x="107933" y="0"/>
                </a:moveTo>
                <a:lnTo>
                  <a:pt x="62515" y="496"/>
                </a:lnTo>
                <a:lnTo>
                  <a:pt x="21471" y="7761"/>
                </a:lnTo>
                <a:lnTo>
                  <a:pt x="1654" y="45262"/>
                </a:lnTo>
                <a:lnTo>
                  <a:pt x="0" y="82639"/>
                </a:lnTo>
                <a:lnTo>
                  <a:pt x="7" y="2233014"/>
                </a:lnTo>
                <a:lnTo>
                  <a:pt x="3906" y="2283548"/>
                </a:lnTo>
                <a:lnTo>
                  <a:pt x="31722" y="2311601"/>
                </a:lnTo>
                <a:lnTo>
                  <a:pt x="82572" y="2315587"/>
                </a:lnTo>
                <a:lnTo>
                  <a:pt x="9462344" y="2315592"/>
                </a:lnTo>
                <a:lnTo>
                  <a:pt x="9483000" y="2315157"/>
                </a:lnTo>
                <a:lnTo>
                  <a:pt x="9524044" y="2307893"/>
                </a:lnTo>
                <a:lnTo>
                  <a:pt x="9543861" y="2270391"/>
                </a:lnTo>
                <a:lnTo>
                  <a:pt x="9545515" y="2233014"/>
                </a:lnTo>
                <a:lnTo>
                  <a:pt x="9545508" y="82639"/>
                </a:lnTo>
                <a:lnTo>
                  <a:pt x="9541609" y="32106"/>
                </a:lnTo>
                <a:lnTo>
                  <a:pt x="9513793" y="4053"/>
                </a:lnTo>
                <a:lnTo>
                  <a:pt x="9462943" y="67"/>
                </a:lnTo>
                <a:lnTo>
                  <a:pt x="107933" y="0"/>
                </a:lnTo>
                <a:close/>
              </a:path>
            </a:pathLst>
          </a:custGeom>
          <a:solidFill>
            <a:schemeClr val="accent6">
              <a:lumMod val="40000"/>
              <a:lumOff val="60000"/>
            </a:schemeClr>
          </a:solidFill>
        </p:spPr>
        <p:txBody>
          <a:bodyPr wrap="square" lIns="0" tIns="0" rIns="0" bIns="0" rtlCol="0"/>
          <a:lstStyle/>
          <a:p>
            <a:pPr marL="12695"/>
            <a:endParaRPr lang="en-US" sz="1999" spc="135" dirty="0">
              <a:solidFill>
                <a:srgbClr val="231F20"/>
              </a:solidFill>
              <a:latin typeface="Arial" panose="020B0604020202020204" pitchFamily="34" charset="0"/>
              <a:cs typeface="Arial" panose="020B0604020202020204" pitchFamily="34" charset="0"/>
            </a:endParaRPr>
          </a:p>
          <a:p>
            <a:pPr marL="12695"/>
            <a:endParaRPr lang="en-US" sz="1599" b="1" spc="135" dirty="0">
              <a:solidFill>
                <a:srgbClr val="231F20"/>
              </a:solidFill>
              <a:latin typeface="Arial" panose="020B0604020202020204" pitchFamily="34" charset="0"/>
              <a:cs typeface="Arial" panose="020B0604020202020204" pitchFamily="34" charset="0"/>
            </a:endParaRPr>
          </a:p>
          <a:p>
            <a:pPr marL="12695"/>
            <a:r>
              <a:rPr lang="en-US" sz="1800" b="1" spc="135" dirty="0">
                <a:solidFill>
                  <a:schemeClr val="tx1">
                    <a:lumMod val="75000"/>
                    <a:lumOff val="25000"/>
                  </a:schemeClr>
                </a:solidFill>
                <a:latin typeface="Arial" panose="020B0604020202020204" pitchFamily="34" charset="0"/>
                <a:cs typeface="Arial" panose="020B0604020202020204" pitchFamily="34" charset="0"/>
              </a:rPr>
              <a:t> Myths</a:t>
            </a:r>
            <a:r>
              <a:rPr lang="en-US" sz="1800" b="1" spc="50" dirty="0">
                <a:solidFill>
                  <a:schemeClr val="tx1">
                    <a:lumMod val="75000"/>
                    <a:lumOff val="25000"/>
                  </a:schemeClr>
                </a:solidFill>
                <a:latin typeface="Arial" panose="020B0604020202020204" pitchFamily="34" charset="0"/>
                <a:cs typeface="Arial" panose="020B0604020202020204" pitchFamily="34" charset="0"/>
              </a:rPr>
              <a:t> </a:t>
            </a:r>
            <a:r>
              <a:rPr lang="en-US" sz="1800" b="1" spc="100" dirty="0">
                <a:solidFill>
                  <a:schemeClr val="tx1">
                    <a:lumMod val="75000"/>
                    <a:lumOff val="25000"/>
                  </a:schemeClr>
                </a:solidFill>
                <a:latin typeface="Arial" panose="020B0604020202020204" pitchFamily="34" charset="0"/>
                <a:cs typeface="Arial" panose="020B0604020202020204" pitchFamily="34" charset="0"/>
              </a:rPr>
              <a:t>and</a:t>
            </a:r>
            <a:r>
              <a:rPr lang="en-US" sz="1800" b="1" spc="50" dirty="0">
                <a:solidFill>
                  <a:schemeClr val="tx1">
                    <a:lumMod val="75000"/>
                    <a:lumOff val="25000"/>
                  </a:schemeClr>
                </a:solidFill>
                <a:latin typeface="Arial" panose="020B0604020202020204" pitchFamily="34" charset="0"/>
                <a:cs typeface="Arial" panose="020B0604020202020204" pitchFamily="34" charset="0"/>
              </a:rPr>
              <a:t> </a:t>
            </a:r>
            <a:r>
              <a:rPr lang="en-US" sz="1800" b="1" spc="125" dirty="0">
                <a:solidFill>
                  <a:schemeClr val="tx1">
                    <a:lumMod val="75000"/>
                    <a:lumOff val="25000"/>
                  </a:schemeClr>
                </a:solidFill>
                <a:latin typeface="Arial" panose="020B0604020202020204" pitchFamily="34" charset="0"/>
                <a:cs typeface="Arial" panose="020B0604020202020204" pitchFamily="34" charset="0"/>
              </a:rPr>
              <a:t>misconce</a:t>
            </a:r>
            <a:r>
              <a:rPr lang="en-US" sz="1800" b="1" spc="90" dirty="0">
                <a:solidFill>
                  <a:schemeClr val="tx1">
                    <a:lumMod val="75000"/>
                    <a:lumOff val="25000"/>
                  </a:schemeClr>
                </a:solidFill>
                <a:latin typeface="Arial" panose="020B0604020202020204" pitchFamily="34" charset="0"/>
                <a:cs typeface="Arial" panose="020B0604020202020204" pitchFamily="34" charset="0"/>
              </a:rPr>
              <a:t>p</a:t>
            </a:r>
            <a:r>
              <a:rPr lang="en-US" sz="1800" b="1" spc="85" dirty="0">
                <a:solidFill>
                  <a:schemeClr val="tx1">
                    <a:lumMod val="75000"/>
                    <a:lumOff val="25000"/>
                  </a:schemeClr>
                </a:solidFill>
                <a:latin typeface="Arial" panose="020B0604020202020204" pitchFamily="34" charset="0"/>
                <a:cs typeface="Arial" panose="020B0604020202020204" pitchFamily="34" charset="0"/>
              </a:rPr>
              <a:t>tions</a:t>
            </a:r>
            <a:endParaRPr lang="en-US" sz="18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7" name="object 5">
            <a:extLst>
              <a:ext uri="{FF2B5EF4-FFF2-40B4-BE49-F238E27FC236}">
                <a16:creationId xmlns:a16="http://schemas.microsoft.com/office/drawing/2014/main" xmlns="" id="{E4EAEBB1-1599-2A49-AED7-893F7B73851C}"/>
              </a:ext>
            </a:extLst>
          </p:cNvPr>
          <p:cNvSpPr txBox="1"/>
          <p:nvPr/>
        </p:nvSpPr>
        <p:spPr>
          <a:xfrm>
            <a:off x="6610219" y="2595380"/>
            <a:ext cx="3579895" cy="3432222"/>
          </a:xfrm>
          <a:prstGeom prst="rect">
            <a:avLst/>
          </a:prstGeom>
        </p:spPr>
        <p:txBody>
          <a:bodyPr vert="horz" wrap="square" lIns="0" tIns="0" rIns="0" bIns="0" rtlCol="0">
            <a:spAutoFit/>
          </a:bodyPr>
          <a:lstStyle/>
          <a:p>
            <a:pPr marL="276115">
              <a:lnSpc>
                <a:spcPct val="150000"/>
              </a:lnSpc>
            </a:pPr>
            <a:r>
              <a:rPr lang="en-US" sz="1600" b="1" spc="-15" dirty="0">
                <a:solidFill>
                  <a:srgbClr val="00B050"/>
                </a:solidFill>
                <a:latin typeface="Arial" panose="020B0604020202020204" pitchFamily="34" charset="0"/>
                <a:cs typeface="Arial" panose="020B0604020202020204" pitchFamily="34" charset="0"/>
              </a:rPr>
              <a:t>Brainstormin</a:t>
            </a:r>
            <a:r>
              <a:rPr lang="en-US" sz="1600" b="1" spc="-10" dirty="0">
                <a:solidFill>
                  <a:srgbClr val="00B050"/>
                </a:solidFill>
                <a:latin typeface="Arial" panose="020B0604020202020204" pitchFamily="34" charset="0"/>
                <a:cs typeface="Arial" panose="020B0604020202020204" pitchFamily="34" charset="0"/>
              </a:rPr>
              <a:t>g</a:t>
            </a:r>
            <a:r>
              <a:rPr lang="en-US" sz="1600" b="1" dirty="0">
                <a:solidFill>
                  <a:srgbClr val="00B050"/>
                </a:solidFill>
                <a:latin typeface="Arial" panose="020B0604020202020204" pitchFamily="34" charset="0"/>
                <a:cs typeface="Arial" panose="020B0604020202020204" pitchFamily="34" charset="0"/>
              </a:rPr>
              <a:t> </a:t>
            </a:r>
            <a:r>
              <a:rPr lang="en-US" sz="1600" b="1" spc="-5" dirty="0">
                <a:solidFill>
                  <a:srgbClr val="00B050"/>
                </a:solidFill>
                <a:latin typeface="Arial" panose="020B0604020202020204" pitchFamily="34" charset="0"/>
                <a:cs typeface="Arial" panose="020B0604020202020204" pitchFamily="34" charset="0"/>
              </a:rPr>
              <a:t>session</a:t>
            </a:r>
            <a:r>
              <a:rPr lang="en-US" sz="1600" b="1" dirty="0">
                <a:solidFill>
                  <a:srgbClr val="231F20"/>
                </a:solidFill>
                <a:latin typeface="Arial" panose="020B0604020202020204" pitchFamily="34" charset="0"/>
                <a:cs typeface="Arial" panose="020B0604020202020204" pitchFamily="34" charset="0"/>
              </a:rPr>
              <a:t>: </a:t>
            </a:r>
            <a:r>
              <a:rPr lang="en-US" sz="1600" dirty="0">
                <a:solidFill>
                  <a:srgbClr val="231F20"/>
                </a:solidFill>
                <a:latin typeface="Arial" panose="020B0604020202020204" pitchFamily="34" charset="0"/>
                <a:cs typeface="Arial" panose="020B0604020202020204" pitchFamily="34" charset="0"/>
              </a:rPr>
              <a:t>15 Minutes</a:t>
            </a:r>
            <a:endParaRPr lang="en-US" sz="1600" dirty="0">
              <a:latin typeface="Arial" panose="020B0604020202020204" pitchFamily="34" charset="0"/>
              <a:cs typeface="Arial" panose="020B0604020202020204" pitchFamily="34" charset="0"/>
            </a:endParaRPr>
          </a:p>
          <a:p>
            <a:pPr marL="528109" indent="-228509">
              <a:lnSpc>
                <a:spcPct val="150000"/>
              </a:lnSpc>
              <a:spcBef>
                <a:spcPts val="565"/>
              </a:spcBef>
              <a:buClr>
                <a:srgbClr val="231F20"/>
              </a:buClr>
              <a:buFont typeface="Arial"/>
              <a:buChar char="•"/>
              <a:tabLst>
                <a:tab pos="528743" algn="l"/>
              </a:tabLst>
            </a:pPr>
            <a:r>
              <a:rPr lang="en-US" sz="1600" spc="-15" dirty="0">
                <a:solidFill>
                  <a:srgbClr val="231F20"/>
                </a:solidFill>
                <a:latin typeface="Arial" panose="020B0604020202020204" pitchFamily="34" charset="0"/>
                <a:cs typeface="Arial" panose="020B0604020202020204" pitchFamily="34" charset="0"/>
              </a:rPr>
              <a:t>Th</a:t>
            </a:r>
            <a:r>
              <a:rPr lang="en-US" sz="1600" spc="-10" dirty="0">
                <a:solidFill>
                  <a:srgbClr val="231F20"/>
                </a:solidFill>
                <a:latin typeface="Arial" panose="020B0604020202020204" pitchFamily="34" charset="0"/>
                <a:cs typeface="Arial" panose="020B0604020202020204" pitchFamily="34" charset="0"/>
              </a:rPr>
              <a:t>e</a:t>
            </a:r>
            <a:r>
              <a:rPr lang="en-US" sz="1600"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pa</a:t>
            </a:r>
            <a:r>
              <a:rPr lang="en-US" sz="1600" spc="30" dirty="0">
                <a:solidFill>
                  <a:srgbClr val="231F20"/>
                </a:solidFill>
                <a:latin typeface="Arial" panose="020B0604020202020204" pitchFamily="34" charset="0"/>
                <a:cs typeface="Arial" panose="020B0604020202020204" pitchFamily="34" charset="0"/>
              </a:rPr>
              <a:t>r</a:t>
            </a:r>
            <a:r>
              <a:rPr lang="en-US" sz="1600" spc="-5" dirty="0">
                <a:solidFill>
                  <a:srgbClr val="231F20"/>
                </a:solidFill>
                <a:latin typeface="Arial" panose="020B0604020202020204" pitchFamily="34" charset="0"/>
                <a:cs typeface="Arial" panose="020B0604020202020204" pitchFamily="34" charset="0"/>
              </a:rPr>
              <a:t>ticipants</a:t>
            </a:r>
            <a:r>
              <a:rPr lang="en-US" sz="1600" spc="-10" dirty="0">
                <a:solidFill>
                  <a:srgbClr val="231F20"/>
                </a:solidFill>
                <a:latin typeface="Arial" panose="020B0604020202020204" pitchFamily="34" charset="0"/>
                <a:cs typeface="Arial" panose="020B0604020202020204" pitchFamily="34" charset="0"/>
              </a:rPr>
              <a:t> </a:t>
            </a:r>
            <a:r>
              <a:rPr lang="en-US" sz="1600" spc="-25"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o</a:t>
            </a:r>
            <a:r>
              <a:rPr lang="en-US" sz="1600"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discuss</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on</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common</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beliefs</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and</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pe</a:t>
            </a:r>
            <a:r>
              <a:rPr lang="en-US" sz="1600" spc="-30" dirty="0">
                <a:solidFill>
                  <a:srgbClr val="231F20"/>
                </a:solidFill>
                <a:latin typeface="Arial" panose="020B0604020202020204" pitchFamily="34" charset="0"/>
                <a:cs typeface="Arial" panose="020B0604020202020204" pitchFamily="34" charset="0"/>
              </a:rPr>
              <a:t>r</a:t>
            </a:r>
            <a:r>
              <a:rPr lang="en-US" sz="1600" spc="-10" dirty="0">
                <a:solidFill>
                  <a:srgbClr val="231F20"/>
                </a:solidFill>
                <a:latin typeface="Arial" panose="020B0604020202020204" pitchFamily="34" charset="0"/>
                <a:cs typeface="Arial" panose="020B0604020202020204" pitchFamily="34" charset="0"/>
              </a:rPr>
              <a:t>ceptions</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about</a:t>
            </a:r>
            <a:r>
              <a:rPr lang="en-US" sz="1600" spc="-5" dirty="0">
                <a:solidFill>
                  <a:srgbClr val="231F20"/>
                </a:solidFill>
                <a:latin typeface="Arial" panose="020B0604020202020204" pitchFamily="34" charset="0"/>
                <a:cs typeface="Arial" panose="020B0604020202020204" pitchFamily="34" charset="0"/>
              </a:rPr>
              <a:t> </a:t>
            </a:r>
            <a:r>
              <a:rPr lang="en-US" sz="1600" spc="-30" dirty="0">
                <a:solidFill>
                  <a:srgbClr val="231F20"/>
                </a:solidFill>
                <a:latin typeface="Arial" panose="020B0604020202020204" pitchFamily="34" charset="0"/>
                <a:cs typeface="Arial" panose="020B0604020202020204" pitchFamily="34" charset="0"/>
              </a:rPr>
              <a:t>h</a:t>
            </a:r>
            <a:r>
              <a:rPr lang="en-US" sz="1600" spc="-10" dirty="0">
                <a:solidFill>
                  <a:srgbClr val="231F20"/>
                </a:solidFill>
                <a:latin typeface="Arial" panose="020B0604020202020204" pitchFamily="34" charset="0"/>
                <a:cs typeface="Arial" panose="020B0604020202020204" pitchFamily="34" charset="0"/>
              </a:rPr>
              <a:t>ype</a:t>
            </a:r>
            <a:r>
              <a:rPr lang="en-US" sz="1600" spc="30" dirty="0">
                <a:solidFill>
                  <a:srgbClr val="231F20"/>
                </a:solidFill>
                <a:latin typeface="Arial" panose="020B0604020202020204" pitchFamily="34" charset="0"/>
                <a:cs typeface="Arial" panose="020B0604020202020204" pitchFamily="34" charset="0"/>
              </a:rPr>
              <a:t>r</a:t>
            </a:r>
            <a:r>
              <a:rPr lang="en-US" sz="1600" spc="-30"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ension </a:t>
            </a:r>
            <a:r>
              <a:rPr lang="en-US" sz="1600" spc="-5" dirty="0">
                <a:solidFill>
                  <a:srgbClr val="231F20"/>
                </a:solidFill>
                <a:latin typeface="Arial" panose="020B0604020202020204" pitchFamily="34" charset="0"/>
                <a:cs typeface="Arial" panose="020B0604020202020204" pitchFamily="34" charset="0"/>
              </a:rPr>
              <a:t>i</a:t>
            </a:r>
            <a:r>
              <a:rPr lang="en-US" sz="1600" dirty="0">
                <a:solidFill>
                  <a:srgbClr val="231F20"/>
                </a:solidFill>
                <a:latin typeface="Arial" panose="020B0604020202020204" pitchFamily="34" charset="0"/>
                <a:cs typeface="Arial" panose="020B0604020202020204" pitchFamily="34" charset="0"/>
              </a:rPr>
              <a:t>n </a:t>
            </a:r>
            <a:r>
              <a:rPr lang="en-US" sz="1600" spc="-5" dirty="0">
                <a:solidFill>
                  <a:srgbClr val="231F20"/>
                </a:solidFill>
                <a:latin typeface="Arial" panose="020B0604020202020204" pitchFamily="34" charset="0"/>
                <a:cs typeface="Arial" panose="020B0604020202020204" pitchFamily="34" charset="0"/>
              </a:rPr>
              <a:t>their </a:t>
            </a:r>
            <a:r>
              <a:rPr lang="en-US" sz="1600" spc="-10" dirty="0">
                <a:solidFill>
                  <a:srgbClr val="231F20"/>
                </a:solidFill>
                <a:latin typeface="Arial" panose="020B0604020202020204" pitchFamily="34" charset="0"/>
                <a:cs typeface="Arial" panose="020B0604020202020204" pitchFamily="34" charset="0"/>
              </a:rPr>
              <a:t>communities</a:t>
            </a:r>
            <a:endParaRPr lang="en-US" sz="1600" dirty="0">
              <a:latin typeface="Arial" panose="020B0604020202020204" pitchFamily="34" charset="0"/>
              <a:cs typeface="Arial" panose="020B0604020202020204" pitchFamily="34" charset="0"/>
            </a:endParaRPr>
          </a:p>
          <a:p>
            <a:pPr marL="528109" indent="-228509">
              <a:lnSpc>
                <a:spcPct val="150000"/>
              </a:lnSpc>
              <a:spcBef>
                <a:spcPts val="280"/>
              </a:spcBef>
              <a:buClr>
                <a:srgbClr val="231F20"/>
              </a:buClr>
              <a:buFont typeface="Arial"/>
              <a:buChar char="•"/>
              <a:tabLst>
                <a:tab pos="528743" algn="l"/>
              </a:tabLst>
            </a:pPr>
            <a:r>
              <a:rPr lang="en-US" sz="1600" spc="-15" dirty="0">
                <a:solidFill>
                  <a:srgbClr val="231F20"/>
                </a:solidFill>
                <a:latin typeface="Arial" panose="020B0604020202020204" pitchFamily="34" charset="0"/>
                <a:cs typeface="Arial" panose="020B0604020202020204" pitchFamily="34" charset="0"/>
              </a:rPr>
              <a:t>Th</a:t>
            </a:r>
            <a:r>
              <a:rPr lang="en-US" sz="1600" spc="-10" dirty="0">
                <a:solidFill>
                  <a:srgbClr val="231F20"/>
                </a:solidFill>
                <a:latin typeface="Arial" panose="020B0604020202020204" pitchFamily="34" charset="0"/>
                <a:cs typeface="Arial" panose="020B0604020202020204" pitchFamily="34" charset="0"/>
              </a:rPr>
              <a:t>e</a:t>
            </a:r>
            <a:r>
              <a:rPr lang="en-US" sz="160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trainer lists</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suggestions</a:t>
            </a:r>
            <a:r>
              <a:rPr lang="en-US" sz="1600" spc="-5" dirty="0">
                <a:solidFill>
                  <a:srgbClr val="231F20"/>
                </a:solidFill>
                <a:latin typeface="Arial" panose="020B0604020202020204" pitchFamily="34" charset="0"/>
                <a:cs typeface="Arial" panose="020B0604020202020204" pitchFamily="34" charset="0"/>
              </a:rPr>
              <a:t> f</a:t>
            </a:r>
            <a:r>
              <a:rPr lang="en-US" sz="1600" spc="-35" dirty="0">
                <a:solidFill>
                  <a:srgbClr val="231F20"/>
                </a:solidFill>
                <a:latin typeface="Arial" panose="020B0604020202020204" pitchFamily="34" charset="0"/>
                <a:cs typeface="Arial" panose="020B0604020202020204" pitchFamily="34" charset="0"/>
              </a:rPr>
              <a:t>r</a:t>
            </a:r>
            <a:r>
              <a:rPr lang="en-US" sz="1600" spc="-10" dirty="0">
                <a:solidFill>
                  <a:srgbClr val="231F20"/>
                </a:solidFill>
                <a:latin typeface="Arial" panose="020B0604020202020204" pitchFamily="34" charset="0"/>
                <a:cs typeface="Arial" panose="020B0604020202020204" pitchFamily="34" charset="0"/>
              </a:rPr>
              <a:t>om</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pa</a:t>
            </a:r>
            <a:r>
              <a:rPr lang="en-US" sz="1600" spc="25" dirty="0">
                <a:solidFill>
                  <a:srgbClr val="231F20"/>
                </a:solidFill>
                <a:latin typeface="Arial" panose="020B0604020202020204" pitchFamily="34" charset="0"/>
                <a:cs typeface="Arial" panose="020B0604020202020204" pitchFamily="34" charset="0"/>
              </a:rPr>
              <a:t>r</a:t>
            </a:r>
            <a:r>
              <a:rPr lang="en-US" sz="1600" spc="-5" dirty="0">
                <a:solidFill>
                  <a:srgbClr val="231F20"/>
                </a:solidFill>
                <a:latin typeface="Arial" panose="020B0604020202020204" pitchFamily="34" charset="0"/>
                <a:cs typeface="Arial" panose="020B0604020202020204" pitchFamily="34" charset="0"/>
              </a:rPr>
              <a:t>ticipants</a:t>
            </a:r>
            <a:endParaRPr lang="en-US" sz="1600" dirty="0">
              <a:latin typeface="Arial" panose="020B0604020202020204" pitchFamily="34" charset="0"/>
              <a:cs typeface="Arial" panose="020B0604020202020204" pitchFamily="34" charset="0"/>
            </a:endParaRPr>
          </a:p>
          <a:p>
            <a:pPr marL="528109" indent="-228509">
              <a:lnSpc>
                <a:spcPct val="150000"/>
              </a:lnSpc>
              <a:spcBef>
                <a:spcPts val="280"/>
              </a:spcBef>
              <a:buClr>
                <a:srgbClr val="231F20"/>
              </a:buClr>
              <a:buFont typeface="Arial"/>
              <a:buChar char="•"/>
              <a:tabLst>
                <a:tab pos="528743" algn="l"/>
              </a:tabLst>
            </a:pPr>
            <a:r>
              <a:rPr lang="en-US" sz="1600" dirty="0">
                <a:solidFill>
                  <a:srgbClr val="231F20"/>
                </a:solidFill>
                <a:latin typeface="Arial" panose="020B0604020202020204" pitchFamily="34" charset="0"/>
                <a:cs typeface="Arial" panose="020B0604020202020204" pitchFamily="34" charset="0"/>
              </a:rPr>
              <a:t>The </a:t>
            </a:r>
            <a:r>
              <a:rPr lang="en-US" sz="1600" spc="-15" dirty="0">
                <a:solidFill>
                  <a:srgbClr val="231F20"/>
                </a:solidFill>
                <a:latin typeface="Arial" panose="020B0604020202020204" pitchFamily="34" charset="0"/>
                <a:cs typeface="Arial" panose="020B0604020202020204" pitchFamily="34" charset="0"/>
              </a:rPr>
              <a:t>f</a:t>
            </a:r>
            <a:r>
              <a:rPr lang="en-US" sz="1600" dirty="0">
                <a:solidFill>
                  <a:srgbClr val="231F20"/>
                </a:solidFill>
                <a:latin typeface="Arial" panose="020B0604020202020204" pitchFamily="34" charset="0"/>
                <a:cs typeface="Arial" panose="020B0604020202020204" pitchFamily="34" charset="0"/>
              </a:rPr>
              <a:t>acilita</a:t>
            </a:r>
            <a:r>
              <a:rPr lang="en-US" sz="1600" spc="-20" dirty="0">
                <a:solidFill>
                  <a:srgbClr val="231F20"/>
                </a:solidFill>
                <a:latin typeface="Arial" panose="020B0604020202020204" pitchFamily="34" charset="0"/>
                <a:cs typeface="Arial" panose="020B0604020202020204" pitchFamily="34" charset="0"/>
              </a:rPr>
              <a:t>t</a:t>
            </a:r>
            <a:r>
              <a:rPr lang="en-US" sz="1600" dirty="0">
                <a:solidFill>
                  <a:srgbClr val="231F20"/>
                </a:solidFill>
                <a:latin typeface="Arial" panose="020B0604020202020204" pitchFamily="34" charset="0"/>
                <a:cs typeface="Arial" panose="020B0604020202020204" pitchFamily="34" charset="0"/>
              </a:rPr>
              <a:t>or </a:t>
            </a:r>
            <a:r>
              <a:rPr lang="en-US" sz="1600" spc="-10" dirty="0">
                <a:solidFill>
                  <a:srgbClr val="231F20"/>
                </a:solidFill>
                <a:latin typeface="Arial" panose="020B0604020202020204" pitchFamily="34" charset="0"/>
                <a:cs typeface="Arial" panose="020B0604020202020204" pitchFamily="34" charset="0"/>
              </a:rPr>
              <a:t>clarifies</a:t>
            </a:r>
            <a:r>
              <a:rPr lang="en-US" sz="1600" dirty="0">
                <a:solidFill>
                  <a:srgbClr val="231F20"/>
                </a:solidFill>
                <a:latin typeface="Arial" panose="020B0604020202020204" pitchFamily="34" charset="0"/>
                <a:cs typeface="Arial" panose="020B0604020202020204" pitchFamily="34" charset="0"/>
              </a:rPr>
              <a:t> truths, </a:t>
            </a:r>
            <a:r>
              <a:rPr lang="en-US" sz="1600" spc="-30" dirty="0">
                <a:solidFill>
                  <a:srgbClr val="231F20"/>
                </a:solidFill>
                <a:latin typeface="Arial" panose="020B0604020202020204" pitchFamily="34" charset="0"/>
                <a:cs typeface="Arial" panose="020B0604020202020204" pitchFamily="34" charset="0"/>
              </a:rPr>
              <a:t>m</a:t>
            </a:r>
            <a:r>
              <a:rPr lang="en-US" sz="1600" dirty="0">
                <a:solidFill>
                  <a:srgbClr val="231F20"/>
                </a:solidFill>
                <a:latin typeface="Arial" panose="020B0604020202020204" pitchFamily="34" charset="0"/>
                <a:cs typeface="Arial" panose="020B0604020202020204" pitchFamily="34" charset="0"/>
              </a:rPr>
              <a:t>yths and misconceptions</a:t>
            </a:r>
            <a:endParaRPr lang="en-US" sz="1600" dirty="0">
              <a:latin typeface="Arial" panose="020B0604020202020204" pitchFamily="34" charset="0"/>
              <a:cs typeface="Arial" panose="020B0604020202020204" pitchFamily="34" charset="0"/>
            </a:endParaRPr>
          </a:p>
        </p:txBody>
      </p:sp>
      <p:sp>
        <p:nvSpPr>
          <p:cNvPr id="8" name="object 4">
            <a:extLst>
              <a:ext uri="{FF2B5EF4-FFF2-40B4-BE49-F238E27FC236}">
                <a16:creationId xmlns:a16="http://schemas.microsoft.com/office/drawing/2014/main" xmlns="" id="{7089C78C-E193-8C49-AAE0-E3D5EE0C0337}"/>
              </a:ext>
            </a:extLst>
          </p:cNvPr>
          <p:cNvSpPr txBox="1"/>
          <p:nvPr/>
        </p:nvSpPr>
        <p:spPr>
          <a:xfrm>
            <a:off x="6828085" y="1723047"/>
            <a:ext cx="1930859" cy="276883"/>
          </a:xfrm>
          <a:prstGeom prst="rect">
            <a:avLst/>
          </a:prstGeom>
          <a:solidFill>
            <a:srgbClr val="00B050"/>
          </a:solidFill>
          <a:ln>
            <a:noFill/>
          </a:ln>
        </p:spPr>
        <p:txBody>
          <a:bodyPr vert="horz" wrap="square" lIns="0" tIns="0" rIns="0" bIns="0" rtlCol="0">
            <a:spAutoFit/>
          </a:bodyPr>
          <a:lstStyle/>
          <a:p>
            <a:pPr marL="281192"/>
            <a:r>
              <a:rPr sz="1799" spc="80" dirty="0">
                <a:solidFill>
                  <a:schemeClr val="bg1"/>
                </a:solidFill>
                <a:latin typeface="Arial Black"/>
                <a:cs typeface="Arial Black"/>
              </a:rPr>
              <a:t>A</a:t>
            </a:r>
            <a:r>
              <a:rPr sz="1799" spc="5" dirty="0">
                <a:solidFill>
                  <a:schemeClr val="bg1"/>
                </a:solidFill>
                <a:latin typeface="Arial Black"/>
                <a:cs typeface="Arial Black"/>
              </a:rPr>
              <a:t>ctivity:</a:t>
            </a:r>
            <a:r>
              <a:rPr sz="1799" spc="-40" dirty="0">
                <a:solidFill>
                  <a:schemeClr val="bg1"/>
                </a:solidFill>
                <a:latin typeface="Arial Black"/>
                <a:cs typeface="Arial Black"/>
              </a:rPr>
              <a:t> </a:t>
            </a:r>
            <a:r>
              <a:rPr sz="1799" spc="-75" dirty="0">
                <a:solidFill>
                  <a:schemeClr val="bg1"/>
                </a:solidFill>
                <a:latin typeface="Arial Black"/>
                <a:cs typeface="Arial Black"/>
              </a:rPr>
              <a:t>2</a:t>
            </a:r>
            <a:endParaRPr sz="1799" dirty="0">
              <a:solidFill>
                <a:schemeClr val="bg1"/>
              </a:solidFill>
              <a:latin typeface="Arial Black"/>
              <a:cs typeface="Arial Black"/>
            </a:endParaRPr>
          </a:p>
        </p:txBody>
      </p:sp>
      <p:sp>
        <p:nvSpPr>
          <p:cNvPr id="9" name="object 3">
            <a:extLst>
              <a:ext uri="{FF2B5EF4-FFF2-40B4-BE49-F238E27FC236}">
                <a16:creationId xmlns:a16="http://schemas.microsoft.com/office/drawing/2014/main" xmlns="" id="{ADD4CF86-2FA8-FE48-A867-670451951EF0}"/>
              </a:ext>
            </a:extLst>
          </p:cNvPr>
          <p:cNvSpPr txBox="1"/>
          <p:nvPr/>
        </p:nvSpPr>
        <p:spPr>
          <a:xfrm>
            <a:off x="717259" y="1384103"/>
            <a:ext cx="5969127" cy="3604320"/>
          </a:xfrm>
          <a:prstGeom prst="rect">
            <a:avLst/>
          </a:prstGeom>
        </p:spPr>
        <p:txBody>
          <a:bodyPr vert="horz" wrap="square" lIns="0" tIns="0" rIns="0" bIns="0" rtlCol="0">
            <a:spAutoFit/>
          </a:bodyPr>
          <a:lstStyle/>
          <a:p>
            <a:pPr>
              <a:lnSpc>
                <a:spcPct val="150000"/>
              </a:lnSpc>
            </a:pPr>
            <a:endParaRPr sz="1959" dirty="0">
              <a:latin typeface="Arial" panose="020B0604020202020204" pitchFamily="34" charset="0"/>
              <a:cs typeface="Arial" panose="020B0604020202020204" pitchFamily="34" charset="0"/>
            </a:endParaRPr>
          </a:p>
          <a:p>
            <a:pPr marL="492746" indent="-457200">
              <a:lnSpc>
                <a:spcPct val="150000"/>
              </a:lnSpc>
              <a:spcBef>
                <a:spcPts val="505"/>
              </a:spcBef>
              <a:buClr>
                <a:srgbClr val="231F20"/>
              </a:buClr>
              <a:buFont typeface="+mj-lt"/>
              <a:buAutoNum type="arabicParenR"/>
              <a:tabLst>
                <a:tab pos="264689" algn="l"/>
              </a:tabLst>
            </a:pPr>
            <a:r>
              <a:rPr sz="1800" spc="-10" dirty="0">
                <a:solidFill>
                  <a:srgbClr val="231F20"/>
                </a:solidFill>
                <a:latin typeface="Arial" panose="020B0604020202020204" pitchFamily="34" charset="0"/>
                <a:cs typeface="Arial" panose="020B0604020202020204" pitchFamily="34" charset="0"/>
              </a:rPr>
              <a:t>Hype</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can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cured</a:t>
            </a:r>
            <a:r>
              <a:rPr lang="en-US" sz="1800" spc="-10" dirty="0">
                <a:solidFill>
                  <a:srgbClr val="231F20"/>
                </a:solidFill>
                <a:latin typeface="Arial" panose="020B0604020202020204" pitchFamily="34" charset="0"/>
                <a:cs typeface="Arial" panose="020B0604020202020204" pitchFamily="34" charset="0"/>
              </a:rPr>
              <a:t> </a:t>
            </a:r>
            <a:r>
              <a:rPr lang="en-US" sz="1800" spc="-10" dirty="0">
                <a:latin typeface="Arial" panose="020B0604020202020204" pitchFamily="34" charset="0"/>
                <a:cs typeface="Arial" panose="020B0604020202020204" pitchFamily="34" charset="0"/>
              </a:rPr>
              <a:t>(by herbal medication)</a:t>
            </a:r>
            <a:endParaRPr sz="1800" dirty="0">
              <a:latin typeface="Arial" panose="020B0604020202020204" pitchFamily="34" charset="0"/>
              <a:cs typeface="Arial" panose="020B0604020202020204" pitchFamily="34" charset="0"/>
            </a:endParaRPr>
          </a:p>
          <a:p>
            <a:pPr marL="492746" indent="-457200">
              <a:lnSpc>
                <a:spcPct val="150000"/>
              </a:lnSpc>
              <a:spcBef>
                <a:spcPts val="280"/>
              </a:spcBef>
              <a:buClr>
                <a:srgbClr val="231F20"/>
              </a:buClr>
              <a:buFont typeface="+mj-lt"/>
              <a:buAutoNum type="arabicParenR"/>
              <a:tabLst>
                <a:tab pos="264689" algn="l"/>
              </a:tabLst>
            </a:pPr>
            <a:r>
              <a:rPr lang="en-US" sz="1800" spc="-10" dirty="0">
                <a:solidFill>
                  <a:srgbClr val="231F20"/>
                </a:solidFill>
                <a:latin typeface="Arial" panose="020B0604020202020204" pitchFamily="34" charset="0"/>
                <a:cs typeface="Arial" panose="020B0604020202020204" pitchFamily="34" charset="0"/>
              </a:rPr>
              <a:t>It o</a:t>
            </a:r>
            <a:r>
              <a:rPr sz="1800" spc="-10" dirty="0">
                <a:solidFill>
                  <a:srgbClr val="231F20"/>
                </a:solidFill>
                <a:latin typeface="Arial" panose="020B0604020202020204" pitchFamily="34" charset="0"/>
                <a:cs typeface="Arial" panose="020B0604020202020204" pitchFamily="34" charset="0"/>
              </a:rPr>
              <a:t>nly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occurs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obese</a:t>
            </a:r>
            <a:endParaRPr sz="1800" dirty="0">
              <a:latin typeface="Arial" panose="020B0604020202020204" pitchFamily="34" charset="0"/>
              <a:cs typeface="Arial" panose="020B0604020202020204" pitchFamily="34" charset="0"/>
            </a:endParaRPr>
          </a:p>
          <a:p>
            <a:pPr marL="492746" indent="-457200">
              <a:lnSpc>
                <a:spcPct val="150000"/>
              </a:lnSpc>
              <a:spcBef>
                <a:spcPts val="280"/>
              </a:spcBef>
              <a:buClr>
                <a:srgbClr val="231F20"/>
              </a:buClr>
              <a:buFont typeface="+mj-lt"/>
              <a:buAutoNum type="arabicParenR"/>
              <a:tabLst>
                <a:tab pos="264689" algn="l"/>
              </a:tabLst>
            </a:pPr>
            <a:r>
              <a:rPr sz="1800" dirty="0">
                <a:solidFill>
                  <a:srgbClr val="231F20"/>
                </a:solidFill>
                <a:latin typeface="Arial" panose="020B0604020202020204" pitchFamily="34" charset="0"/>
                <a:cs typeface="Arial" panose="020B0604020202020204" pitchFamily="34" charset="0"/>
              </a:rPr>
              <a:t>Disease </a:t>
            </a:r>
            <a:r>
              <a:rPr sz="1800" spc="-30"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or the rich</a:t>
            </a:r>
            <a:r>
              <a:rPr lang="en-US" sz="1800"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affluent</a:t>
            </a:r>
            <a:endParaRPr sz="1800" dirty="0">
              <a:latin typeface="Arial" panose="020B0604020202020204" pitchFamily="34" charset="0"/>
              <a:cs typeface="Arial" panose="020B0604020202020204" pitchFamily="34" charset="0"/>
            </a:endParaRPr>
          </a:p>
          <a:p>
            <a:pPr marL="492746" indent="-457200">
              <a:lnSpc>
                <a:spcPct val="150000"/>
              </a:lnSpc>
              <a:spcBef>
                <a:spcPts val="280"/>
              </a:spcBef>
              <a:buClr>
                <a:srgbClr val="231F20"/>
              </a:buClr>
              <a:buFont typeface="+mj-lt"/>
              <a:buAutoNum type="arabicParenR"/>
              <a:tabLst>
                <a:tab pos="264689" algn="l"/>
              </a:tabLst>
            </a:pPr>
            <a:r>
              <a:rPr sz="1800" spc="-5" dirty="0">
                <a:solidFill>
                  <a:srgbClr val="231F20"/>
                </a:solidFill>
                <a:latin typeface="Arial" panose="020B0604020202020204" pitchFamily="34" charset="0"/>
                <a:cs typeface="Arial" panose="020B0604020202020204" pitchFamily="34" charset="0"/>
              </a:rPr>
              <a:t>If </a:t>
            </a:r>
            <a:r>
              <a:rPr sz="1800" spc="-10" dirty="0">
                <a:solidFill>
                  <a:srgbClr val="231F20"/>
                </a:solidFill>
                <a:latin typeface="Arial" panose="020B0604020202020204" pitchFamily="34" charset="0"/>
                <a:cs typeface="Arial" panose="020B0604020202020204" pitchFamily="34" charset="0"/>
              </a:rPr>
              <a:t>no sy</a:t>
            </a:r>
            <a:r>
              <a:rPr sz="1800" spc="-25" dirty="0">
                <a:solidFill>
                  <a:srgbClr val="231F20"/>
                </a:solidFill>
                <a:latin typeface="Arial" panose="020B0604020202020204" pitchFamily="34" charset="0"/>
                <a:cs typeface="Arial" panose="020B0604020202020204" pitchFamily="34" charset="0"/>
              </a:rPr>
              <a:t>m</a:t>
            </a:r>
            <a:r>
              <a:rPr sz="1800" spc="-1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oms,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no</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492746" indent="-457200">
              <a:lnSpc>
                <a:spcPct val="150000"/>
              </a:lnSpc>
              <a:spcBef>
                <a:spcPts val="280"/>
              </a:spcBef>
              <a:buClr>
                <a:srgbClr val="231F20"/>
              </a:buClr>
              <a:buFont typeface="+mj-lt"/>
              <a:buAutoNum type="arabicParenR"/>
              <a:tabLst>
                <a:tab pos="264689" algn="l"/>
              </a:tabLst>
            </a:pPr>
            <a:r>
              <a:rPr lang="en-ZA" sz="1800" spc="-15" dirty="0">
                <a:solidFill>
                  <a:srgbClr val="231F20"/>
                </a:solidFill>
                <a:latin typeface="Arial" panose="020B0604020202020204" pitchFamily="34" charset="0"/>
                <a:cs typeface="Arial" panose="020B0604020202020204" pitchFamily="34" charset="0"/>
              </a:rPr>
              <a:t>You cannot get it if it is not in your family</a:t>
            </a:r>
          </a:p>
          <a:p>
            <a:pPr marL="492746" indent="-457200">
              <a:lnSpc>
                <a:spcPct val="150000"/>
              </a:lnSpc>
              <a:spcBef>
                <a:spcPts val="280"/>
              </a:spcBef>
              <a:buClr>
                <a:srgbClr val="231F20"/>
              </a:buClr>
              <a:buFont typeface="+mj-lt"/>
              <a:buAutoNum type="arabicParenR"/>
              <a:tabLst>
                <a:tab pos="264689" algn="l"/>
              </a:tabLst>
            </a:pPr>
            <a:r>
              <a:rPr sz="1800" spc="-5" dirty="0">
                <a:solidFill>
                  <a:srgbClr val="231F20"/>
                </a:solidFill>
                <a:latin typeface="Arial" panose="020B0604020202020204" pitchFamily="34" charset="0"/>
                <a:cs typeface="Arial" panose="020B0604020202020204" pitchFamily="34" charset="0"/>
              </a:rPr>
              <a:t>It’s </a:t>
            </a:r>
            <a:r>
              <a:rPr sz="1800" spc="-10" dirty="0">
                <a:solidFill>
                  <a:srgbClr val="231F20"/>
                </a:solidFill>
                <a:latin typeface="Arial" panose="020B0604020202020204" pitchFamily="34" charset="0"/>
                <a:cs typeface="Arial" panose="020B0604020202020204" pitchFamily="34" charset="0"/>
              </a:rPr>
              <a:t>a </a:t>
            </a:r>
            <a:r>
              <a:rPr sz="1800" spc="-5" dirty="0">
                <a:solidFill>
                  <a:srgbClr val="231F20"/>
                </a:solidFill>
                <a:latin typeface="Arial" panose="020B0604020202020204" pitchFamily="34" charset="0"/>
                <a:cs typeface="Arial" panose="020B0604020202020204" pitchFamily="34" charset="0"/>
              </a:rPr>
              <a:t>result of</a:t>
            </a:r>
            <a:r>
              <a:rPr lang="en-US" sz="1800" spc="-5" dirty="0">
                <a:solidFill>
                  <a:srgbClr val="231F20"/>
                </a:solidFill>
                <a:latin typeface="Arial" panose="020B0604020202020204" pitchFamily="34" charset="0"/>
                <a:cs typeface="Arial" panose="020B0604020202020204" pitchFamily="34" charset="0"/>
              </a:rPr>
              <a:t> a</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curse</a:t>
            </a:r>
            <a:endParaRPr lang="en-US" sz="1800" dirty="0">
              <a:latin typeface="Arial" panose="020B0604020202020204" pitchFamily="34" charset="0"/>
              <a:cs typeface="Arial" panose="020B0604020202020204" pitchFamily="34" charset="0"/>
            </a:endParaRPr>
          </a:p>
          <a:p>
            <a:pPr marL="492746" indent="-457200">
              <a:lnSpc>
                <a:spcPct val="150000"/>
              </a:lnSpc>
              <a:spcBef>
                <a:spcPts val="280"/>
              </a:spcBef>
              <a:buClr>
                <a:srgbClr val="231F20"/>
              </a:buClr>
              <a:buFont typeface="+mj-lt"/>
              <a:buAutoNum type="arabicParenR"/>
              <a:tabLst>
                <a:tab pos="264689" algn="l"/>
              </a:tabLst>
            </a:pP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lang="en-US" sz="1800" dirty="0">
                <a:solidFill>
                  <a:srgbClr val="231F20"/>
                </a:solidFill>
                <a:latin typeface="Arial" panose="020B0604020202020204" pitchFamily="34" charset="0"/>
                <a:cs typeface="Arial" panose="020B0604020202020204" pitchFamily="34" charset="0"/>
              </a:rPr>
              <a:t>only the </a:t>
            </a:r>
            <a:r>
              <a:rPr sz="1800" spc="-5" dirty="0">
                <a:solidFill>
                  <a:srgbClr val="231F20"/>
                </a:solidFill>
                <a:latin typeface="Arial" panose="020B0604020202020204" pitchFamily="34" charset="0"/>
                <a:cs typeface="Arial" panose="020B0604020202020204" pitchFamily="34" charset="0"/>
              </a:rPr>
              <a:t>elderly</a:t>
            </a:r>
            <a:endParaRPr sz="1800" dirty="0">
              <a:latin typeface="Arial" panose="020B0604020202020204" pitchFamily="34" charset="0"/>
              <a:cs typeface="Arial" panose="020B0604020202020204" pitchFamily="34" charset="0"/>
            </a:endParaRPr>
          </a:p>
        </p:txBody>
      </p:sp>
      <p:sp>
        <p:nvSpPr>
          <p:cNvPr id="11" name="object 2">
            <a:extLst>
              <a:ext uri="{FF2B5EF4-FFF2-40B4-BE49-F238E27FC236}">
                <a16:creationId xmlns:a16="http://schemas.microsoft.com/office/drawing/2014/main" xmlns="" id="{5E953733-C0C8-FD46-8930-AC3442EC610B}"/>
              </a:ext>
            </a:extLst>
          </p:cNvPr>
          <p:cNvSpPr txBox="1"/>
          <p:nvPr/>
        </p:nvSpPr>
        <p:spPr>
          <a:xfrm>
            <a:off x="7798" y="423418"/>
            <a:ext cx="5392542" cy="430887"/>
          </a:xfrm>
          <a:prstGeom prst="rect">
            <a:avLst/>
          </a:prstGeom>
          <a:solidFill>
            <a:srgbClr val="00B050"/>
          </a:solidFill>
          <a:ln w="9524">
            <a:noFill/>
          </a:ln>
        </p:spPr>
        <p:txBody>
          <a:bodyPr vert="horz" wrap="square" lIns="0" tIns="0" rIns="0" bIns="0" rtlCol="0">
            <a:spAutoFit/>
          </a:bodyPr>
          <a:lstStyle/>
          <a:p>
            <a:pPr marL="564289"/>
            <a:r>
              <a:rPr lang="en-US" sz="2800" b="1" kern="0" dirty="0">
                <a:solidFill>
                  <a:schemeClr val="bg1"/>
                </a:solidFill>
                <a:latin typeface="Arial" pitchFamily="34" charset="0"/>
                <a:cs typeface="Arial" pitchFamily="34" charset="0"/>
              </a:rPr>
              <a:t>  Myths and Misconceptions</a:t>
            </a:r>
            <a:endParaRPr sz="2800" b="1" dirty="0">
              <a:solidFill>
                <a:schemeClr val="bg1"/>
              </a:solidFill>
              <a:latin typeface="Arial"/>
              <a:cs typeface="Arial"/>
            </a:endParaRPr>
          </a:p>
        </p:txBody>
      </p:sp>
      <p:sp>
        <p:nvSpPr>
          <p:cNvPr id="14" name="Rectangle 13">
            <a:extLst>
              <a:ext uri="{FF2B5EF4-FFF2-40B4-BE49-F238E27FC236}">
                <a16:creationId xmlns:a16="http://schemas.microsoft.com/office/drawing/2014/main" xmlns="" id="{55BB35B6-248B-7C48-81BB-32294157B42A}"/>
              </a:ext>
            </a:extLst>
          </p:cNvPr>
          <p:cNvSpPr/>
          <p:nvPr/>
        </p:nvSpPr>
        <p:spPr>
          <a:xfrm>
            <a:off x="5400340" y="423418"/>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8EAA0566-35B3-6147-BEDF-3D6C05AE811C}"/>
              </a:ext>
            </a:extLst>
          </p:cNvPr>
          <p:cNvSpPr/>
          <p:nvPr/>
        </p:nvSpPr>
        <p:spPr>
          <a:xfrm>
            <a:off x="8759930" y="1723047"/>
            <a:ext cx="112814" cy="276884"/>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8683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7090328-F72B-E249-9C02-D9197F658AAE}"/>
              </a:ext>
            </a:extLst>
          </p:cNvPr>
          <p:cNvSpPr>
            <a:spLocks noGrp="1"/>
          </p:cNvSpPr>
          <p:nvPr>
            <p:ph type="sldNum" sz="quarter" idx="12"/>
          </p:nvPr>
        </p:nvSpPr>
        <p:spPr/>
        <p:txBody>
          <a:bodyPr/>
          <a:lstStyle/>
          <a:p>
            <a:fld id="{5FCE7002-8CF6-784B-9A24-69DF51357AB2}" type="slidenum">
              <a:rPr lang="en-US" smtClean="0"/>
              <a:t>14</a:t>
            </a:fld>
            <a:endParaRPr lang="en-US"/>
          </a:p>
        </p:txBody>
      </p:sp>
      <p:sp>
        <p:nvSpPr>
          <p:cNvPr id="5" name="object 2">
            <a:extLst>
              <a:ext uri="{FF2B5EF4-FFF2-40B4-BE49-F238E27FC236}">
                <a16:creationId xmlns:a16="http://schemas.microsoft.com/office/drawing/2014/main" xmlns="" id="{D1B294E8-54E3-344E-BDA0-D0D6C267AD20}"/>
              </a:ext>
            </a:extLst>
          </p:cNvPr>
          <p:cNvSpPr txBox="1"/>
          <p:nvPr/>
        </p:nvSpPr>
        <p:spPr>
          <a:xfrm>
            <a:off x="7797" y="423417"/>
            <a:ext cx="2053015" cy="430887"/>
          </a:xfrm>
          <a:prstGeom prst="rect">
            <a:avLst/>
          </a:prstGeom>
          <a:solidFill>
            <a:srgbClr val="00B050"/>
          </a:solidFill>
          <a:ln w="9524">
            <a:noFill/>
          </a:ln>
        </p:spPr>
        <p:txBody>
          <a:bodyPr vert="horz" wrap="square" lIns="0" tIns="0" rIns="0" bIns="0" rtlCol="0">
            <a:spAutoFit/>
          </a:bodyPr>
          <a:lstStyle/>
          <a:p>
            <a:pPr marL="564289"/>
            <a:r>
              <a:rPr lang="en-US" sz="2800" b="1" dirty="0">
                <a:solidFill>
                  <a:schemeClr val="bg1"/>
                </a:solidFill>
                <a:latin typeface="Arial"/>
                <a:cs typeface="Arial"/>
              </a:rPr>
              <a:t>  UNIT 2</a:t>
            </a:r>
            <a:endParaRPr sz="2800" b="1" dirty="0">
              <a:solidFill>
                <a:schemeClr val="bg1"/>
              </a:solidFill>
              <a:latin typeface="Arial"/>
              <a:cs typeface="Arial"/>
            </a:endParaRPr>
          </a:p>
        </p:txBody>
      </p:sp>
      <p:sp>
        <p:nvSpPr>
          <p:cNvPr id="6" name="Rectangle 5">
            <a:extLst>
              <a:ext uri="{FF2B5EF4-FFF2-40B4-BE49-F238E27FC236}">
                <a16:creationId xmlns:a16="http://schemas.microsoft.com/office/drawing/2014/main" xmlns="" id="{276B2CBE-5B3D-F14B-8FAF-2E715B6DAEE1}"/>
              </a:ext>
            </a:extLst>
          </p:cNvPr>
          <p:cNvSpPr/>
          <p:nvPr/>
        </p:nvSpPr>
        <p:spPr>
          <a:xfrm>
            <a:off x="2060812" y="43088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3">
            <a:extLst>
              <a:ext uri="{FF2B5EF4-FFF2-40B4-BE49-F238E27FC236}">
                <a16:creationId xmlns:a16="http://schemas.microsoft.com/office/drawing/2014/main" xmlns="" id="{A0B1A753-3A8B-2845-99A0-FA5D7D09225E}"/>
              </a:ext>
            </a:extLst>
          </p:cNvPr>
          <p:cNvSpPr txBox="1"/>
          <p:nvPr/>
        </p:nvSpPr>
        <p:spPr>
          <a:xfrm>
            <a:off x="857892" y="1375395"/>
            <a:ext cx="7995161" cy="369332"/>
          </a:xfrm>
          <a:prstGeom prst="rect">
            <a:avLst/>
          </a:prstGeom>
        </p:spPr>
        <p:txBody>
          <a:bodyPr vert="horz" wrap="square" lIns="0" tIns="0" rIns="0" bIns="0" rtlCol="0">
            <a:spAutoFit/>
          </a:bodyPr>
          <a:lstStyle/>
          <a:p>
            <a:pPr marL="12700">
              <a:spcBef>
                <a:spcPts val="1130"/>
              </a:spcBef>
            </a:pPr>
            <a:r>
              <a:rPr lang="en-US" sz="2400" b="1" kern="0" dirty="0">
                <a:solidFill>
                  <a:srgbClr val="00B050"/>
                </a:solidFill>
                <a:latin typeface="Arial" pitchFamily="34" charset="0"/>
                <a:cs typeface="Arial" pitchFamily="34" charset="0"/>
              </a:rPr>
              <a:t>Identify the risks of hypertension</a:t>
            </a:r>
            <a:endParaRPr lang="en-US" sz="1600" b="1" dirty="0">
              <a:solidFill>
                <a:srgbClr val="00B050"/>
              </a:solidFill>
              <a:latin typeface="Arial"/>
              <a:cs typeface="Arial"/>
            </a:endParaRPr>
          </a:p>
        </p:txBody>
      </p:sp>
      <p:sp>
        <p:nvSpPr>
          <p:cNvPr id="9" name="Rectangle 8">
            <a:extLst>
              <a:ext uri="{FF2B5EF4-FFF2-40B4-BE49-F238E27FC236}">
                <a16:creationId xmlns:a16="http://schemas.microsoft.com/office/drawing/2014/main" xmlns="" id="{0EDA5FF5-E8F4-BB47-B7FF-14C3CB87A860}"/>
              </a:ext>
            </a:extLst>
          </p:cNvPr>
          <p:cNvSpPr/>
          <p:nvPr/>
        </p:nvSpPr>
        <p:spPr>
          <a:xfrm>
            <a:off x="844037" y="1889016"/>
            <a:ext cx="2121093" cy="369332"/>
          </a:xfrm>
          <a:prstGeom prst="rect">
            <a:avLst/>
          </a:prstGeom>
        </p:spPr>
        <p:txBody>
          <a:bodyPr wrap="none">
            <a:spAutoFit/>
          </a:bodyPr>
          <a:lstStyle/>
          <a:p>
            <a:pPr marL="12700">
              <a:spcBef>
                <a:spcPts val="1130"/>
              </a:spcBef>
            </a:pPr>
            <a:r>
              <a:rPr lang="en-US" sz="1800" b="1" kern="0" dirty="0">
                <a:solidFill>
                  <a:schemeClr val="tx1">
                    <a:lumMod val="75000"/>
                    <a:lumOff val="25000"/>
                  </a:schemeClr>
                </a:solidFill>
                <a:latin typeface="Arial"/>
                <a:cs typeface="Arial"/>
              </a:rPr>
              <a:t>Duration: 2 hours</a:t>
            </a:r>
            <a:endParaRPr lang="en-US" sz="2800" b="1" kern="0" dirty="0">
              <a:solidFill>
                <a:schemeClr val="tx1">
                  <a:lumMod val="75000"/>
                  <a:lumOff val="25000"/>
                </a:schemeClr>
              </a:solidFill>
              <a:latin typeface="Arial" pitchFamily="34" charset="0"/>
              <a:cs typeface="Arial" pitchFamily="34" charset="0"/>
            </a:endParaRPr>
          </a:p>
        </p:txBody>
      </p:sp>
      <p:sp>
        <p:nvSpPr>
          <p:cNvPr id="10" name="object 4">
            <a:extLst>
              <a:ext uri="{FF2B5EF4-FFF2-40B4-BE49-F238E27FC236}">
                <a16:creationId xmlns:a16="http://schemas.microsoft.com/office/drawing/2014/main" xmlns="" id="{3102AF6A-C793-5948-87E0-082B3932943C}"/>
              </a:ext>
            </a:extLst>
          </p:cNvPr>
          <p:cNvSpPr txBox="1"/>
          <p:nvPr/>
        </p:nvSpPr>
        <p:spPr>
          <a:xfrm>
            <a:off x="760845" y="2603789"/>
            <a:ext cx="5801320" cy="2716706"/>
          </a:xfrm>
          <a:prstGeom prst="rect">
            <a:avLst/>
          </a:prstGeom>
        </p:spPr>
        <p:txBody>
          <a:bodyPr vert="horz" wrap="square" lIns="0" tIns="0" rIns="0" bIns="0" rtlCol="0">
            <a:spAutoFit/>
          </a:bodyPr>
          <a:lstStyle/>
          <a:p>
            <a:pPr marL="12700">
              <a:lnSpc>
                <a:spcPct val="150000"/>
              </a:lnSpc>
            </a:pPr>
            <a:r>
              <a:rPr lang="en-US" sz="2000" b="1" kern="0" dirty="0">
                <a:solidFill>
                  <a:srgbClr val="00B050"/>
                </a:solidFill>
                <a:latin typeface="Arial" pitchFamily="34" charset="0"/>
                <a:cs typeface="Arial" pitchFamily="34" charset="0"/>
              </a:rPr>
              <a:t>1. What is a risk factor?</a:t>
            </a:r>
          </a:p>
          <a:p>
            <a:pPr marL="516255" lvl="1" indent="-228600">
              <a:lnSpc>
                <a:spcPts val="2860"/>
              </a:lnSpc>
              <a:spcBef>
                <a:spcPts val="505"/>
              </a:spcBef>
              <a:buClr>
                <a:srgbClr val="231F20"/>
              </a:buClr>
              <a:buFont typeface="Arial"/>
              <a:buChar char="•"/>
              <a:tabLst>
                <a:tab pos="516890" algn="l"/>
              </a:tabLst>
            </a:pPr>
            <a:r>
              <a:rPr sz="1800" spc="-10" dirty="0">
                <a:solidFill>
                  <a:srgbClr val="231F20"/>
                </a:solidFill>
                <a:latin typeface="Arial" panose="020B0604020202020204" pitchFamily="34" charset="0"/>
                <a:cs typeface="Arial" panose="020B0604020202020204" pitchFamily="34" charset="0"/>
              </a:rPr>
              <a:t>A </a:t>
            </a:r>
            <a:r>
              <a:rPr sz="1800" spc="-5" dirty="0">
                <a:solidFill>
                  <a:srgbClr val="231F20"/>
                </a:solidFill>
                <a:latin typeface="Arial" panose="020B0604020202020204" pitchFamily="34" charset="0"/>
                <a:cs typeface="Arial" panose="020B0604020202020204" pitchFamily="34" charset="0"/>
              </a:rPr>
              <a:t>risk </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ac</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condition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beh</a:t>
            </a:r>
            <a:r>
              <a:rPr sz="1800" spc="-45"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vio</a:t>
            </a:r>
            <a:r>
              <a:rPr sz="1800" spc="-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that </a:t>
            </a:r>
            <a:r>
              <a:rPr sz="1800" spc="-15" dirty="0">
                <a:solidFill>
                  <a:srgbClr val="231F20"/>
                </a:solidFill>
                <a:latin typeface="Arial" panose="020B0604020202020204" pitchFamily="34" charset="0"/>
                <a:cs typeface="Arial" panose="020B0604020202020204" pitchFamily="34" charset="0"/>
              </a:rPr>
              <a:t>increase</a:t>
            </a:r>
            <a:r>
              <a:rPr sz="1800" spc="-10" dirty="0">
                <a:solidFill>
                  <a:srgbClr val="231F20"/>
                </a:solidFill>
                <a:latin typeface="Arial" panose="020B0604020202020204" pitchFamily="34" charset="0"/>
                <a:cs typeface="Arial" panose="020B0604020202020204" pitchFamily="34" charset="0"/>
              </a:rPr>
              <a:t>s</a:t>
            </a:r>
            <a:r>
              <a:rPr sz="1800" spc="1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pe</a:t>
            </a:r>
            <a:r>
              <a:rPr sz="1800" spc="-10" dirty="0">
                <a:solidFill>
                  <a:srgbClr val="231F20"/>
                </a:solidFill>
                <a:latin typeface="Arial" panose="020B0604020202020204" pitchFamily="34" charset="0"/>
                <a:cs typeface="Arial" panose="020B0604020202020204" pitchFamily="34" charset="0"/>
              </a:rPr>
              <a:t>rson’s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chance</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d</a:t>
            </a:r>
            <a:r>
              <a:rPr sz="1800" spc="-4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eloping 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disease.</a:t>
            </a:r>
            <a:endParaRPr sz="1800" dirty="0">
              <a:latin typeface="Arial" panose="020B0604020202020204" pitchFamily="34" charset="0"/>
              <a:cs typeface="Arial" panose="020B0604020202020204" pitchFamily="34" charset="0"/>
            </a:endParaRPr>
          </a:p>
          <a:p>
            <a:pPr marL="516255" lvl="1" indent="-228600">
              <a:lnSpc>
                <a:spcPts val="2860"/>
              </a:lnSpc>
              <a:buClr>
                <a:srgbClr val="231F20"/>
              </a:buClr>
              <a:buFont typeface="Arial"/>
              <a:buChar char="•"/>
              <a:tabLst>
                <a:tab pos="516890" algn="l"/>
              </a:tabLst>
            </a:pPr>
            <a:r>
              <a:rPr sz="1800" dirty="0">
                <a:solidFill>
                  <a:srgbClr val="231F20"/>
                </a:solidFill>
                <a:latin typeface="Arial" panose="020B0604020202020204" pitchFamily="34" charset="0"/>
                <a:cs typeface="Arial" panose="020B0604020202020204" pitchFamily="34" charset="0"/>
              </a:rPr>
              <a:t>Risk</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ac</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include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conditions, </a:t>
            </a:r>
            <a:r>
              <a:rPr sz="1800" dirty="0">
                <a:solidFill>
                  <a:srgbClr val="231F20"/>
                </a:solidFill>
                <a:latin typeface="Arial" panose="020B0604020202020204" pitchFamily="34" charset="0"/>
                <a:cs typeface="Arial" panose="020B0604020202020204" pitchFamily="34" charset="0"/>
              </a:rPr>
              <a:t>li</a:t>
            </a: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estyle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amily</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his</a:t>
            </a:r>
            <a:r>
              <a:rPr sz="1800" spc="-2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a:t>
            </a:r>
            <a:endParaRPr sz="1800" dirty="0">
              <a:latin typeface="Arial" panose="020B0604020202020204" pitchFamily="34" charset="0"/>
              <a:cs typeface="Arial" panose="020B0604020202020204" pitchFamily="34" charset="0"/>
            </a:endParaRPr>
          </a:p>
          <a:p>
            <a:pPr marL="516255" lvl="1" indent="-228600">
              <a:lnSpc>
                <a:spcPts val="2860"/>
              </a:lnSpc>
              <a:buClr>
                <a:srgbClr val="231F20"/>
              </a:buClr>
              <a:buFont typeface="Arial"/>
              <a:buChar char="•"/>
              <a:tabLst>
                <a:tab pos="516890" algn="l"/>
              </a:tabLst>
            </a:pPr>
            <a:r>
              <a:rPr sz="1800" spc="-15" dirty="0">
                <a:solidFill>
                  <a:srgbClr val="231F20"/>
                </a:solidFill>
                <a:latin typeface="Arial" panose="020B0604020202020204" pitchFamily="34" charset="0"/>
                <a:cs typeface="Arial" panose="020B0604020202020204" pitchFamily="34" charset="0"/>
              </a:rPr>
              <a:t>Ther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risk </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ac</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som</a:t>
            </a:r>
            <a:r>
              <a:rPr sz="1800" spc="-2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thing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about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o</a:t>
            </a:r>
            <a:r>
              <a:rPr sz="1800" spc="-10" dirty="0">
                <a:solidFill>
                  <a:srgbClr val="231F20"/>
                </a:solidFill>
                <a:latin typeface="Arial" panose="020B0604020202020204" pitchFamily="34" charset="0"/>
                <a:cs typeface="Arial" panose="020B0604020202020204" pitchFamily="34" charset="0"/>
              </a:rPr>
              <a:t>the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40" dirty="0">
                <a:solidFill>
                  <a:srgbClr val="231F20"/>
                </a:solidFill>
                <a:latin typeface="Arial" panose="020B0604020202020204" pitchFamily="34" charset="0"/>
                <a:cs typeface="Arial" panose="020B0604020202020204" pitchFamily="34" charset="0"/>
              </a:rPr>
              <a:t>n</a:t>
            </a:r>
            <a:r>
              <a:rPr sz="1800" dirty="0">
                <a:solidFill>
                  <a:srgbClr val="231F20"/>
                </a:solidFill>
                <a:latin typeface="Arial" panose="020B0604020202020204" pitchFamily="34" charset="0"/>
                <a:cs typeface="Arial" panose="020B0604020202020204" pitchFamily="34" charset="0"/>
              </a:rPr>
              <a:t>ything </a:t>
            </a:r>
            <a:r>
              <a:rPr sz="1800" spc="-10" dirty="0">
                <a:solidFill>
                  <a:srgbClr val="231F20"/>
                </a:solidFill>
                <a:latin typeface="Arial" panose="020B0604020202020204" pitchFamily="34" charset="0"/>
                <a:cs typeface="Arial" panose="020B0604020202020204" pitchFamily="34" charset="0"/>
              </a:rPr>
              <a:t>abo</a:t>
            </a:r>
            <a:r>
              <a:rPr sz="1600" spc="-10" dirty="0">
                <a:solidFill>
                  <a:srgbClr val="231F20"/>
                </a:solidFill>
                <a:latin typeface="Arial" panose="020B0604020202020204" pitchFamily="34" charset="0"/>
                <a:cs typeface="Arial" panose="020B0604020202020204" pitchFamily="34" charset="0"/>
              </a:rPr>
              <a:t>ut</a:t>
            </a:r>
            <a:endParaRPr sz="1600" dirty="0">
              <a:latin typeface="Arial" panose="020B0604020202020204" pitchFamily="34" charset="0"/>
              <a:cs typeface="Arial" panose="020B0604020202020204" pitchFamily="34" charset="0"/>
            </a:endParaRPr>
          </a:p>
        </p:txBody>
      </p:sp>
      <p:sp>
        <p:nvSpPr>
          <p:cNvPr id="11" name="object 2">
            <a:extLst>
              <a:ext uri="{FF2B5EF4-FFF2-40B4-BE49-F238E27FC236}">
                <a16:creationId xmlns:a16="http://schemas.microsoft.com/office/drawing/2014/main" xmlns="" id="{56290CE6-9B2F-BE41-BF53-FE08CB648F83}"/>
              </a:ext>
            </a:extLst>
          </p:cNvPr>
          <p:cNvSpPr/>
          <p:nvPr/>
        </p:nvSpPr>
        <p:spPr>
          <a:xfrm>
            <a:off x="6762554" y="1681362"/>
            <a:ext cx="3503728" cy="5203531"/>
          </a:xfrm>
          <a:custGeom>
            <a:avLst/>
            <a:gdLst/>
            <a:ahLst/>
            <a:cxnLst/>
            <a:rect l="l" t="t" r="r" b="b"/>
            <a:pathLst>
              <a:path w="9545955" h="2315845">
                <a:moveTo>
                  <a:pt x="107933" y="0"/>
                </a:moveTo>
                <a:lnTo>
                  <a:pt x="62515" y="496"/>
                </a:lnTo>
                <a:lnTo>
                  <a:pt x="21471" y="7761"/>
                </a:lnTo>
                <a:lnTo>
                  <a:pt x="1654" y="45262"/>
                </a:lnTo>
                <a:lnTo>
                  <a:pt x="0" y="82639"/>
                </a:lnTo>
                <a:lnTo>
                  <a:pt x="7" y="2233014"/>
                </a:lnTo>
                <a:lnTo>
                  <a:pt x="3906" y="2283548"/>
                </a:lnTo>
                <a:lnTo>
                  <a:pt x="31722" y="2311601"/>
                </a:lnTo>
                <a:lnTo>
                  <a:pt x="82572" y="2315587"/>
                </a:lnTo>
                <a:lnTo>
                  <a:pt x="9462344" y="2315592"/>
                </a:lnTo>
                <a:lnTo>
                  <a:pt x="9483000" y="2315157"/>
                </a:lnTo>
                <a:lnTo>
                  <a:pt x="9524044" y="2307893"/>
                </a:lnTo>
                <a:lnTo>
                  <a:pt x="9543861" y="2270391"/>
                </a:lnTo>
                <a:lnTo>
                  <a:pt x="9545515" y="2233014"/>
                </a:lnTo>
                <a:lnTo>
                  <a:pt x="9545508" y="82639"/>
                </a:lnTo>
                <a:lnTo>
                  <a:pt x="9541609" y="32106"/>
                </a:lnTo>
                <a:lnTo>
                  <a:pt x="9513793" y="4053"/>
                </a:lnTo>
                <a:lnTo>
                  <a:pt x="9462943" y="67"/>
                </a:lnTo>
                <a:lnTo>
                  <a:pt x="107933" y="0"/>
                </a:lnTo>
                <a:close/>
              </a:path>
            </a:pathLst>
          </a:custGeom>
          <a:solidFill>
            <a:schemeClr val="accent6">
              <a:lumMod val="40000"/>
              <a:lumOff val="60000"/>
            </a:schemeClr>
          </a:solidFill>
        </p:spPr>
        <p:txBody>
          <a:bodyPr wrap="square" lIns="0" tIns="0" rIns="0" bIns="0" rtlCol="0"/>
          <a:lstStyle/>
          <a:p>
            <a:pPr marL="12695"/>
            <a:endParaRPr lang="en-US" sz="1999" spc="135" dirty="0">
              <a:solidFill>
                <a:srgbClr val="231F20"/>
              </a:solidFill>
              <a:latin typeface="Arial" panose="020B0604020202020204" pitchFamily="34" charset="0"/>
              <a:cs typeface="Arial" panose="020B0604020202020204" pitchFamily="34" charset="0"/>
            </a:endParaRPr>
          </a:p>
          <a:p>
            <a:pPr marL="12695"/>
            <a:endParaRPr lang="en-US" sz="1599" b="1" spc="135" dirty="0">
              <a:solidFill>
                <a:srgbClr val="231F20"/>
              </a:solidFill>
              <a:latin typeface="Arial" panose="020B0604020202020204" pitchFamily="34" charset="0"/>
              <a:cs typeface="Arial" panose="020B0604020202020204" pitchFamily="34" charset="0"/>
            </a:endParaRPr>
          </a:p>
        </p:txBody>
      </p:sp>
      <p:sp>
        <p:nvSpPr>
          <p:cNvPr id="12" name="object 4">
            <a:extLst>
              <a:ext uri="{FF2B5EF4-FFF2-40B4-BE49-F238E27FC236}">
                <a16:creationId xmlns:a16="http://schemas.microsoft.com/office/drawing/2014/main" xmlns="" id="{C44F52CF-4D2D-9041-9FED-5B97FC17B316}"/>
              </a:ext>
            </a:extLst>
          </p:cNvPr>
          <p:cNvSpPr txBox="1"/>
          <p:nvPr/>
        </p:nvSpPr>
        <p:spPr>
          <a:xfrm>
            <a:off x="6828085" y="1723047"/>
            <a:ext cx="1930859" cy="276883"/>
          </a:xfrm>
          <a:prstGeom prst="rect">
            <a:avLst/>
          </a:prstGeom>
          <a:solidFill>
            <a:srgbClr val="00B050"/>
          </a:solidFill>
          <a:ln>
            <a:noFill/>
          </a:ln>
        </p:spPr>
        <p:txBody>
          <a:bodyPr vert="horz" wrap="square" lIns="0" tIns="0" rIns="0" bIns="0" rtlCol="0">
            <a:spAutoFit/>
          </a:bodyPr>
          <a:lstStyle/>
          <a:p>
            <a:pPr marL="281192"/>
            <a:r>
              <a:rPr sz="1799" spc="80" dirty="0">
                <a:solidFill>
                  <a:schemeClr val="bg1"/>
                </a:solidFill>
                <a:latin typeface="Arial Black"/>
                <a:cs typeface="Arial Black"/>
              </a:rPr>
              <a:t>A</a:t>
            </a:r>
            <a:r>
              <a:rPr sz="1799" spc="5" dirty="0">
                <a:solidFill>
                  <a:schemeClr val="bg1"/>
                </a:solidFill>
                <a:latin typeface="Arial Black"/>
                <a:cs typeface="Arial Black"/>
              </a:rPr>
              <a:t>ctivity:</a:t>
            </a:r>
            <a:r>
              <a:rPr sz="1799" spc="-40" dirty="0">
                <a:solidFill>
                  <a:schemeClr val="bg1"/>
                </a:solidFill>
                <a:latin typeface="Arial Black"/>
                <a:cs typeface="Arial Black"/>
              </a:rPr>
              <a:t> </a:t>
            </a:r>
            <a:r>
              <a:rPr lang="en-US" sz="1799" spc="-75" dirty="0">
                <a:solidFill>
                  <a:schemeClr val="bg1"/>
                </a:solidFill>
                <a:latin typeface="Arial Black"/>
                <a:cs typeface="Arial Black"/>
              </a:rPr>
              <a:t>1</a:t>
            </a:r>
            <a:endParaRPr sz="1799" dirty="0">
              <a:solidFill>
                <a:schemeClr val="bg1"/>
              </a:solidFill>
              <a:latin typeface="Arial Black"/>
              <a:cs typeface="Arial Black"/>
            </a:endParaRPr>
          </a:p>
        </p:txBody>
      </p:sp>
      <p:sp>
        <p:nvSpPr>
          <p:cNvPr id="13" name="Rectangle 12">
            <a:extLst>
              <a:ext uri="{FF2B5EF4-FFF2-40B4-BE49-F238E27FC236}">
                <a16:creationId xmlns:a16="http://schemas.microsoft.com/office/drawing/2014/main" xmlns="" id="{97F0108E-F688-C94C-9DFA-008DC4F49D46}"/>
              </a:ext>
            </a:extLst>
          </p:cNvPr>
          <p:cNvSpPr/>
          <p:nvPr/>
        </p:nvSpPr>
        <p:spPr>
          <a:xfrm>
            <a:off x="8759930" y="1723047"/>
            <a:ext cx="112814" cy="276884"/>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66750563-67AC-E24D-98F7-D1E6B586D89F}"/>
              </a:ext>
            </a:extLst>
          </p:cNvPr>
          <p:cNvSpPr/>
          <p:nvPr/>
        </p:nvSpPr>
        <p:spPr>
          <a:xfrm>
            <a:off x="6860359" y="2096541"/>
            <a:ext cx="1832874" cy="400110"/>
          </a:xfrm>
          <a:prstGeom prst="rect">
            <a:avLst/>
          </a:prstGeom>
        </p:spPr>
        <p:txBody>
          <a:bodyPr wrap="none">
            <a:spAutoFit/>
          </a:bodyPr>
          <a:lstStyle/>
          <a:p>
            <a:pPr marL="12700">
              <a:lnSpc>
                <a:spcPct val="100000"/>
              </a:lnSpc>
            </a:pPr>
            <a:r>
              <a:rPr lang="en-US" sz="2000" b="1" spc="55" dirty="0">
                <a:solidFill>
                  <a:schemeClr val="tx1">
                    <a:lumMod val="75000"/>
                    <a:lumOff val="25000"/>
                  </a:schemeClr>
                </a:solidFill>
                <a:latin typeface="Arial" panose="020B0604020202020204" pitchFamily="34" charset="0"/>
                <a:cs typeface="Arial" panose="020B0604020202020204" pitchFamily="34" charset="0"/>
              </a:rPr>
              <a:t>Risk</a:t>
            </a:r>
            <a:r>
              <a:rPr lang="en-US" sz="2000" b="1" spc="50" dirty="0">
                <a:solidFill>
                  <a:schemeClr val="tx1">
                    <a:lumMod val="75000"/>
                    <a:lumOff val="25000"/>
                  </a:schemeClr>
                </a:solidFill>
                <a:latin typeface="Arial" panose="020B0604020202020204" pitchFamily="34" charset="0"/>
                <a:cs typeface="Arial" panose="020B0604020202020204" pitchFamily="34" charset="0"/>
              </a:rPr>
              <a:t> </a:t>
            </a:r>
            <a:r>
              <a:rPr lang="en-US" sz="2000" b="1" spc="250" dirty="0">
                <a:solidFill>
                  <a:schemeClr val="tx1">
                    <a:lumMod val="75000"/>
                    <a:lumOff val="25000"/>
                  </a:schemeClr>
                </a:solidFill>
                <a:latin typeface="Arial" panose="020B0604020202020204" pitchFamily="34" charset="0"/>
                <a:cs typeface="Arial" panose="020B0604020202020204" pitchFamily="34" charset="0"/>
              </a:rPr>
              <a:t>f</a:t>
            </a:r>
            <a:r>
              <a:rPr lang="en-US" sz="2000" b="1" spc="170" dirty="0">
                <a:solidFill>
                  <a:schemeClr val="tx1">
                    <a:lumMod val="75000"/>
                    <a:lumOff val="25000"/>
                  </a:schemeClr>
                </a:solidFill>
                <a:latin typeface="Arial" panose="020B0604020202020204" pitchFamily="34" charset="0"/>
                <a:cs typeface="Arial" panose="020B0604020202020204" pitchFamily="34" charset="0"/>
              </a:rPr>
              <a:t>ac</a:t>
            </a:r>
            <a:r>
              <a:rPr lang="en-US" sz="2000" b="1" spc="50" dirty="0">
                <a:solidFill>
                  <a:schemeClr val="tx1">
                    <a:lumMod val="75000"/>
                    <a:lumOff val="25000"/>
                  </a:schemeClr>
                </a:solidFill>
                <a:latin typeface="Arial" panose="020B0604020202020204" pitchFamily="34" charset="0"/>
                <a:cs typeface="Arial" panose="020B0604020202020204" pitchFamily="34" charset="0"/>
              </a:rPr>
              <a:t>t</a:t>
            </a:r>
            <a:r>
              <a:rPr lang="en-US" sz="2000" b="1" spc="135" dirty="0">
                <a:solidFill>
                  <a:schemeClr val="tx1">
                    <a:lumMod val="75000"/>
                    <a:lumOff val="25000"/>
                  </a:schemeClr>
                </a:solidFill>
                <a:latin typeface="Arial" panose="020B0604020202020204" pitchFamily="34" charset="0"/>
                <a:cs typeface="Arial" panose="020B0604020202020204" pitchFamily="34" charset="0"/>
              </a:rPr>
              <a:t>ors</a:t>
            </a:r>
            <a:endParaRPr lang="en-US" sz="20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5" name="object 5">
            <a:extLst>
              <a:ext uri="{FF2B5EF4-FFF2-40B4-BE49-F238E27FC236}">
                <a16:creationId xmlns:a16="http://schemas.microsoft.com/office/drawing/2014/main" xmlns="" id="{38F82051-529C-4F46-BE2F-7408ED480A3A}"/>
              </a:ext>
            </a:extLst>
          </p:cNvPr>
          <p:cNvSpPr txBox="1"/>
          <p:nvPr/>
        </p:nvSpPr>
        <p:spPr>
          <a:xfrm>
            <a:off x="6762554" y="2500780"/>
            <a:ext cx="3503728" cy="4209357"/>
          </a:xfrm>
          <a:prstGeom prst="rect">
            <a:avLst/>
          </a:prstGeom>
        </p:spPr>
        <p:txBody>
          <a:bodyPr vert="horz" wrap="square" lIns="0" tIns="0" rIns="0" bIns="0" rtlCol="0">
            <a:spAutoFit/>
          </a:bodyPr>
          <a:lstStyle/>
          <a:p>
            <a:pPr marL="276115">
              <a:lnSpc>
                <a:spcPct val="150000"/>
              </a:lnSpc>
            </a:pPr>
            <a:r>
              <a:rPr lang="en-US" sz="1600" b="1" spc="-15" dirty="0">
                <a:solidFill>
                  <a:srgbClr val="00B050"/>
                </a:solidFill>
                <a:latin typeface="Arial" panose="020B0604020202020204" pitchFamily="34" charset="0"/>
                <a:cs typeface="Arial" panose="020B0604020202020204" pitchFamily="34" charset="0"/>
              </a:rPr>
              <a:t>Brainstormin</a:t>
            </a:r>
            <a:r>
              <a:rPr lang="en-US" sz="1600" b="1" spc="-10" dirty="0">
                <a:solidFill>
                  <a:srgbClr val="00B050"/>
                </a:solidFill>
                <a:latin typeface="Arial" panose="020B0604020202020204" pitchFamily="34" charset="0"/>
                <a:cs typeface="Arial" panose="020B0604020202020204" pitchFamily="34" charset="0"/>
              </a:rPr>
              <a:t>g</a:t>
            </a:r>
            <a:r>
              <a:rPr lang="en-US" sz="1600" b="1" dirty="0">
                <a:solidFill>
                  <a:srgbClr val="00B050"/>
                </a:solidFill>
                <a:latin typeface="Arial" panose="020B0604020202020204" pitchFamily="34" charset="0"/>
                <a:cs typeface="Arial" panose="020B0604020202020204" pitchFamily="34" charset="0"/>
              </a:rPr>
              <a:t> </a:t>
            </a:r>
            <a:r>
              <a:rPr lang="en-US" sz="1600" b="1" spc="-5" dirty="0">
                <a:solidFill>
                  <a:srgbClr val="00B050"/>
                </a:solidFill>
                <a:latin typeface="Arial" panose="020B0604020202020204" pitchFamily="34" charset="0"/>
                <a:cs typeface="Arial" panose="020B0604020202020204" pitchFamily="34" charset="0"/>
              </a:rPr>
              <a:t>session</a:t>
            </a:r>
            <a:r>
              <a:rPr lang="en-US" sz="1600" b="1" dirty="0">
                <a:solidFill>
                  <a:srgbClr val="231F20"/>
                </a:solidFill>
                <a:latin typeface="Arial" panose="020B0604020202020204" pitchFamily="34" charset="0"/>
                <a:cs typeface="Arial" panose="020B0604020202020204" pitchFamily="34" charset="0"/>
              </a:rPr>
              <a:t>: </a:t>
            </a:r>
            <a:r>
              <a:rPr lang="en-US" sz="1600" dirty="0">
                <a:solidFill>
                  <a:srgbClr val="231F20"/>
                </a:solidFill>
                <a:latin typeface="Arial" panose="020B0604020202020204" pitchFamily="34" charset="0"/>
                <a:cs typeface="Arial" panose="020B0604020202020204" pitchFamily="34" charset="0"/>
              </a:rPr>
              <a:t>15 Minutes</a:t>
            </a:r>
            <a:endParaRPr lang="en-US" sz="1600" dirty="0">
              <a:latin typeface="Arial" panose="020B0604020202020204" pitchFamily="34" charset="0"/>
              <a:cs typeface="Arial" panose="020B0604020202020204" pitchFamily="34" charset="0"/>
            </a:endParaRPr>
          </a:p>
          <a:p>
            <a:pPr marL="264160" indent="-228600">
              <a:lnSpc>
                <a:spcPct val="150000"/>
              </a:lnSpc>
              <a:spcBef>
                <a:spcPts val="565"/>
              </a:spcBef>
              <a:buClr>
                <a:srgbClr val="231F20"/>
              </a:buClr>
              <a:buFont typeface="Arial"/>
              <a:buChar char="•"/>
              <a:tabLst>
                <a:tab pos="264795" algn="l"/>
              </a:tabLst>
            </a:pPr>
            <a:r>
              <a:rPr lang="en-US" sz="1600" spc="-15" dirty="0">
                <a:solidFill>
                  <a:srgbClr val="231F20"/>
                </a:solidFill>
                <a:latin typeface="Arial" panose="020B0604020202020204" pitchFamily="34" charset="0"/>
                <a:cs typeface="Arial" panose="020B0604020202020204" pitchFamily="34" charset="0"/>
              </a:rPr>
              <a:t>Brains</a:t>
            </a:r>
            <a:r>
              <a:rPr lang="en-US" sz="1600" spc="-20"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orm</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on</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risk </a:t>
            </a:r>
            <a:r>
              <a:rPr lang="en-US" sz="1600" spc="-20" dirty="0">
                <a:solidFill>
                  <a:srgbClr val="231F20"/>
                </a:solidFill>
                <a:latin typeface="Arial" panose="020B0604020202020204" pitchFamily="34" charset="0"/>
                <a:cs typeface="Arial" panose="020B0604020202020204" pitchFamily="34" charset="0"/>
              </a:rPr>
              <a:t>f</a:t>
            </a:r>
            <a:r>
              <a:rPr lang="en-US" sz="1600" spc="-10" dirty="0">
                <a:solidFill>
                  <a:srgbClr val="231F20"/>
                </a:solidFill>
                <a:latin typeface="Arial" panose="020B0604020202020204" pitchFamily="34" charset="0"/>
                <a:cs typeface="Arial" panose="020B0604020202020204" pitchFamily="34" charset="0"/>
              </a:rPr>
              <a:t>ac</a:t>
            </a:r>
            <a:r>
              <a:rPr lang="en-US" sz="1600" spc="-25"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o</a:t>
            </a:r>
            <a:r>
              <a:rPr lang="en-US" sz="1600" dirty="0">
                <a:solidFill>
                  <a:srgbClr val="231F20"/>
                </a:solidFill>
                <a:latin typeface="Arial" panose="020B0604020202020204" pitchFamily="34" charset="0"/>
                <a:cs typeface="Arial" panose="020B0604020202020204" pitchFamily="34" charset="0"/>
              </a:rPr>
              <a:t>r</a:t>
            </a:r>
            <a:r>
              <a:rPr lang="en-US" sz="1600" spc="-10" dirty="0">
                <a:solidFill>
                  <a:srgbClr val="231F20"/>
                </a:solidFill>
                <a:latin typeface="Arial" panose="020B0604020202020204" pitchFamily="34" charset="0"/>
                <a:cs typeface="Arial" panose="020B0604020202020204" pitchFamily="34" charset="0"/>
              </a:rPr>
              <a:t>s</a:t>
            </a:r>
            <a:r>
              <a:rPr lang="en-US" sz="160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of </a:t>
            </a:r>
            <a:r>
              <a:rPr lang="en-US" sz="1600" spc="-25" dirty="0">
                <a:solidFill>
                  <a:srgbClr val="231F20"/>
                </a:solidFill>
                <a:latin typeface="Arial" panose="020B0604020202020204" pitchFamily="34" charset="0"/>
                <a:cs typeface="Arial" panose="020B0604020202020204" pitchFamily="34" charset="0"/>
              </a:rPr>
              <a:t>h</a:t>
            </a:r>
            <a:r>
              <a:rPr lang="en-US" sz="1600" spc="-10" dirty="0">
                <a:solidFill>
                  <a:srgbClr val="231F20"/>
                </a:solidFill>
                <a:latin typeface="Arial" panose="020B0604020202020204" pitchFamily="34" charset="0"/>
                <a:cs typeface="Arial" panose="020B0604020202020204" pitchFamily="34" charset="0"/>
              </a:rPr>
              <a:t>ype</a:t>
            </a:r>
            <a:r>
              <a:rPr lang="en-US" sz="1600" spc="30" dirty="0">
                <a:solidFill>
                  <a:srgbClr val="231F20"/>
                </a:solidFill>
                <a:latin typeface="Arial" panose="020B0604020202020204" pitchFamily="34" charset="0"/>
                <a:cs typeface="Arial" panose="020B0604020202020204" pitchFamily="34" charset="0"/>
              </a:rPr>
              <a:t>r</a:t>
            </a:r>
            <a:r>
              <a:rPr lang="en-US" sz="1600" spc="-30"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ension</a:t>
            </a:r>
            <a:endParaRPr lang="en-US" sz="1600" dirty="0">
              <a:latin typeface="Arial" panose="020B0604020202020204" pitchFamily="34" charset="0"/>
              <a:cs typeface="Arial" panose="020B0604020202020204" pitchFamily="34" charset="0"/>
            </a:endParaRPr>
          </a:p>
          <a:p>
            <a:pPr marL="264160" indent="-228600">
              <a:lnSpc>
                <a:spcPct val="150000"/>
              </a:lnSpc>
              <a:spcBef>
                <a:spcPts val="280"/>
              </a:spcBef>
              <a:buClr>
                <a:srgbClr val="231F20"/>
              </a:buClr>
              <a:buFont typeface="Arial"/>
              <a:buChar char="•"/>
              <a:tabLst>
                <a:tab pos="264795" algn="l"/>
              </a:tabLst>
            </a:pPr>
            <a:r>
              <a:rPr lang="en-US" sz="1600" spc="-15" dirty="0">
                <a:solidFill>
                  <a:srgbClr val="231F20"/>
                </a:solidFill>
                <a:latin typeface="Arial" panose="020B0604020202020204" pitchFamily="34" charset="0"/>
                <a:cs typeface="Arial" panose="020B0604020202020204" pitchFamily="34" charset="0"/>
              </a:rPr>
              <a:t>Th</a:t>
            </a:r>
            <a:r>
              <a:rPr lang="en-US" sz="1600" spc="-10" dirty="0">
                <a:solidFill>
                  <a:srgbClr val="231F20"/>
                </a:solidFill>
                <a:latin typeface="Arial" panose="020B0604020202020204" pitchFamily="34" charset="0"/>
                <a:cs typeface="Arial" panose="020B0604020202020204" pitchFamily="34" charset="0"/>
              </a:rPr>
              <a:t>e</a:t>
            </a:r>
            <a:r>
              <a:rPr lang="en-US" sz="1600" dirty="0">
                <a:solidFill>
                  <a:srgbClr val="231F20"/>
                </a:solidFill>
                <a:latin typeface="Arial" panose="020B0604020202020204" pitchFamily="34" charset="0"/>
                <a:cs typeface="Arial" panose="020B0604020202020204" pitchFamily="34" charset="0"/>
              </a:rPr>
              <a:t> </a:t>
            </a:r>
            <a:r>
              <a:rPr lang="en-US" sz="1600" spc="-20" dirty="0">
                <a:solidFill>
                  <a:srgbClr val="231F20"/>
                </a:solidFill>
                <a:latin typeface="Arial" panose="020B0604020202020204" pitchFamily="34" charset="0"/>
                <a:cs typeface="Arial" panose="020B0604020202020204" pitchFamily="34" charset="0"/>
              </a:rPr>
              <a:t>f</a:t>
            </a:r>
            <a:r>
              <a:rPr lang="en-US" sz="1600" spc="-5" dirty="0">
                <a:solidFill>
                  <a:srgbClr val="231F20"/>
                </a:solidFill>
                <a:latin typeface="Arial" panose="020B0604020202020204" pitchFamily="34" charset="0"/>
                <a:cs typeface="Arial" panose="020B0604020202020204" pitchFamily="34" charset="0"/>
              </a:rPr>
              <a:t>acilita</a:t>
            </a:r>
            <a:r>
              <a:rPr lang="en-US" sz="1600" spc="-25"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or</a:t>
            </a:r>
            <a:r>
              <a:rPr lang="en-US" sz="160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lists</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responses </a:t>
            </a:r>
            <a:r>
              <a:rPr lang="en-US" sz="1600" spc="-5" dirty="0">
                <a:solidFill>
                  <a:srgbClr val="231F20"/>
                </a:solidFill>
                <a:latin typeface="Arial" panose="020B0604020202020204" pitchFamily="34" charset="0"/>
                <a:cs typeface="Arial" panose="020B0604020202020204" pitchFamily="34" charset="0"/>
              </a:rPr>
              <a:t>f</a:t>
            </a:r>
            <a:r>
              <a:rPr lang="en-US" sz="1600" spc="-35" dirty="0">
                <a:solidFill>
                  <a:srgbClr val="231F20"/>
                </a:solidFill>
                <a:latin typeface="Arial" panose="020B0604020202020204" pitchFamily="34" charset="0"/>
                <a:cs typeface="Arial" panose="020B0604020202020204" pitchFamily="34" charset="0"/>
              </a:rPr>
              <a:t>r</a:t>
            </a:r>
            <a:r>
              <a:rPr lang="en-US" sz="1600" spc="-10" dirty="0">
                <a:solidFill>
                  <a:srgbClr val="231F20"/>
                </a:solidFill>
                <a:latin typeface="Arial" panose="020B0604020202020204" pitchFamily="34" charset="0"/>
                <a:cs typeface="Arial" panose="020B0604020202020204" pitchFamily="34" charset="0"/>
              </a:rPr>
              <a:t>om</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pa</a:t>
            </a:r>
            <a:r>
              <a:rPr lang="en-US" sz="1600" spc="25" dirty="0">
                <a:solidFill>
                  <a:srgbClr val="231F20"/>
                </a:solidFill>
                <a:latin typeface="Arial" panose="020B0604020202020204" pitchFamily="34" charset="0"/>
                <a:cs typeface="Arial" panose="020B0604020202020204" pitchFamily="34" charset="0"/>
              </a:rPr>
              <a:t>r</a:t>
            </a:r>
            <a:r>
              <a:rPr lang="en-US" sz="1600" spc="-5" dirty="0">
                <a:solidFill>
                  <a:srgbClr val="231F20"/>
                </a:solidFill>
                <a:latin typeface="Arial" panose="020B0604020202020204" pitchFamily="34" charset="0"/>
                <a:cs typeface="Arial" panose="020B0604020202020204" pitchFamily="34" charset="0"/>
              </a:rPr>
              <a:t>ticipants</a:t>
            </a:r>
            <a:endParaRPr lang="en-US" sz="1600" dirty="0">
              <a:latin typeface="Arial" panose="020B0604020202020204" pitchFamily="34" charset="0"/>
              <a:cs typeface="Arial" panose="020B0604020202020204" pitchFamily="34" charset="0"/>
            </a:endParaRPr>
          </a:p>
          <a:p>
            <a:pPr marL="264160" indent="-228600">
              <a:lnSpc>
                <a:spcPct val="150000"/>
              </a:lnSpc>
              <a:spcBef>
                <a:spcPts val="280"/>
              </a:spcBef>
              <a:buClr>
                <a:srgbClr val="231F20"/>
              </a:buClr>
              <a:buFont typeface="Arial"/>
              <a:buChar char="•"/>
              <a:tabLst>
                <a:tab pos="264795" algn="l"/>
              </a:tabLst>
            </a:pPr>
            <a:r>
              <a:rPr lang="en-US" sz="1600" spc="-10" dirty="0">
                <a:solidFill>
                  <a:srgbClr val="231F20"/>
                </a:solidFill>
                <a:latin typeface="Arial" panose="020B0604020202020204" pitchFamily="34" charset="0"/>
                <a:cs typeface="Arial" panose="020B0604020202020204" pitchFamily="34" charset="0"/>
              </a:rPr>
              <a:t>Ask</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pa</a:t>
            </a:r>
            <a:r>
              <a:rPr lang="en-US" sz="1600" spc="25" dirty="0">
                <a:solidFill>
                  <a:srgbClr val="231F20"/>
                </a:solidFill>
                <a:latin typeface="Arial" panose="020B0604020202020204" pitchFamily="34" charset="0"/>
                <a:cs typeface="Arial" panose="020B0604020202020204" pitchFamily="34" charset="0"/>
              </a:rPr>
              <a:t>r</a:t>
            </a:r>
            <a:r>
              <a:rPr lang="en-US" sz="1600" spc="-5" dirty="0">
                <a:solidFill>
                  <a:srgbClr val="231F20"/>
                </a:solidFill>
                <a:latin typeface="Arial" panose="020B0604020202020204" pitchFamily="34" charset="0"/>
                <a:cs typeface="Arial" panose="020B0604020202020204" pitchFamily="34" charset="0"/>
              </a:rPr>
              <a:t>ticipants</a:t>
            </a:r>
            <a:r>
              <a:rPr lang="en-US" sz="1600" spc="-1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whic</a:t>
            </a:r>
            <a:r>
              <a:rPr lang="en-US" sz="1600" dirty="0">
                <a:solidFill>
                  <a:srgbClr val="231F20"/>
                </a:solidFill>
                <a:latin typeface="Arial" panose="020B0604020202020204" pitchFamily="34" charset="0"/>
                <a:cs typeface="Arial" panose="020B0604020202020204" pitchFamily="34" charset="0"/>
              </a:rPr>
              <a:t>h </a:t>
            </a:r>
            <a:r>
              <a:rPr lang="en-US" sz="1600" spc="-5" dirty="0">
                <a:solidFill>
                  <a:srgbClr val="231F20"/>
                </a:solidFill>
                <a:latin typeface="Arial" panose="020B0604020202020204" pitchFamily="34" charset="0"/>
                <a:cs typeface="Arial" panose="020B0604020202020204" pitchFamily="34" charset="0"/>
              </a:rPr>
              <a:t>risk </a:t>
            </a:r>
            <a:r>
              <a:rPr lang="en-US" sz="1600" spc="-20" dirty="0">
                <a:solidFill>
                  <a:srgbClr val="231F20"/>
                </a:solidFill>
                <a:latin typeface="Arial" panose="020B0604020202020204" pitchFamily="34" charset="0"/>
                <a:cs typeface="Arial" panose="020B0604020202020204" pitchFamily="34" charset="0"/>
              </a:rPr>
              <a:t>f</a:t>
            </a:r>
            <a:r>
              <a:rPr lang="en-US" sz="1600" spc="-10" dirty="0">
                <a:solidFill>
                  <a:srgbClr val="231F20"/>
                </a:solidFill>
                <a:latin typeface="Arial" panose="020B0604020202020204" pitchFamily="34" charset="0"/>
                <a:cs typeface="Arial" panose="020B0604020202020204" pitchFamily="34" charset="0"/>
              </a:rPr>
              <a:t>ac</a:t>
            </a:r>
            <a:r>
              <a:rPr lang="en-US" sz="1600" spc="-25"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o</a:t>
            </a:r>
            <a:r>
              <a:rPr lang="en-US" sz="1600" dirty="0">
                <a:solidFill>
                  <a:srgbClr val="231F20"/>
                </a:solidFill>
                <a:latin typeface="Arial" panose="020B0604020202020204" pitchFamily="34" charset="0"/>
                <a:cs typeface="Arial" panose="020B0604020202020204" pitchFamily="34" charset="0"/>
              </a:rPr>
              <a:t>r</a:t>
            </a:r>
            <a:r>
              <a:rPr lang="en-US" sz="1600" spc="-10" dirty="0">
                <a:solidFill>
                  <a:srgbClr val="231F20"/>
                </a:solidFill>
                <a:latin typeface="Arial" panose="020B0604020202020204" pitchFamily="34" charset="0"/>
                <a:cs typeface="Arial" panose="020B0604020202020204" pitchFamily="34" charset="0"/>
              </a:rPr>
              <a:t>s</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can</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b</a:t>
            </a:r>
            <a:r>
              <a:rPr lang="en-US" sz="1600" spc="-10" dirty="0">
                <a:solidFill>
                  <a:srgbClr val="231F20"/>
                </a:solidFill>
                <a:latin typeface="Arial" panose="020B0604020202020204" pitchFamily="34" charset="0"/>
                <a:cs typeface="Arial" panose="020B0604020202020204" pitchFamily="34" charset="0"/>
              </a:rPr>
              <a:t>e</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changed</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and</a:t>
            </a:r>
            <a:r>
              <a:rPr lang="en-US" sz="1600" spc="-5" dirty="0">
                <a:solidFill>
                  <a:srgbClr val="231F20"/>
                </a:solidFill>
                <a:latin typeface="Arial" panose="020B0604020202020204" pitchFamily="34" charset="0"/>
                <a:cs typeface="Arial" panose="020B0604020202020204" pitchFamily="34" charset="0"/>
              </a:rPr>
              <a:t> whic</a:t>
            </a:r>
            <a:r>
              <a:rPr lang="en-US" sz="1600" dirty="0">
                <a:solidFill>
                  <a:srgbClr val="231F20"/>
                </a:solidFill>
                <a:latin typeface="Arial" panose="020B0604020202020204" pitchFamily="34" charset="0"/>
                <a:cs typeface="Arial" panose="020B0604020202020204" pitchFamily="34" charset="0"/>
              </a:rPr>
              <a:t>h </a:t>
            </a:r>
            <a:r>
              <a:rPr lang="en-US" sz="1600" spc="-10" dirty="0">
                <a:solidFill>
                  <a:srgbClr val="231F20"/>
                </a:solidFill>
                <a:latin typeface="Arial" panose="020B0604020202020204" pitchFamily="34" charset="0"/>
                <a:cs typeface="Arial" panose="020B0604020202020204" pitchFamily="34" charset="0"/>
              </a:rPr>
              <a:t>ones</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cann</a:t>
            </a:r>
            <a:r>
              <a:rPr lang="en-US" sz="1600" spc="-25" dirty="0">
                <a:solidFill>
                  <a:srgbClr val="231F20"/>
                </a:solidFill>
                <a:latin typeface="Arial" panose="020B0604020202020204" pitchFamily="34" charset="0"/>
                <a:cs typeface="Arial" panose="020B0604020202020204" pitchFamily="34" charset="0"/>
              </a:rPr>
              <a:t>o</a:t>
            </a:r>
            <a:r>
              <a:rPr lang="en-US" sz="1600" spc="-5" dirty="0">
                <a:solidFill>
                  <a:srgbClr val="231F20"/>
                </a:solidFill>
                <a:latin typeface="Arial" panose="020B0604020202020204" pitchFamily="34" charset="0"/>
                <a:cs typeface="Arial" panose="020B0604020202020204" pitchFamily="34" charset="0"/>
              </a:rPr>
              <a:t>t</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changed</a:t>
            </a:r>
            <a:endParaRPr lang="en-US" sz="1600" dirty="0">
              <a:latin typeface="Arial" panose="020B0604020202020204" pitchFamily="34" charset="0"/>
              <a:cs typeface="Arial" panose="020B0604020202020204" pitchFamily="34" charset="0"/>
            </a:endParaRPr>
          </a:p>
          <a:p>
            <a:pPr marL="264160" indent="-228600">
              <a:lnSpc>
                <a:spcPct val="150000"/>
              </a:lnSpc>
              <a:spcBef>
                <a:spcPts val="280"/>
              </a:spcBef>
              <a:buClr>
                <a:srgbClr val="231F20"/>
              </a:buClr>
              <a:buFont typeface="Arial"/>
              <a:buChar char="•"/>
              <a:tabLst>
                <a:tab pos="264795" algn="l"/>
              </a:tabLst>
            </a:pPr>
            <a:r>
              <a:rPr lang="en-US" sz="1600" dirty="0">
                <a:solidFill>
                  <a:srgbClr val="231F20"/>
                </a:solidFill>
                <a:latin typeface="Arial" panose="020B0604020202020204" pitchFamily="34" charset="0"/>
                <a:cs typeface="Arial" panose="020B0604020202020204" pitchFamily="34" charset="0"/>
              </a:rPr>
              <a:t>The </a:t>
            </a:r>
            <a:r>
              <a:rPr lang="en-US" sz="1600" spc="-15" dirty="0">
                <a:solidFill>
                  <a:srgbClr val="231F20"/>
                </a:solidFill>
                <a:latin typeface="Arial" panose="020B0604020202020204" pitchFamily="34" charset="0"/>
                <a:cs typeface="Arial" panose="020B0604020202020204" pitchFamily="34" charset="0"/>
              </a:rPr>
              <a:t>f</a:t>
            </a:r>
            <a:r>
              <a:rPr lang="en-US" sz="1600" dirty="0">
                <a:solidFill>
                  <a:srgbClr val="231F20"/>
                </a:solidFill>
                <a:latin typeface="Arial" panose="020B0604020202020204" pitchFamily="34" charset="0"/>
                <a:cs typeface="Arial" panose="020B0604020202020204" pitchFamily="34" charset="0"/>
              </a:rPr>
              <a:t>acilita</a:t>
            </a:r>
            <a:r>
              <a:rPr lang="en-US" sz="1600" spc="-20" dirty="0">
                <a:solidFill>
                  <a:srgbClr val="231F20"/>
                </a:solidFill>
                <a:latin typeface="Arial" panose="020B0604020202020204" pitchFamily="34" charset="0"/>
                <a:cs typeface="Arial" panose="020B0604020202020204" pitchFamily="34" charset="0"/>
              </a:rPr>
              <a:t>t</a:t>
            </a:r>
            <a:r>
              <a:rPr lang="en-US" sz="1600" dirty="0">
                <a:solidFill>
                  <a:srgbClr val="231F20"/>
                </a:solidFill>
                <a:latin typeface="Arial" panose="020B0604020202020204" pitchFamily="34" charset="0"/>
                <a:cs typeface="Arial" panose="020B0604020202020204" pitchFamily="34" charset="0"/>
              </a:rPr>
              <a:t>or </a:t>
            </a:r>
            <a:r>
              <a:rPr lang="en-US" sz="1600" spc="-10" dirty="0">
                <a:solidFill>
                  <a:srgbClr val="231F20"/>
                </a:solidFill>
                <a:latin typeface="Arial" panose="020B0604020202020204" pitchFamily="34" charset="0"/>
                <a:cs typeface="Arial" panose="020B0604020202020204" pitchFamily="34" charset="0"/>
              </a:rPr>
              <a:t>clarifies</a:t>
            </a:r>
            <a:r>
              <a:rPr lang="en-US" sz="1600" dirty="0">
                <a:solidFill>
                  <a:srgbClr val="231F20"/>
                </a:solidFill>
                <a:latin typeface="Arial" panose="020B0604020202020204" pitchFamily="34" charset="0"/>
                <a:cs typeface="Arial" panose="020B0604020202020204" pitchFamily="34" charset="0"/>
              </a:rPr>
              <a:t> the risk </a:t>
            </a:r>
            <a:r>
              <a:rPr lang="en-US" sz="1600" spc="-15" dirty="0">
                <a:solidFill>
                  <a:srgbClr val="231F20"/>
                </a:solidFill>
                <a:latin typeface="Arial" panose="020B0604020202020204" pitchFamily="34" charset="0"/>
                <a:cs typeface="Arial" panose="020B0604020202020204" pitchFamily="34" charset="0"/>
              </a:rPr>
              <a:t>f</a:t>
            </a:r>
            <a:r>
              <a:rPr lang="en-US" sz="1600" dirty="0">
                <a:solidFill>
                  <a:srgbClr val="231F20"/>
                </a:solidFill>
                <a:latin typeface="Arial" panose="020B0604020202020204" pitchFamily="34" charset="0"/>
                <a:cs typeface="Arial" panose="020B0604020202020204" pitchFamily="34" charset="0"/>
              </a:rPr>
              <a:t>ac</a:t>
            </a:r>
            <a:r>
              <a:rPr lang="en-US" sz="1600" spc="-20" dirty="0">
                <a:solidFill>
                  <a:srgbClr val="231F20"/>
                </a:solidFill>
                <a:latin typeface="Arial" panose="020B0604020202020204" pitchFamily="34" charset="0"/>
                <a:cs typeface="Arial" panose="020B0604020202020204" pitchFamily="34" charset="0"/>
              </a:rPr>
              <a:t>t</a:t>
            </a:r>
            <a:r>
              <a:rPr lang="en-US" sz="1600" dirty="0">
                <a:solidFill>
                  <a:srgbClr val="231F20"/>
                </a:solidFill>
                <a:latin typeface="Arial" panose="020B0604020202020204" pitchFamily="34" charset="0"/>
                <a:cs typeface="Arial" panose="020B0604020202020204" pitchFamily="34" charset="0"/>
              </a:rPr>
              <a:t>o</a:t>
            </a:r>
            <a:r>
              <a:rPr lang="en-US" sz="1600" spc="5" dirty="0">
                <a:solidFill>
                  <a:srgbClr val="231F20"/>
                </a:solidFill>
                <a:latin typeface="Arial" panose="020B0604020202020204" pitchFamily="34" charset="0"/>
                <a:cs typeface="Arial" panose="020B0604020202020204" pitchFamily="34" charset="0"/>
              </a:rPr>
              <a:t>r</a:t>
            </a:r>
            <a:r>
              <a:rPr lang="en-US" sz="1600" dirty="0">
                <a:solidFill>
                  <a:srgbClr val="231F20"/>
                </a:solidFill>
                <a:latin typeface="Arial" panose="020B0604020202020204" pitchFamily="34" charset="0"/>
                <a:cs typeface="Arial" panose="020B0604020202020204" pitchFamily="34" charset="0"/>
              </a:rPr>
              <a:t>s using the slides</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4486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9A7F1FE-0DD1-EE4E-BE5D-D2E7469453FC}"/>
              </a:ext>
            </a:extLst>
          </p:cNvPr>
          <p:cNvSpPr>
            <a:spLocks noGrp="1"/>
          </p:cNvSpPr>
          <p:nvPr>
            <p:ph type="sldNum" sz="quarter" idx="12"/>
          </p:nvPr>
        </p:nvSpPr>
        <p:spPr/>
        <p:txBody>
          <a:bodyPr/>
          <a:lstStyle/>
          <a:p>
            <a:fld id="{5FCE7002-8CF6-784B-9A24-69DF51357AB2}" type="slidenum">
              <a:rPr lang="en-US" smtClean="0"/>
              <a:t>15</a:t>
            </a:fld>
            <a:endParaRPr lang="en-US"/>
          </a:p>
        </p:txBody>
      </p:sp>
      <p:sp>
        <p:nvSpPr>
          <p:cNvPr id="5" name="object 2">
            <a:extLst>
              <a:ext uri="{FF2B5EF4-FFF2-40B4-BE49-F238E27FC236}">
                <a16:creationId xmlns:a16="http://schemas.microsoft.com/office/drawing/2014/main" xmlns="" id="{956A9014-8304-EC47-844A-BA3AF7C3D348}"/>
              </a:ext>
            </a:extLst>
          </p:cNvPr>
          <p:cNvSpPr txBox="1"/>
          <p:nvPr/>
        </p:nvSpPr>
        <p:spPr>
          <a:xfrm>
            <a:off x="563299" y="566504"/>
            <a:ext cx="9818754" cy="6789038"/>
          </a:xfrm>
          <a:prstGeom prst="rect">
            <a:avLst/>
          </a:prstGeom>
        </p:spPr>
        <p:txBody>
          <a:bodyPr vert="horz" wrap="square" lIns="0" tIns="0" rIns="0" bIns="0" rtlCol="0">
            <a:spAutoFit/>
          </a:bodyPr>
          <a:lstStyle/>
          <a:p>
            <a:pPr marL="12700">
              <a:lnSpc>
                <a:spcPts val="2800"/>
              </a:lnSpc>
            </a:pPr>
            <a:r>
              <a:rPr lang="en-US" sz="2000" b="1" kern="0" dirty="0">
                <a:solidFill>
                  <a:srgbClr val="00B050"/>
                </a:solidFill>
                <a:latin typeface="Arial" pitchFamily="34" charset="0"/>
                <a:cs typeface="Arial" pitchFamily="34" charset="0"/>
              </a:rPr>
              <a:t>Non modifiable (not changeable) risk factors for hypertension</a:t>
            </a:r>
            <a:endParaRPr sz="2000" b="1" dirty="0">
              <a:solidFill>
                <a:srgbClr val="00B050"/>
              </a:solidFill>
              <a:latin typeface="Arial" panose="020B0604020202020204" pitchFamily="34" charset="0"/>
              <a:cs typeface="Arial" panose="020B0604020202020204" pitchFamily="34" charset="0"/>
            </a:endParaRPr>
          </a:p>
          <a:p>
            <a:pPr marL="264160" indent="-228600">
              <a:lnSpc>
                <a:spcPts val="2800"/>
              </a:lnSpc>
              <a:spcBef>
                <a:spcPts val="240"/>
              </a:spcBef>
              <a:buClr>
                <a:srgbClr val="231F20"/>
              </a:buClr>
              <a:buFont typeface="Arial"/>
              <a:buChar char="•"/>
              <a:tabLst>
                <a:tab pos="264795" algn="l"/>
              </a:tabLst>
            </a:pPr>
            <a:r>
              <a:rPr sz="1800" spc="-25"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d</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anc</a:t>
            </a:r>
            <a:r>
              <a:rPr lang="en-US" sz="1800" spc="-10" dirty="0">
                <a:solidFill>
                  <a:srgbClr val="231F20"/>
                </a:solidFill>
                <a:latin typeface="Arial" panose="020B0604020202020204" pitchFamily="34" charset="0"/>
                <a:cs typeface="Arial" panose="020B0604020202020204" pitchFamily="34" charset="0"/>
              </a:rPr>
              <a:t>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age</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Arial"/>
              <a:buChar char="•"/>
              <a:tabLst>
                <a:tab pos="264795" algn="l"/>
              </a:tabLst>
            </a:pPr>
            <a:r>
              <a:rPr sz="1800" spc="-3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amily</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his</a:t>
            </a:r>
            <a:r>
              <a:rPr sz="1800" spc="-2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 </a:t>
            </a:r>
            <a:r>
              <a:rPr sz="1800" spc="-5" dirty="0">
                <a:solidFill>
                  <a:srgbClr val="231F20"/>
                </a:solidFill>
                <a:latin typeface="Arial" panose="020B0604020202020204" pitchFamily="34" charset="0"/>
                <a:cs typeface="Arial" panose="020B0604020202020204" pitchFamily="34" charset="0"/>
              </a:rPr>
              <a:t>of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Ch</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onic</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conditions</a:t>
            </a:r>
            <a:r>
              <a:rPr sz="1800" spc="-5" dirty="0">
                <a:solidFill>
                  <a:srgbClr val="231F20"/>
                </a:solidFill>
                <a:latin typeface="Arial" panose="020B0604020202020204" pitchFamily="34" charset="0"/>
                <a:cs typeface="Arial" panose="020B0604020202020204" pitchFamily="34" charset="0"/>
              </a:rPr>
              <a:t> e.g. </a:t>
            </a:r>
            <a:r>
              <a:rPr sz="1800" spc="-10" dirty="0">
                <a:solidFill>
                  <a:srgbClr val="231F20"/>
                </a:solidFill>
                <a:latin typeface="Arial" panose="020B0604020202020204" pitchFamily="34" charset="0"/>
                <a:cs typeface="Arial" panose="020B0604020202020204" pitchFamily="34" charset="0"/>
              </a:rPr>
              <a:t>diab</a:t>
            </a:r>
            <a:r>
              <a:rPr sz="1800" spc="-20"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es</a:t>
            </a:r>
            <a:r>
              <a:rPr lang="en-US" sz="1800" spc="-5" dirty="0">
                <a:solidFill>
                  <a:srgbClr val="231F20"/>
                </a:solidFill>
                <a:latin typeface="Arial" panose="020B0604020202020204" pitchFamily="34" charset="0"/>
                <a:cs typeface="Arial" panose="020B0604020202020204" pitchFamily="34" charset="0"/>
              </a:rPr>
              <a:t> mellitus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kidn</a:t>
            </a:r>
            <a:r>
              <a:rPr sz="1800" spc="-35"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diseases, 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disease</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Pregnancy</a:t>
            </a:r>
            <a:endParaRPr lang="en-US" sz="1800" spc="-10" dirty="0">
              <a:solidFill>
                <a:srgbClr val="231F20"/>
              </a:solidFill>
              <a:latin typeface="Arial" panose="020B0604020202020204" pitchFamily="34" charset="0"/>
              <a:cs typeface="Arial" panose="020B0604020202020204" pitchFamily="34" charset="0"/>
            </a:endParaRPr>
          </a:p>
          <a:p>
            <a:pPr marL="264160" indent="-228600">
              <a:lnSpc>
                <a:spcPts val="2800"/>
              </a:lnSpc>
              <a:buClr>
                <a:srgbClr val="231F20"/>
              </a:buClr>
              <a:buFont typeface="Arial"/>
              <a:buChar char="•"/>
              <a:tabLst>
                <a:tab pos="264795" algn="l"/>
              </a:tabLst>
            </a:pPr>
            <a:r>
              <a:rPr lang="en-US" sz="1800" spc="-10" dirty="0">
                <a:solidFill>
                  <a:srgbClr val="231F20"/>
                </a:solidFill>
                <a:latin typeface="Arial" panose="020B0604020202020204" pitchFamily="34" charset="0"/>
                <a:cs typeface="Arial" panose="020B0604020202020204" pitchFamily="34" charset="0"/>
              </a:rPr>
              <a:t>Race</a:t>
            </a:r>
            <a:endParaRPr sz="1000" dirty="0">
              <a:latin typeface="Arial" panose="020B0604020202020204" pitchFamily="34" charset="0"/>
              <a:cs typeface="Arial" panose="020B0604020202020204" pitchFamily="34" charset="0"/>
            </a:endParaRPr>
          </a:p>
          <a:p>
            <a:pPr marL="12700">
              <a:lnSpc>
                <a:spcPts val="2800"/>
              </a:lnSpc>
            </a:pPr>
            <a:r>
              <a:rPr lang="en-US" sz="2000" b="1" kern="0" dirty="0">
                <a:solidFill>
                  <a:srgbClr val="00B050"/>
                </a:solidFill>
                <a:latin typeface="Arial" pitchFamily="34" charset="0"/>
                <a:cs typeface="Arial" pitchFamily="34" charset="0"/>
              </a:rPr>
              <a:t>Modifiable (changeable) risk factors for hypertension</a:t>
            </a:r>
            <a:endParaRPr sz="2000" b="1" dirty="0">
              <a:solidFill>
                <a:srgbClr val="00B050"/>
              </a:solidFill>
              <a:latin typeface="Arial" panose="020B0604020202020204" pitchFamily="34" charset="0"/>
              <a:cs typeface="Arial" panose="020B0604020202020204" pitchFamily="34" charset="0"/>
            </a:endParaRPr>
          </a:p>
          <a:p>
            <a:pPr marL="264160" indent="-228600">
              <a:lnSpc>
                <a:spcPts val="2800"/>
              </a:lnSpc>
              <a:spcBef>
                <a:spcPts val="240"/>
              </a:spcBef>
              <a:buClr>
                <a:srgbClr val="231F20"/>
              </a:buClr>
              <a:buFont typeface="Franklin Gothic Book"/>
              <a:buAutoNum type="romanLcPeriod"/>
              <a:tabLst>
                <a:tab pos="264795" algn="l"/>
              </a:tabLst>
            </a:pPr>
            <a:r>
              <a:rPr sz="1800" spc="-5" dirty="0">
                <a:solidFill>
                  <a:srgbClr val="231F20"/>
                </a:solidFill>
                <a:latin typeface="Arial" panose="020B0604020202020204" pitchFamily="34" charset="0"/>
                <a:cs typeface="Arial" panose="020B0604020202020204" pitchFamily="34" charset="0"/>
              </a:rPr>
              <a:t>Bein</a:t>
            </a:r>
            <a:r>
              <a:rPr sz="1800" dirty="0">
                <a:solidFill>
                  <a:srgbClr val="231F20"/>
                </a:solidFill>
                <a:latin typeface="Arial" panose="020B0604020202020204" pitchFamily="34" charset="0"/>
                <a:cs typeface="Arial" panose="020B0604020202020204" pitchFamily="34" charset="0"/>
              </a:rPr>
              <a:t>g </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Franklin Gothic Book"/>
              <a:buAutoNum type="romanLcPeriod"/>
              <a:tabLst>
                <a:tab pos="264795" algn="l"/>
              </a:tabLst>
            </a:pPr>
            <a:r>
              <a:rPr lang="en-US" sz="1800" spc="-10" dirty="0">
                <a:solidFill>
                  <a:srgbClr val="231F20"/>
                </a:solidFill>
                <a:latin typeface="Arial" panose="020B0604020202020204" pitchFamily="34" charset="0"/>
                <a:cs typeface="Arial" panose="020B0604020202020204" pitchFamily="34" charset="0"/>
              </a:rPr>
              <a:t>Physical inactivity</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Franklin Gothic Book"/>
              <a:buAutoNum type="romanLcPeriod"/>
              <a:tabLst>
                <a:tab pos="264795" algn="l"/>
              </a:tabLst>
            </a:pPr>
            <a:r>
              <a:rPr lang="en-US" sz="1800" spc="-5" dirty="0">
                <a:solidFill>
                  <a:srgbClr val="231F20"/>
                </a:solidFill>
                <a:latin typeface="Arial" panose="020B0604020202020204" pitchFamily="34" charset="0"/>
                <a:cs typeface="Arial" panose="020B0604020202020204" pitchFamily="34" charset="0"/>
              </a:rPr>
              <a:t>Use of</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obacco</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Franklin Gothic Book"/>
              <a:buAutoNum type="romanLcPeriod"/>
              <a:tabLst>
                <a:tab pos="264795" algn="l"/>
              </a:tabLst>
            </a:pPr>
            <a:r>
              <a:rPr sz="1800" spc="-15" dirty="0">
                <a:solidFill>
                  <a:srgbClr val="231F20"/>
                </a:solidFill>
                <a:latin typeface="Arial" panose="020B0604020202020204" pitchFamily="34" charset="0"/>
                <a:cs typeface="Arial" panose="020B0604020202020204" pitchFamily="34" charset="0"/>
              </a:rPr>
              <a:t>Stress</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Franklin Gothic Book"/>
              <a:buAutoNum type="romanLcPeriod"/>
              <a:tabLst>
                <a:tab pos="264795" algn="l"/>
              </a:tabLst>
            </a:pPr>
            <a:r>
              <a:rPr sz="1800" dirty="0">
                <a:solidFill>
                  <a:srgbClr val="231F20"/>
                </a:solidFill>
                <a:latin typeface="Arial" panose="020B0604020202020204" pitchFamily="34" charset="0"/>
                <a:cs typeface="Arial" panose="020B0604020202020204" pitchFamily="34" charset="0"/>
              </a:rPr>
              <a:t>Drinking</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x</a:t>
            </a:r>
            <a:r>
              <a:rPr sz="1800" spc="-10" dirty="0">
                <a:solidFill>
                  <a:srgbClr val="231F20"/>
                </a:solidFill>
                <a:latin typeface="Arial" panose="020B0604020202020204" pitchFamily="34" charset="0"/>
                <a:cs typeface="Arial" panose="020B0604020202020204" pitchFamily="34" charset="0"/>
              </a:rPr>
              <a:t>cess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alcohol</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Franklin Gothic Book"/>
              <a:buAutoNum type="romanLcPeriod"/>
              <a:tabLst>
                <a:tab pos="264795" algn="l"/>
              </a:tabLst>
            </a:pPr>
            <a:r>
              <a:rPr sz="1800" spc="-20" dirty="0">
                <a:solidFill>
                  <a:srgbClr val="231F20"/>
                </a:solidFill>
                <a:latin typeface="Arial" panose="020B0604020202020204" pitchFamily="34" charset="0"/>
                <a:cs typeface="Arial" panose="020B0604020202020204" pitchFamily="34" charset="0"/>
              </a:rPr>
              <a:t>U</a:t>
            </a:r>
            <a:r>
              <a:rPr sz="1800" spc="-10" dirty="0">
                <a:solidFill>
                  <a:srgbClr val="231F20"/>
                </a:solidFill>
                <a:latin typeface="Arial" panose="020B0604020202020204" pitchFamily="34" charset="0"/>
                <a:cs typeface="Arial" panose="020B0604020202020204" pitchFamily="34" charset="0"/>
              </a:rPr>
              <a:t>nhealt</a:t>
            </a:r>
            <a:r>
              <a:rPr sz="1800" spc="-3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 </a:t>
            </a:r>
            <a:r>
              <a:rPr sz="1800" spc="-5" dirty="0">
                <a:solidFill>
                  <a:srgbClr val="231F20"/>
                </a:solidFill>
                <a:latin typeface="Arial" panose="020B0604020202020204" pitchFamily="34" charset="0"/>
                <a:cs typeface="Arial" panose="020B0604020202020204" pitchFamily="34" charset="0"/>
              </a:rPr>
              <a:t>di</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a:t>
            </a:r>
            <a:endParaRPr sz="1800" dirty="0">
              <a:latin typeface="Arial" panose="020B0604020202020204" pitchFamily="34" charset="0"/>
              <a:cs typeface="Arial" panose="020B0604020202020204" pitchFamily="34" charset="0"/>
            </a:endParaRPr>
          </a:p>
          <a:p>
            <a:pPr marL="264160" indent="-228600">
              <a:lnSpc>
                <a:spcPts val="2800"/>
              </a:lnSpc>
              <a:buClr>
                <a:srgbClr val="231F20"/>
              </a:buClr>
              <a:buFont typeface="Franklin Gothic Book"/>
              <a:buAutoNum type="romanLcPeriod"/>
              <a:tabLst>
                <a:tab pos="264795" algn="l"/>
              </a:tabLst>
            </a:pPr>
            <a:r>
              <a:rPr sz="1800" spc="-1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x</a:t>
            </a:r>
            <a:r>
              <a:rPr sz="1800" spc="-10" dirty="0">
                <a:solidFill>
                  <a:srgbClr val="231F20"/>
                </a:solidFill>
                <a:latin typeface="Arial" panose="020B0604020202020204" pitchFamily="34" charset="0"/>
                <a:cs typeface="Arial" panose="020B0604020202020204" pitchFamily="34" charset="0"/>
              </a:rPr>
              <a:t>cessi</a:t>
            </a:r>
            <a:r>
              <a:rPr sz="1800" spc="-3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salt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inta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endParaRPr sz="1150" dirty="0">
              <a:latin typeface="Arial" panose="020B0604020202020204" pitchFamily="34" charset="0"/>
              <a:cs typeface="Arial" panose="020B0604020202020204" pitchFamily="34" charset="0"/>
            </a:endParaRPr>
          </a:p>
          <a:p>
            <a:pPr marL="12700">
              <a:lnSpc>
                <a:spcPts val="35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i. </a:t>
            </a:r>
            <a:r>
              <a:rPr lang="en-US" sz="2000" kern="0" dirty="0">
                <a:solidFill>
                  <a:schemeClr val="tx1">
                    <a:lumMod val="85000"/>
                    <a:lumOff val="15000"/>
                  </a:schemeClr>
                </a:solidFill>
                <a:latin typeface="Arial" pitchFamily="34" charset="0"/>
                <a:cs typeface="Arial" pitchFamily="34" charset="0"/>
              </a:rPr>
              <a:t>Being overweight</a:t>
            </a:r>
            <a:endParaRPr sz="2000" dirty="0">
              <a:solidFill>
                <a:schemeClr val="tx1">
                  <a:lumMod val="85000"/>
                  <a:lumOff val="15000"/>
                </a:schemeClr>
              </a:solidFill>
              <a:latin typeface="Arial" panose="020B0604020202020204" pitchFamily="34" charset="0"/>
              <a:cs typeface="Arial" panose="020B0604020202020204" pitchFamily="34" charset="0"/>
            </a:endParaRPr>
          </a:p>
          <a:p>
            <a:pPr marL="12700" marR="10795">
              <a:lnSpc>
                <a:spcPts val="2800"/>
              </a:lnSpc>
              <a:spcBef>
                <a:spcPts val="270"/>
              </a:spcBef>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more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eigh,</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der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needs</a:t>
            </a:r>
            <a:r>
              <a:rPr sz="1800"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pu</a:t>
            </a:r>
            <a:r>
              <a:rPr sz="1800" spc="-25" dirty="0">
                <a:solidFill>
                  <a:srgbClr val="231F20"/>
                </a:solidFill>
                <a:latin typeface="Arial" panose="020B0604020202020204" pitchFamily="34" charset="0"/>
                <a:cs typeface="Arial" panose="020B0604020202020204" pitchFamily="34" charset="0"/>
              </a:rPr>
              <a:t>m</a:t>
            </a:r>
            <a:r>
              <a:rPr sz="1800" dirty="0">
                <a:solidFill>
                  <a:srgbClr val="231F20"/>
                </a:solidFill>
                <a:latin typeface="Arial" panose="020B0604020202020204" pitchFamily="34" charset="0"/>
                <a:cs typeface="Arial" panose="020B0604020202020204" pitchFamily="34" charset="0"/>
              </a:rPr>
              <a:t>p</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whol</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bod</a:t>
            </a:r>
            <a:r>
              <a:rPr sz="1800" spc="-60"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hence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higher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alls 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5" dirty="0">
                <a:solidFill>
                  <a:srgbClr val="231F20"/>
                </a:solidFill>
                <a:latin typeface="Arial" panose="020B0604020202020204" pitchFamily="34" charset="0"/>
                <a:cs typeface="Arial" panose="020B0604020202020204" pitchFamily="34" charset="0"/>
              </a:rPr>
              <a:t>essels. </a:t>
            </a:r>
            <a:r>
              <a:rPr sz="180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estima</a:t>
            </a:r>
            <a:r>
              <a:rPr sz="1800" spc="-3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measuring</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ci</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height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ratio, </a:t>
            </a:r>
            <a:r>
              <a:rPr sz="1800" spc="-10" dirty="0">
                <a:solidFill>
                  <a:srgbClr val="231F20"/>
                </a:solidFill>
                <a:latin typeface="Arial" panose="020B0604020202020204" pitchFamily="34" charset="0"/>
                <a:cs typeface="Arial" panose="020B0604020202020204" pitchFamily="34" charset="0"/>
              </a:rPr>
              <a:t>re</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erred</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Bod</a:t>
            </a:r>
            <a:r>
              <a:rPr sz="1800" spc="-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Mas</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Ind</a:t>
            </a:r>
            <a:r>
              <a:rPr sz="1800" spc="-35"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x</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(BMI).</a:t>
            </a:r>
            <a:endParaRPr lang="en-GB" sz="1800" spc="-5" dirty="0">
              <a:solidFill>
                <a:srgbClr val="231F20"/>
              </a:solidFill>
              <a:latin typeface="Arial" panose="020B0604020202020204" pitchFamily="34" charset="0"/>
              <a:cs typeface="Arial" panose="020B0604020202020204" pitchFamily="34" charset="0"/>
            </a:endParaRPr>
          </a:p>
          <a:p>
            <a:pPr marL="12700" marR="10795">
              <a:lnSpc>
                <a:spcPct val="100000"/>
              </a:lnSpc>
              <a:spcBef>
                <a:spcPts val="270"/>
              </a:spcBef>
            </a:pPr>
            <a:endParaRPr lang="en-GB" sz="700" spc="-15" dirty="0">
              <a:solidFill>
                <a:srgbClr val="231F2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0222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8921D1EB-4A52-724E-8A10-21862199E6D0}"/>
              </a:ext>
            </a:extLst>
          </p:cNvPr>
          <p:cNvSpPr>
            <a:spLocks noGrp="1"/>
          </p:cNvSpPr>
          <p:nvPr>
            <p:ph type="sldNum" sz="quarter" idx="12"/>
          </p:nvPr>
        </p:nvSpPr>
        <p:spPr/>
        <p:txBody>
          <a:bodyPr/>
          <a:lstStyle/>
          <a:p>
            <a:fld id="{5FCE7002-8CF6-784B-9A24-69DF51357AB2}" type="slidenum">
              <a:rPr lang="en-US" smtClean="0"/>
              <a:t>16</a:t>
            </a:fld>
            <a:endParaRPr lang="en-US"/>
          </a:p>
        </p:txBody>
      </p:sp>
      <p:sp>
        <p:nvSpPr>
          <p:cNvPr id="5" name="object 2">
            <a:extLst>
              <a:ext uri="{FF2B5EF4-FFF2-40B4-BE49-F238E27FC236}">
                <a16:creationId xmlns:a16="http://schemas.microsoft.com/office/drawing/2014/main" xmlns="" id="{C85F2F53-9DED-584F-A8DB-BEA2B7D63C39}"/>
              </a:ext>
            </a:extLst>
          </p:cNvPr>
          <p:cNvSpPr txBox="1"/>
          <p:nvPr/>
        </p:nvSpPr>
        <p:spPr>
          <a:xfrm>
            <a:off x="563299" y="566504"/>
            <a:ext cx="9818754" cy="6771084"/>
          </a:xfrm>
          <a:prstGeom prst="rect">
            <a:avLst/>
          </a:prstGeom>
        </p:spPr>
        <p:txBody>
          <a:bodyPr vert="horz" wrap="square" lIns="0" tIns="0" rIns="0" bIns="0" rtlCol="0">
            <a:spAutoFit/>
          </a:bodyPr>
          <a:lstStyle/>
          <a:p>
            <a:pPr marL="12700">
              <a:lnSpc>
                <a:spcPts val="2700"/>
              </a:lnSpc>
              <a:spcBef>
                <a:spcPts val="270"/>
              </a:spcBef>
            </a:pPr>
            <a:r>
              <a:rPr lang="en-GB" sz="2000" spc="-15" dirty="0">
                <a:solidFill>
                  <a:schemeClr val="tx1">
                    <a:lumMod val="85000"/>
                    <a:lumOff val="15000"/>
                  </a:schemeClr>
                </a:solidFill>
                <a:latin typeface="Arial" panose="020B0604020202020204" pitchFamily="34" charset="0"/>
                <a:cs typeface="Arial" panose="020B0604020202020204" pitchFamily="34" charset="0"/>
              </a:rPr>
              <a:t>ii. </a:t>
            </a:r>
            <a:r>
              <a:rPr lang="en-US" sz="2000" kern="0" dirty="0">
                <a:solidFill>
                  <a:schemeClr val="tx1">
                    <a:lumMod val="85000"/>
                    <a:lumOff val="15000"/>
                  </a:schemeClr>
                </a:solidFill>
                <a:latin typeface="Arial" pitchFamily="34" charset="0"/>
                <a:cs typeface="Arial" pitchFamily="34" charset="0"/>
              </a:rPr>
              <a:t>Advancing age</a:t>
            </a:r>
            <a:endParaRPr lang="en-GB" sz="2000" spc="-15" dirty="0">
              <a:solidFill>
                <a:schemeClr val="tx1">
                  <a:lumMod val="85000"/>
                  <a:lumOff val="15000"/>
                </a:schemeClr>
              </a:solidFill>
              <a:latin typeface="Arial" panose="020B0604020202020204" pitchFamily="34" charset="0"/>
              <a:cs typeface="Arial" panose="020B0604020202020204" pitchFamily="34" charset="0"/>
            </a:endParaRPr>
          </a:p>
          <a:p>
            <a:pPr marL="12700">
              <a:lnSpc>
                <a:spcPts val="2700"/>
              </a:lnSpc>
              <a:spcBef>
                <a:spcPts val="270"/>
              </a:spcBef>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older</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sti</a:t>
            </a:r>
            <a:r>
              <a:rPr sz="1800" spc="20" dirty="0">
                <a:solidFill>
                  <a:srgbClr val="231F20"/>
                </a:solidFill>
                <a:latin typeface="Arial" panose="020B0604020202020204" pitchFamily="34" charset="0"/>
                <a:cs typeface="Arial" panose="020B0604020202020204" pitchFamily="34" charset="0"/>
              </a:rPr>
              <a:t>f</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essels</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become</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hence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higher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risk of </a:t>
            </a:r>
            <a:r>
              <a:rPr sz="1800" spc="-3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a:t>
            </a:r>
            <a:endParaRPr lang="en-GB" sz="100" spc="-5" dirty="0">
              <a:solidFill>
                <a:srgbClr val="231F20"/>
              </a:solidFill>
              <a:latin typeface="Arial" panose="020B0604020202020204" pitchFamily="34" charset="0"/>
              <a:cs typeface="Arial" panose="020B0604020202020204" pitchFamily="34" charset="0"/>
            </a:endParaRPr>
          </a:p>
          <a:p>
            <a:pPr marL="12700">
              <a:lnSpc>
                <a:spcPts val="2700"/>
              </a:lnSpc>
              <a:spcBef>
                <a:spcPts val="270"/>
              </a:spcBef>
            </a:pPr>
            <a:r>
              <a:rPr lang="en-GB" sz="2000" spc="-5" dirty="0">
                <a:solidFill>
                  <a:schemeClr val="tx1">
                    <a:lumMod val="85000"/>
                    <a:lumOff val="15000"/>
                  </a:schemeClr>
                </a:solidFill>
                <a:latin typeface="Arial" panose="020B0604020202020204" pitchFamily="34" charset="0"/>
                <a:cs typeface="Arial" panose="020B0604020202020204" pitchFamily="34" charset="0"/>
              </a:rPr>
              <a:t>iii. </a:t>
            </a:r>
            <a:r>
              <a:rPr lang="en-US" sz="2000" kern="0" dirty="0">
                <a:solidFill>
                  <a:schemeClr val="tx1">
                    <a:lumMod val="85000"/>
                    <a:lumOff val="15000"/>
                  </a:schemeClr>
                </a:solidFill>
                <a:latin typeface="Arial" pitchFamily="34" charset="0"/>
                <a:cs typeface="Arial" pitchFamily="34" charset="0"/>
              </a:rPr>
              <a:t>Unhealthy diet</a:t>
            </a:r>
            <a:endParaRPr lang="en-GB" sz="2000" spc="-5"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700"/>
              </a:lnSpc>
              <a:spcBef>
                <a:spcPts val="270"/>
              </a:spcBef>
              <a:buClr>
                <a:srgbClr val="231F20"/>
              </a:buClr>
              <a:buFont typeface="Arial"/>
              <a:buChar char="•"/>
              <a:tabLst>
                <a:tab pos="480695" algn="l"/>
              </a:tabLst>
            </a:pPr>
            <a:r>
              <a:rPr sz="1800" spc="-5" dirty="0">
                <a:solidFill>
                  <a:srgbClr val="231F20"/>
                </a:solidFill>
                <a:latin typeface="Arial" panose="020B0604020202020204" pitchFamily="34" charset="0"/>
                <a:cs typeface="Arial" panose="020B0604020202020204" pitchFamily="34" charset="0"/>
              </a:rPr>
              <a:t>Bein</a:t>
            </a:r>
            <a:r>
              <a:rPr sz="1800" dirty="0">
                <a:solidFill>
                  <a:srgbClr val="231F20"/>
                </a:solidFill>
                <a:latin typeface="Arial" panose="020B0604020202020204" pitchFamily="34" charset="0"/>
                <a:cs typeface="Arial" panose="020B0604020202020204" pitchFamily="34" charset="0"/>
              </a:rPr>
              <a:t>g </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obese,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contribu</a:t>
            </a:r>
            <a:r>
              <a:rPr sz="1800" spc="-3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more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lang="en-US" sz="1800" spc="-20" dirty="0">
                <a:solidFill>
                  <a:srgbClr val="231F20"/>
                </a:solidFill>
                <a:latin typeface="Arial" panose="020B0604020202020204" pitchFamily="34" charset="0"/>
                <a:cs typeface="Arial" panose="020B0604020202020204" pitchFamily="34" charset="0"/>
              </a:rPr>
              <a:t>the body including the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essels</a:t>
            </a:r>
            <a:endParaRPr sz="1800" dirty="0">
              <a:latin typeface="Arial" panose="020B0604020202020204" pitchFamily="34" charset="0"/>
              <a:cs typeface="Arial" panose="020B0604020202020204" pitchFamily="34" charset="0"/>
            </a:endParaRPr>
          </a:p>
          <a:p>
            <a:pPr marL="480695" marR="5080" lvl="1" indent="-228600">
              <a:lnSpc>
                <a:spcPts val="2700"/>
              </a:lnSpc>
              <a:spcBef>
                <a:spcPts val="280"/>
              </a:spcBef>
              <a:buClr>
                <a:srgbClr val="231F20"/>
              </a:buClr>
              <a:buFont typeface="Arial"/>
              <a:buChar char="•"/>
              <a:tabLst>
                <a:tab pos="480695" algn="l"/>
              </a:tabLst>
            </a:pPr>
            <a:r>
              <a:rPr sz="1800" dirty="0">
                <a:solidFill>
                  <a:srgbClr val="231F20"/>
                </a:solidFill>
                <a:latin typeface="Arial" panose="020B0604020202020204" pitchFamily="34" charset="0"/>
                <a:cs typeface="Arial" panose="020B0604020202020204" pitchFamily="34" charset="0"/>
              </a:rPr>
              <a:t>A di</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t l</a:t>
            </a:r>
            <a:r>
              <a:rPr sz="1800" spc="-2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in fruits, </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eg</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tables and </a:t>
            </a:r>
            <a:r>
              <a:rPr sz="1800" spc="-15" dirty="0">
                <a:solidFill>
                  <a:srgbClr val="231F20"/>
                </a:solidFill>
                <a:latin typeface="Arial" panose="020B0604020202020204" pitchFamily="34" charset="0"/>
                <a:cs typeface="Arial" panose="020B0604020202020204" pitchFamily="34" charset="0"/>
              </a:rPr>
              <a:t>fiber</a:t>
            </a:r>
            <a:r>
              <a:rPr sz="1800" dirty="0">
                <a:solidFill>
                  <a:srgbClr val="231F20"/>
                </a:solidFill>
                <a:latin typeface="Arial" panose="020B0604020202020204" pitchFamily="34" charset="0"/>
                <a:cs typeface="Arial" panose="020B0604020202020204" pitchFamily="34" charset="0"/>
              </a:rPr>
              <a:t> and high in </a:t>
            </a:r>
            <a:r>
              <a:rPr sz="1800" spc="-1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ats, salt and </a:t>
            </a:r>
            <a:r>
              <a:rPr sz="1800" spc="-15" dirty="0">
                <a:solidFill>
                  <a:srgbClr val="231F20"/>
                </a:solidFill>
                <a:latin typeface="Arial" panose="020B0604020202020204" pitchFamily="34" charset="0"/>
                <a:cs typeface="Arial" panose="020B0604020202020204" pitchFamily="34" charset="0"/>
              </a:rPr>
              <a:t>refined</a:t>
            </a:r>
            <a:r>
              <a:rPr sz="1800" dirty="0">
                <a:solidFill>
                  <a:srgbClr val="231F20"/>
                </a:solidFill>
                <a:latin typeface="Arial" panose="020B0604020202020204" pitchFamily="34" charset="0"/>
                <a:cs typeface="Arial" panose="020B0604020202020204" pitchFamily="34" charset="0"/>
              </a:rPr>
              <a:t> carbo</a:t>
            </a:r>
            <a:r>
              <a:rPr sz="1800" spc="-30"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ydra</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es will increase the risk of </a:t>
            </a:r>
            <a:r>
              <a:rPr sz="1800" spc="-30"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ype</a:t>
            </a:r>
            <a:r>
              <a:rPr sz="1800" spc="35" dirty="0">
                <a:solidFill>
                  <a:srgbClr val="231F20"/>
                </a:solidFill>
                <a:latin typeface="Arial" panose="020B0604020202020204" pitchFamily="34" charset="0"/>
                <a:cs typeface="Arial" panose="020B0604020202020204" pitchFamily="34" charset="0"/>
              </a:rPr>
              <a:t>r</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ension, hea</a:t>
            </a:r>
            <a:r>
              <a:rPr sz="1800" spc="3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t disease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st</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endParaRPr lang="en-US" sz="500" spc="-10" dirty="0">
              <a:solidFill>
                <a:srgbClr val="231F20"/>
              </a:solidFill>
              <a:latin typeface="Arial" panose="020B0604020202020204" pitchFamily="34" charset="0"/>
              <a:cs typeface="Arial" panose="020B0604020202020204" pitchFamily="34" charset="0"/>
            </a:endParaRPr>
          </a:p>
          <a:p>
            <a:pPr marL="12700">
              <a:lnSpc>
                <a:spcPts val="2700"/>
              </a:lnSpc>
              <a:spcBef>
                <a:spcPts val="270"/>
              </a:spcBef>
            </a:pPr>
            <a:r>
              <a:rPr lang="en-GB" sz="2000" spc="-5" dirty="0">
                <a:solidFill>
                  <a:schemeClr val="tx1">
                    <a:lumMod val="85000"/>
                    <a:lumOff val="15000"/>
                  </a:schemeClr>
                </a:solidFill>
                <a:latin typeface="Arial" panose="020B0604020202020204" pitchFamily="34" charset="0"/>
                <a:cs typeface="Arial" panose="020B0604020202020204" pitchFamily="34" charset="0"/>
              </a:rPr>
              <a:t>iv. </a:t>
            </a:r>
            <a:r>
              <a:rPr lang="en-GB" sz="2000" kern="0" spc="-5" dirty="0">
                <a:solidFill>
                  <a:schemeClr val="tx1">
                    <a:lumMod val="85000"/>
                    <a:lumOff val="15000"/>
                  </a:schemeClr>
                </a:solidFill>
                <a:latin typeface="Arial" pitchFamily="34" charset="0"/>
                <a:cs typeface="Arial" pitchFamily="34" charset="0"/>
              </a:rPr>
              <a:t>Physical activity</a:t>
            </a:r>
            <a:r>
              <a:rPr lang="en-GB" sz="2000" kern="0" dirty="0">
                <a:solidFill>
                  <a:schemeClr val="tx1">
                    <a:lumMod val="85000"/>
                    <a:lumOff val="15000"/>
                  </a:schemeClr>
                </a:solidFill>
                <a:latin typeface="Arial" pitchFamily="34" charset="0"/>
                <a:cs typeface="Arial" pitchFamily="34" charset="0"/>
              </a:rPr>
              <a:t> </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700"/>
              </a:lnSpc>
              <a:spcBef>
                <a:spcPts val="270"/>
              </a:spcBef>
              <a:buClr>
                <a:srgbClr val="231F20"/>
              </a:buClr>
              <a:buFont typeface="Arial"/>
              <a:buChar char="•"/>
              <a:tabLst>
                <a:tab pos="480695" algn="l"/>
              </a:tabLst>
            </a:pPr>
            <a:r>
              <a:rPr lang="en-GB" sz="1800" dirty="0">
                <a:solidFill>
                  <a:srgbClr val="231F20"/>
                </a:solidFill>
                <a:latin typeface="Arial" panose="020B0604020202020204" pitchFamily="34" charset="0"/>
                <a:cs typeface="Arial" panose="020B0604020202020204" pitchFamily="34" charset="0"/>
              </a:rPr>
              <a:t>P</a:t>
            </a:r>
            <a:r>
              <a:rPr lang="en-GB" sz="1800" spc="-25" dirty="0">
                <a:solidFill>
                  <a:srgbClr val="231F20"/>
                </a:solidFill>
                <a:latin typeface="Arial" panose="020B0604020202020204" pitchFamily="34" charset="0"/>
                <a:cs typeface="Arial" panose="020B0604020202020204" pitchFamily="34" charset="0"/>
              </a:rPr>
              <a:t>h</a:t>
            </a:r>
            <a:r>
              <a:rPr lang="en-GB" sz="1800" dirty="0">
                <a:solidFill>
                  <a:srgbClr val="231F20"/>
                </a:solidFill>
                <a:latin typeface="Arial" panose="020B0604020202020204" pitchFamily="34" charset="0"/>
                <a:cs typeface="Arial" panose="020B0604020202020204" pitchFamily="34" charset="0"/>
              </a:rPr>
              <a:t>ysical activity</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re</a:t>
            </a:r>
            <a:r>
              <a:rPr lang="en-GB" sz="1800" spc="-40" dirty="0">
                <a:solidFill>
                  <a:srgbClr val="231F20"/>
                </a:solidFill>
                <a:latin typeface="Arial" panose="020B0604020202020204" pitchFamily="34" charset="0"/>
                <a:cs typeface="Arial" panose="020B0604020202020204" pitchFamily="34" charset="0"/>
              </a:rPr>
              <a:t>f</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r</a:t>
            </a:r>
            <a:r>
              <a:rPr lang="en-GB" sz="1800" spc="-10" dirty="0">
                <a:solidFill>
                  <a:srgbClr val="231F20"/>
                </a:solidFill>
                <a:latin typeface="Arial" panose="020B0604020202020204" pitchFamily="34" charset="0"/>
                <a:cs typeface="Arial" panose="020B0604020202020204" pitchFamily="34" charset="0"/>
              </a:rPr>
              <a:t>s</a:t>
            </a:r>
            <a:r>
              <a:rPr lang="en-GB" sz="1800" dirty="0">
                <a:solidFill>
                  <a:srgbClr val="231F20"/>
                </a:solidFill>
                <a:latin typeface="Arial" panose="020B0604020202020204" pitchFamily="34" charset="0"/>
                <a:cs typeface="Arial" panose="020B0604020202020204" pitchFamily="34" charset="0"/>
              </a:rPr>
              <a:t> </a:t>
            </a:r>
            <a:r>
              <a:rPr lang="en-GB" sz="1800" spc="-2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a:t>
            </a:r>
            <a:r>
              <a:rPr lang="en-GB" sz="1800" spc="-35" dirty="0">
                <a:solidFill>
                  <a:srgbClr val="231F20"/>
                </a:solidFill>
                <a:latin typeface="Arial" panose="020B0604020202020204" pitchFamily="34" charset="0"/>
                <a:cs typeface="Arial" panose="020B0604020202020204" pitchFamily="34" charset="0"/>
              </a:rPr>
              <a:t>n</a:t>
            </a:r>
            <a:r>
              <a:rPr lang="en-GB" sz="1800" dirty="0">
                <a:solidFill>
                  <a:srgbClr val="231F20"/>
                </a:solidFill>
                <a:latin typeface="Arial" panose="020B0604020202020204" pitchFamily="34" charset="0"/>
                <a:cs typeface="Arial" panose="020B0604020202020204" pitchFamily="34" charset="0"/>
              </a:rPr>
              <a:t>y </a:t>
            </a:r>
            <a:r>
              <a:rPr lang="en-GB" sz="1800" spc="-10" dirty="0">
                <a:solidFill>
                  <a:srgbClr val="231F20"/>
                </a:solidFill>
                <a:latin typeface="Arial" panose="020B0604020202020204" pitchFamily="34" charset="0"/>
                <a:cs typeface="Arial" panose="020B0604020202020204" pitchFamily="34" charset="0"/>
              </a:rPr>
              <a:t>bodil</a:t>
            </a:r>
            <a:r>
              <a:rPr lang="en-GB" sz="1800" spc="-5" dirty="0">
                <a:solidFill>
                  <a:srgbClr val="231F20"/>
                </a:solidFill>
                <a:latin typeface="Arial" panose="020B0604020202020204" pitchFamily="34" charset="0"/>
                <a:cs typeface="Arial" panose="020B0604020202020204" pitchFamily="34" charset="0"/>
              </a:rPr>
              <a:t>y</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m</a:t>
            </a:r>
            <a:r>
              <a:rPr lang="en-GB" sz="1800" spc="-35" dirty="0">
                <a:solidFill>
                  <a:srgbClr val="231F20"/>
                </a:solidFill>
                <a:latin typeface="Arial" panose="020B0604020202020204" pitchFamily="34" charset="0"/>
                <a:cs typeface="Arial" panose="020B0604020202020204" pitchFamily="34" charset="0"/>
              </a:rPr>
              <a:t>o</a:t>
            </a:r>
            <a:r>
              <a:rPr lang="en-GB" sz="1800" spc="-20" dirty="0">
                <a:solidFill>
                  <a:srgbClr val="231F20"/>
                </a:solidFill>
                <a:latin typeface="Arial" panose="020B0604020202020204" pitchFamily="34" charset="0"/>
                <a:cs typeface="Arial" panose="020B0604020202020204" pitchFamily="34" charset="0"/>
              </a:rPr>
              <a:t>v</a:t>
            </a:r>
            <a:r>
              <a:rPr lang="en-GB" sz="1800" spc="-10" dirty="0">
                <a:solidFill>
                  <a:srgbClr val="231F20"/>
                </a:solidFill>
                <a:latin typeface="Arial" panose="020B0604020202020204" pitchFamily="34" charset="0"/>
                <a:cs typeface="Arial" panose="020B0604020202020204" pitchFamily="34" charset="0"/>
              </a:rPr>
              <a:t>ement</a:t>
            </a:r>
            <a:r>
              <a:rPr lang="en-GB" sz="1800" spc="-5" dirty="0">
                <a:solidFill>
                  <a:srgbClr val="231F20"/>
                </a:solidFill>
                <a:latin typeface="Arial" panose="020B0604020202020204" pitchFamily="34" charset="0"/>
                <a:cs typeface="Arial" panose="020B0604020202020204" pitchFamily="34" charset="0"/>
              </a:rPr>
              <a:t> whic</a:t>
            </a:r>
            <a:r>
              <a:rPr lang="en-GB" sz="1800" dirty="0">
                <a:solidFill>
                  <a:srgbClr val="231F20"/>
                </a:solidFill>
                <a:latin typeface="Arial" panose="020B0604020202020204" pitchFamily="34" charset="0"/>
                <a:cs typeface="Arial" panose="020B0604020202020204" pitchFamily="34" charset="0"/>
              </a:rPr>
              <a:t>h </a:t>
            </a:r>
            <a:r>
              <a:rPr lang="en-GB" sz="1800" spc="-10" dirty="0">
                <a:solidFill>
                  <a:srgbClr val="231F20"/>
                </a:solidFill>
                <a:latin typeface="Arial" panose="020B0604020202020204" pitchFamily="34" charset="0"/>
                <a:cs typeface="Arial" panose="020B0604020202020204" pitchFamily="34" charset="0"/>
              </a:rPr>
              <a:t>uses</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energy</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and</a:t>
            </a:r>
            <a:r>
              <a:rPr lang="en-GB" sz="1800" spc="-5" dirty="0">
                <a:solidFill>
                  <a:srgbClr val="231F20"/>
                </a:solidFill>
                <a:latin typeface="Arial" panose="020B0604020202020204" pitchFamily="34" charset="0"/>
                <a:cs typeface="Arial" panose="020B0604020202020204" pitchFamily="34" charset="0"/>
              </a:rPr>
              <a:t> i</a:t>
            </a:r>
            <a:r>
              <a:rPr lang="en-GB" sz="1800" dirty="0">
                <a:solidFill>
                  <a:srgbClr val="231F20"/>
                </a:solidFill>
                <a:latin typeface="Arial" panose="020B0604020202020204" pitchFamily="34" charset="0"/>
                <a:cs typeface="Arial" panose="020B0604020202020204" pitchFamily="34" charset="0"/>
              </a:rPr>
              <a:t>s </a:t>
            </a:r>
            <a:r>
              <a:rPr lang="en-GB" sz="1800" spc="-15" dirty="0">
                <a:solidFill>
                  <a:srgbClr val="231F20"/>
                </a:solidFill>
                <a:latin typeface="Arial" panose="020B0604020202020204" pitchFamily="34" charset="0"/>
                <a:cs typeface="Arial" panose="020B0604020202020204" pitchFamily="34" charset="0"/>
              </a:rPr>
              <a:t>pe</a:t>
            </a:r>
            <a:r>
              <a:rPr lang="en-GB" sz="1800" spc="25" dirty="0">
                <a:solidFill>
                  <a:srgbClr val="231F20"/>
                </a:solidFill>
                <a:latin typeface="Arial" panose="020B0604020202020204" pitchFamily="34" charset="0"/>
                <a:cs typeface="Arial" panose="020B0604020202020204" pitchFamily="34" charset="0"/>
              </a:rPr>
              <a:t>r</a:t>
            </a:r>
            <a:r>
              <a:rPr lang="en-GB" sz="1800" spc="-35" dirty="0">
                <a:solidFill>
                  <a:srgbClr val="231F20"/>
                </a:solidFill>
                <a:latin typeface="Arial" panose="020B0604020202020204" pitchFamily="34" charset="0"/>
                <a:cs typeface="Arial" panose="020B0604020202020204" pitchFamily="34" charset="0"/>
              </a:rPr>
              <a:t>f</a:t>
            </a:r>
            <a:r>
              <a:rPr lang="en-GB" sz="1800" spc="-10" dirty="0">
                <a:solidFill>
                  <a:srgbClr val="231F20"/>
                </a:solidFill>
                <a:latin typeface="Arial" panose="020B0604020202020204" pitchFamily="34" charset="0"/>
                <a:cs typeface="Arial" panose="020B0604020202020204" pitchFamily="34" charset="0"/>
              </a:rPr>
              <a:t>ormed</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as</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pa</a:t>
            </a:r>
            <a:r>
              <a:rPr lang="en-GB" sz="1800" spc="25" dirty="0">
                <a:solidFill>
                  <a:srgbClr val="231F20"/>
                </a:solidFill>
                <a:latin typeface="Arial" panose="020B0604020202020204" pitchFamily="34" charset="0"/>
                <a:cs typeface="Arial" panose="020B0604020202020204" pitchFamily="34" charset="0"/>
              </a:rPr>
              <a:t>r</a:t>
            </a:r>
            <a:r>
              <a:rPr lang="en-GB" sz="1800" spc="-5" dirty="0">
                <a:solidFill>
                  <a:srgbClr val="231F20"/>
                </a:solidFill>
                <a:latin typeface="Arial" panose="020B0604020202020204" pitchFamily="34" charset="0"/>
                <a:cs typeface="Arial" panose="020B0604020202020204" pitchFamily="34" charset="0"/>
              </a:rPr>
              <a:t>t</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of daily activities</a:t>
            </a:r>
            <a:endParaRPr lang="en-GB" sz="1800" dirty="0">
              <a:latin typeface="Arial" panose="020B0604020202020204" pitchFamily="34" charset="0"/>
              <a:cs typeface="Arial" panose="020B0604020202020204" pitchFamily="34" charset="0"/>
            </a:endParaRPr>
          </a:p>
          <a:p>
            <a:pPr marL="480695" lvl="1" indent="-228600">
              <a:lnSpc>
                <a:spcPts val="2700"/>
              </a:lnSpc>
              <a:spcBef>
                <a:spcPts val="280"/>
              </a:spcBef>
              <a:buClr>
                <a:srgbClr val="231F20"/>
              </a:buClr>
              <a:buFont typeface="Arial"/>
              <a:buChar char="•"/>
              <a:tabLst>
                <a:tab pos="480695" algn="l"/>
              </a:tabLst>
            </a:pPr>
            <a:r>
              <a:rPr lang="en-GB" sz="1800" dirty="0">
                <a:solidFill>
                  <a:srgbClr val="231F20"/>
                </a:solidFill>
                <a:latin typeface="Arial" panose="020B0604020202020204" pitchFamily="34" charset="0"/>
                <a:cs typeface="Arial" panose="020B0604020202020204" pitchFamily="34" charset="0"/>
              </a:rPr>
              <a:t>P</a:t>
            </a:r>
            <a:r>
              <a:rPr lang="en-GB" sz="1800" spc="-25" dirty="0">
                <a:solidFill>
                  <a:srgbClr val="231F20"/>
                </a:solidFill>
                <a:latin typeface="Arial" panose="020B0604020202020204" pitchFamily="34" charset="0"/>
                <a:cs typeface="Arial" panose="020B0604020202020204" pitchFamily="34" charset="0"/>
              </a:rPr>
              <a:t>h</a:t>
            </a:r>
            <a:r>
              <a:rPr lang="en-GB" sz="1800" dirty="0">
                <a:solidFill>
                  <a:srgbClr val="231F20"/>
                </a:solidFill>
                <a:latin typeface="Arial" panose="020B0604020202020204" pitchFamily="34" charset="0"/>
                <a:cs typeface="Arial" panose="020B0604020202020204" pitchFamily="34" charset="0"/>
              </a:rPr>
              <a:t>ysical activity</a:t>
            </a:r>
            <a:r>
              <a:rPr lang="en-GB" sz="1800" spc="-5" dirty="0">
                <a:solidFill>
                  <a:srgbClr val="231F20"/>
                </a:solidFill>
                <a:latin typeface="Arial" panose="020B0604020202020204" pitchFamily="34" charset="0"/>
                <a:cs typeface="Arial" panose="020B0604020202020204" pitchFamily="34" charset="0"/>
              </a:rPr>
              <a:t> </a:t>
            </a:r>
            <a:r>
              <a:rPr lang="en-GB" sz="1800" spc="-35" dirty="0">
                <a:solidFill>
                  <a:srgbClr val="231F20"/>
                </a:solidFill>
                <a:latin typeface="Arial" panose="020B0604020202020204" pitchFamily="34" charset="0"/>
                <a:cs typeface="Arial" panose="020B0604020202020204" pitchFamily="34" charset="0"/>
              </a:rPr>
              <a:t>e</a:t>
            </a:r>
            <a:r>
              <a:rPr lang="en-GB" sz="1800" spc="-30" dirty="0">
                <a:solidFill>
                  <a:srgbClr val="231F20"/>
                </a:solidFill>
                <a:latin typeface="Arial" panose="020B0604020202020204" pitchFamily="34" charset="0"/>
                <a:cs typeface="Arial" panose="020B0604020202020204" pitchFamily="34" charset="0"/>
              </a:rPr>
              <a:t>x</a:t>
            </a:r>
            <a:r>
              <a:rPr lang="en-GB" sz="1800" spc="-10" dirty="0">
                <a:solidFill>
                  <a:srgbClr val="231F20"/>
                </a:solidFill>
                <a:latin typeface="Arial" panose="020B0604020202020204" pitchFamily="34" charset="0"/>
                <a:cs typeface="Arial" panose="020B0604020202020204" pitchFamily="34" charset="0"/>
              </a:rPr>
              <a:t>e</a:t>
            </a:r>
            <a:r>
              <a:rPr lang="en-GB" sz="1800" spc="-25" dirty="0">
                <a:solidFill>
                  <a:srgbClr val="231F20"/>
                </a:solidFill>
                <a:latin typeface="Arial" panose="020B0604020202020204" pitchFamily="34" charset="0"/>
                <a:cs typeface="Arial" panose="020B0604020202020204" pitchFamily="34" charset="0"/>
              </a:rPr>
              <a:t>r</a:t>
            </a:r>
            <a:r>
              <a:rPr lang="en-GB" sz="1800" spc="-10" dirty="0">
                <a:solidFill>
                  <a:srgbClr val="231F20"/>
                </a:solidFill>
                <a:latin typeface="Arial" panose="020B0604020202020204" pitchFamily="34" charset="0"/>
                <a:cs typeface="Arial" panose="020B0604020202020204" pitchFamily="34" charset="0"/>
              </a:rPr>
              <a:t>cises</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the</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hea</a:t>
            </a:r>
            <a:r>
              <a:rPr lang="en-GB" sz="1800" spc="25" dirty="0">
                <a:solidFill>
                  <a:srgbClr val="231F20"/>
                </a:solidFill>
                <a:latin typeface="Arial" panose="020B0604020202020204" pitchFamily="34" charset="0"/>
                <a:cs typeface="Arial" panose="020B0604020202020204" pitchFamily="34" charset="0"/>
              </a:rPr>
              <a:t>r</a:t>
            </a:r>
            <a:r>
              <a:rPr lang="en-GB" sz="1800" spc="-5" dirty="0">
                <a:solidFill>
                  <a:srgbClr val="231F20"/>
                </a:solidFill>
                <a:latin typeface="Arial" panose="020B0604020202020204" pitchFamily="34" charset="0"/>
                <a:cs typeface="Arial" panose="020B0604020202020204" pitchFamily="34" charset="0"/>
              </a:rPr>
              <a:t>t</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and</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the</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25" dirty="0">
                <a:solidFill>
                  <a:srgbClr val="231F20"/>
                </a:solidFill>
                <a:latin typeface="Arial" panose="020B0604020202020204" pitchFamily="34" charset="0"/>
                <a:cs typeface="Arial" panose="020B0604020202020204" pitchFamily="34" charset="0"/>
              </a:rPr>
              <a:t>v</a:t>
            </a:r>
            <a:r>
              <a:rPr lang="en-GB" sz="1800" spc="-10" dirty="0">
                <a:solidFill>
                  <a:srgbClr val="231F20"/>
                </a:solidFill>
                <a:latin typeface="Arial" panose="020B0604020202020204" pitchFamily="34" charset="0"/>
                <a:cs typeface="Arial" panose="020B0604020202020204" pitchFamily="34" charset="0"/>
              </a:rPr>
              <a:t>essels</a:t>
            </a:r>
            <a:r>
              <a:rPr lang="en-GB" sz="1800" spc="-5" dirty="0">
                <a:solidFill>
                  <a:srgbClr val="231F20"/>
                </a:solidFill>
                <a:latin typeface="Arial" panose="020B0604020202020204" pitchFamily="34" charset="0"/>
                <a:cs typeface="Arial" panose="020B0604020202020204" pitchFamily="34" charset="0"/>
              </a:rPr>
              <a:t> </a:t>
            </a:r>
            <a:r>
              <a:rPr lang="en-GB" sz="1800" spc="-2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w</a:t>
            </a:r>
            <a:r>
              <a:rPr lang="en-GB" sz="1800" spc="-10" dirty="0">
                <a:solidFill>
                  <a:srgbClr val="231F20"/>
                </a:solidFill>
                <a:latin typeface="Arial" panose="020B0604020202020204" pitchFamily="34" charset="0"/>
                <a:cs typeface="Arial" panose="020B0604020202020204" pitchFamily="34" charset="0"/>
              </a:rPr>
              <a:t>o</a:t>
            </a:r>
            <a:r>
              <a:rPr lang="en-GB" sz="1800" spc="-15" dirty="0">
                <a:solidFill>
                  <a:srgbClr val="231F20"/>
                </a:solidFill>
                <a:latin typeface="Arial" panose="020B0604020202020204" pitchFamily="34" charset="0"/>
                <a:cs typeface="Arial" panose="020B0604020202020204" pitchFamily="34" charset="0"/>
              </a:rPr>
              <a:t>r</a:t>
            </a:r>
            <a:r>
              <a:rPr lang="en-GB" sz="1800" spc="-10" dirty="0">
                <a:solidFill>
                  <a:srgbClr val="231F20"/>
                </a:solidFill>
                <a:latin typeface="Arial" panose="020B0604020202020204" pitchFamily="34" charset="0"/>
                <a:cs typeface="Arial" panose="020B0604020202020204" pitchFamily="34" charset="0"/>
              </a:rPr>
              <a:t>k</a:t>
            </a:r>
            <a:r>
              <a:rPr lang="en-GB" sz="1800"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w</a:t>
            </a:r>
            <a:r>
              <a:rPr lang="en-GB" sz="1800" spc="-5" dirty="0">
                <a:solidFill>
                  <a:srgbClr val="231F20"/>
                </a:solidFill>
                <a:latin typeface="Arial" panose="020B0604020202020204" pitchFamily="34" charset="0"/>
                <a:cs typeface="Arial" panose="020B0604020202020204" pitchFamily="34" charset="0"/>
              </a:rPr>
              <a:t>ell</a:t>
            </a:r>
            <a:endParaRPr lang="en-GB" sz="1800" dirty="0">
              <a:latin typeface="Arial" panose="020B0604020202020204" pitchFamily="34" charset="0"/>
              <a:cs typeface="Arial" panose="020B0604020202020204" pitchFamily="34" charset="0"/>
            </a:endParaRPr>
          </a:p>
          <a:p>
            <a:pPr marL="480695" lvl="1" indent="-228600">
              <a:lnSpc>
                <a:spcPts val="2700"/>
              </a:lnSpc>
              <a:spcBef>
                <a:spcPts val="280"/>
              </a:spcBef>
              <a:buClr>
                <a:srgbClr val="231F20"/>
              </a:buClr>
              <a:buFont typeface="Arial"/>
              <a:buChar char="•"/>
              <a:tabLst>
                <a:tab pos="480695" algn="l"/>
              </a:tabLst>
            </a:pPr>
            <a:r>
              <a:rPr lang="en-GB" sz="1800" dirty="0">
                <a:solidFill>
                  <a:srgbClr val="231F20"/>
                </a:solidFill>
                <a:latin typeface="Arial" panose="020B0604020202020204" pitchFamily="34" charset="0"/>
                <a:cs typeface="Arial" panose="020B0604020202020204" pitchFamily="34" charset="0"/>
              </a:rPr>
              <a:t>P</a:t>
            </a:r>
            <a:r>
              <a:rPr lang="en-GB" sz="1800" spc="-25" dirty="0">
                <a:solidFill>
                  <a:srgbClr val="231F20"/>
                </a:solidFill>
                <a:latin typeface="Arial" panose="020B0604020202020204" pitchFamily="34" charset="0"/>
                <a:cs typeface="Arial" panose="020B0604020202020204" pitchFamily="34" charset="0"/>
              </a:rPr>
              <a:t>h</a:t>
            </a:r>
            <a:r>
              <a:rPr lang="en-GB" sz="1800" dirty="0">
                <a:solidFill>
                  <a:srgbClr val="231F20"/>
                </a:solidFill>
                <a:latin typeface="Arial" panose="020B0604020202020204" pitchFamily="34" charset="0"/>
                <a:cs typeface="Arial" panose="020B0604020202020204" pitchFamily="34" charset="0"/>
              </a:rPr>
              <a:t>ysical </a:t>
            </a:r>
            <a:r>
              <a:rPr lang="en-GB" sz="1800" spc="-5" dirty="0">
                <a:solidFill>
                  <a:srgbClr val="231F20"/>
                </a:solidFill>
                <a:latin typeface="Arial" panose="020B0604020202020204" pitchFamily="34" charset="0"/>
                <a:cs typeface="Arial" panose="020B0604020202020204" pitchFamily="34" charset="0"/>
              </a:rPr>
              <a:t>activities </a:t>
            </a:r>
            <a:r>
              <a:rPr lang="en-GB" sz="1800" spc="-10" dirty="0">
                <a:solidFill>
                  <a:srgbClr val="231F20"/>
                </a:solidFill>
                <a:latin typeface="Arial" panose="020B0604020202020204" pitchFamily="34" charset="0"/>
                <a:cs typeface="Arial" panose="020B0604020202020204" pitchFamily="34" charset="0"/>
              </a:rPr>
              <a:t>help</a:t>
            </a:r>
            <a:r>
              <a:rPr lang="en-GB" sz="1800" dirty="0">
                <a:solidFill>
                  <a:srgbClr val="231F20"/>
                </a:solidFill>
                <a:latin typeface="Arial" panose="020B0604020202020204" pitchFamily="34" charset="0"/>
                <a:cs typeface="Arial" panose="020B0604020202020204" pitchFamily="34" charset="0"/>
              </a:rPr>
              <a:t> </a:t>
            </a:r>
            <a:r>
              <a:rPr lang="en-GB" sz="1800" spc="-2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reduce</a:t>
            </a:r>
            <a:r>
              <a:rPr lang="en-GB" sz="1800" spc="-5"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w</a:t>
            </a:r>
            <a:r>
              <a:rPr lang="en-GB" sz="1800" spc="-5" dirty="0">
                <a:solidFill>
                  <a:srgbClr val="231F20"/>
                </a:solidFill>
                <a:latin typeface="Arial" panose="020B0604020202020204" pitchFamily="34" charset="0"/>
                <a:cs typeface="Arial" panose="020B0604020202020204" pitchFamily="34" charset="0"/>
              </a:rPr>
              <a:t>eight </a:t>
            </a:r>
            <a:r>
              <a:rPr lang="en-GB" sz="1800" spc="-10" dirty="0">
                <a:solidFill>
                  <a:srgbClr val="231F20"/>
                </a:solidFill>
                <a:latin typeface="Arial" panose="020B0604020202020204" pitchFamily="34" charset="0"/>
                <a:cs typeface="Arial" panose="020B0604020202020204" pitchFamily="34" charset="0"/>
              </a:rPr>
              <a:t>and</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sugar</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l</a:t>
            </a:r>
            <a:r>
              <a:rPr lang="en-GB" sz="1800" spc="-40" dirty="0">
                <a:solidFill>
                  <a:srgbClr val="231F20"/>
                </a:solidFill>
                <a:latin typeface="Arial" panose="020B0604020202020204" pitchFamily="34" charset="0"/>
                <a:cs typeface="Arial" panose="020B0604020202020204" pitchFamily="34" charset="0"/>
              </a:rPr>
              <a:t>e</a:t>
            </a:r>
            <a:r>
              <a:rPr lang="en-GB" sz="1800" spc="-20" dirty="0">
                <a:solidFill>
                  <a:srgbClr val="231F20"/>
                </a:solidFill>
                <a:latin typeface="Arial" panose="020B0604020202020204" pitchFamily="34" charset="0"/>
                <a:cs typeface="Arial" panose="020B0604020202020204" pitchFamily="34" charset="0"/>
              </a:rPr>
              <a:t>v</a:t>
            </a:r>
            <a:r>
              <a:rPr lang="en-GB" sz="1800" spc="-5" dirty="0">
                <a:solidFill>
                  <a:srgbClr val="231F20"/>
                </a:solidFill>
                <a:latin typeface="Arial" panose="020B0604020202020204" pitchFamily="34" charset="0"/>
                <a:cs typeface="Arial" panose="020B0604020202020204" pitchFamily="34" charset="0"/>
              </a:rPr>
              <a:t>els</a:t>
            </a:r>
            <a:endParaRPr lang="en-GB" sz="800" spc="-5" dirty="0">
              <a:solidFill>
                <a:srgbClr val="231F20"/>
              </a:solidFill>
              <a:latin typeface="Arial" panose="020B0604020202020204" pitchFamily="34" charset="0"/>
              <a:cs typeface="Arial" panose="020B0604020202020204" pitchFamily="34" charset="0"/>
            </a:endParaRPr>
          </a:p>
          <a:p>
            <a:pPr marL="12700">
              <a:lnSpc>
                <a:spcPts val="27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v. </a:t>
            </a:r>
            <a:r>
              <a:rPr lang="en-GB" sz="2000" kern="0" dirty="0">
                <a:solidFill>
                  <a:schemeClr val="tx1">
                    <a:lumMod val="85000"/>
                    <a:lumOff val="15000"/>
                  </a:schemeClr>
                </a:solidFill>
                <a:latin typeface="Arial" pitchFamily="34" charset="0"/>
                <a:cs typeface="Arial" pitchFamily="34" charset="0"/>
              </a:rPr>
              <a:t>Family history of hypertension</a:t>
            </a:r>
            <a:endParaRPr lang="en-GB" sz="2000" spc="-15"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700"/>
              </a:lnSpc>
              <a:spcBef>
                <a:spcPts val="270"/>
              </a:spcBef>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Th</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risk of </a:t>
            </a:r>
            <a:r>
              <a:rPr lang="en-GB" sz="1800" spc="-25" dirty="0">
                <a:solidFill>
                  <a:srgbClr val="231F20"/>
                </a:solidFill>
                <a:latin typeface="Arial" panose="020B0604020202020204" pitchFamily="34" charset="0"/>
                <a:cs typeface="Arial" panose="020B0604020202020204" pitchFamily="34" charset="0"/>
              </a:rPr>
              <a:t>h</a:t>
            </a:r>
            <a:r>
              <a:rPr lang="en-GB" sz="1800" spc="-10" dirty="0">
                <a:solidFill>
                  <a:srgbClr val="231F20"/>
                </a:solidFill>
                <a:latin typeface="Arial" panose="020B0604020202020204" pitchFamily="34" charset="0"/>
                <a:cs typeface="Arial" panose="020B0604020202020204" pitchFamily="34" charset="0"/>
              </a:rPr>
              <a:t>ype</a:t>
            </a:r>
            <a:r>
              <a:rPr lang="en-GB" sz="1800" spc="30" dirty="0">
                <a:solidFill>
                  <a:srgbClr val="231F20"/>
                </a:solidFill>
                <a:latin typeface="Arial" panose="020B0604020202020204" pitchFamily="34" charset="0"/>
                <a:cs typeface="Arial" panose="020B0604020202020204" pitchFamily="34" charset="0"/>
              </a:rPr>
              <a:t>r</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ension </a:t>
            </a:r>
            <a:r>
              <a:rPr lang="en-GB" sz="1800" spc="-5" dirty="0">
                <a:solidFill>
                  <a:srgbClr val="231F20"/>
                </a:solidFill>
                <a:latin typeface="Arial" panose="020B0604020202020204" pitchFamily="34" charset="0"/>
                <a:cs typeface="Arial" panose="020B0604020202020204" pitchFamily="34" charset="0"/>
              </a:rPr>
              <a:t>i</a:t>
            </a:r>
            <a:r>
              <a:rPr lang="en-GB" sz="1800" dirty="0">
                <a:solidFill>
                  <a:srgbClr val="231F20"/>
                </a:solidFill>
                <a:latin typeface="Arial" panose="020B0604020202020204" pitchFamily="34" charset="0"/>
                <a:cs typeface="Arial" panose="020B0604020202020204" pitchFamily="34" charset="0"/>
              </a:rPr>
              <a:t>s </a:t>
            </a:r>
            <a:r>
              <a:rPr lang="en-GB" sz="1800" spc="-10" dirty="0">
                <a:solidFill>
                  <a:srgbClr val="231F20"/>
                </a:solidFill>
                <a:latin typeface="Arial" panose="020B0604020202020204" pitchFamily="34" charset="0"/>
                <a:cs typeface="Arial" panose="020B0604020202020204" pitchFamily="34" charset="0"/>
              </a:rPr>
              <a:t>higher</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among</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peopl</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wit</a:t>
            </a:r>
            <a:r>
              <a:rPr lang="en-GB" sz="1800" dirty="0">
                <a:solidFill>
                  <a:srgbClr val="231F20"/>
                </a:solidFill>
                <a:latin typeface="Arial" panose="020B0604020202020204" pitchFamily="34" charset="0"/>
                <a:cs typeface="Arial" panose="020B0604020202020204" pitchFamily="34" charset="0"/>
              </a:rPr>
              <a:t>h </a:t>
            </a:r>
            <a:r>
              <a:rPr lang="en-GB" sz="1800" spc="-20" dirty="0">
                <a:solidFill>
                  <a:srgbClr val="231F20"/>
                </a:solidFill>
                <a:latin typeface="Arial" panose="020B0604020202020204" pitchFamily="34" charset="0"/>
                <a:cs typeface="Arial" panose="020B0604020202020204" pitchFamily="34" charset="0"/>
              </a:rPr>
              <a:t>f</a:t>
            </a:r>
            <a:r>
              <a:rPr lang="en-GB" sz="1800" dirty="0">
                <a:solidFill>
                  <a:srgbClr val="231F20"/>
                </a:solidFill>
                <a:latin typeface="Arial" panose="020B0604020202020204" pitchFamily="34" charset="0"/>
                <a:cs typeface="Arial" panose="020B0604020202020204" pitchFamily="34" charset="0"/>
              </a:rPr>
              <a:t>amily</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membe</a:t>
            </a:r>
            <a:r>
              <a:rPr lang="en-GB" sz="1800" dirty="0">
                <a:solidFill>
                  <a:srgbClr val="231F20"/>
                </a:solidFill>
                <a:latin typeface="Arial" panose="020B0604020202020204" pitchFamily="34" charset="0"/>
                <a:cs typeface="Arial" panose="020B0604020202020204" pitchFamily="34" charset="0"/>
              </a:rPr>
              <a:t>r</a:t>
            </a:r>
            <a:r>
              <a:rPr lang="en-GB" sz="1800" spc="-10" dirty="0">
                <a:solidFill>
                  <a:srgbClr val="231F20"/>
                </a:solidFill>
                <a:latin typeface="Arial" panose="020B0604020202020204" pitchFamily="34" charset="0"/>
                <a:cs typeface="Arial" panose="020B0604020202020204" pitchFamily="34" charset="0"/>
              </a:rPr>
              <a:t>s</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wit</a:t>
            </a:r>
            <a:r>
              <a:rPr lang="en-GB" sz="1800" dirty="0">
                <a:solidFill>
                  <a:srgbClr val="231F20"/>
                </a:solidFill>
                <a:latin typeface="Arial" panose="020B0604020202020204" pitchFamily="34" charset="0"/>
                <a:cs typeface="Arial" panose="020B0604020202020204" pitchFamily="34" charset="0"/>
              </a:rPr>
              <a:t>h </a:t>
            </a:r>
            <a:r>
              <a:rPr lang="en-GB" sz="1800" spc="-25" dirty="0">
                <a:solidFill>
                  <a:srgbClr val="231F20"/>
                </a:solidFill>
                <a:latin typeface="Arial" panose="020B0604020202020204" pitchFamily="34" charset="0"/>
                <a:cs typeface="Arial" panose="020B0604020202020204" pitchFamily="34" charset="0"/>
              </a:rPr>
              <a:t>h</a:t>
            </a:r>
            <a:r>
              <a:rPr lang="en-GB" sz="1800" spc="-10" dirty="0">
                <a:solidFill>
                  <a:srgbClr val="231F20"/>
                </a:solidFill>
                <a:latin typeface="Arial" panose="020B0604020202020204" pitchFamily="34" charset="0"/>
                <a:cs typeface="Arial" panose="020B0604020202020204" pitchFamily="34" charset="0"/>
              </a:rPr>
              <a:t>ype</a:t>
            </a:r>
            <a:r>
              <a:rPr lang="en-GB" sz="1800" spc="30" dirty="0">
                <a:solidFill>
                  <a:srgbClr val="231F20"/>
                </a:solidFill>
                <a:latin typeface="Arial" panose="020B0604020202020204" pitchFamily="34" charset="0"/>
                <a:cs typeface="Arial" panose="020B0604020202020204" pitchFamily="34" charset="0"/>
              </a:rPr>
              <a:t>r</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ension</a:t>
            </a:r>
            <a:endParaRPr lang="en-GB" sz="900" dirty="0">
              <a:latin typeface="Arial" panose="020B0604020202020204" pitchFamily="34" charset="0"/>
              <a:cs typeface="Arial" panose="020B0604020202020204" pitchFamily="34" charset="0"/>
            </a:endParaRPr>
          </a:p>
          <a:p>
            <a:pPr marL="12700" lvl="0">
              <a:lnSpc>
                <a:spcPts val="27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vi. </a:t>
            </a:r>
            <a:r>
              <a:rPr lang="en-GB" sz="2000" kern="0" dirty="0">
                <a:solidFill>
                  <a:schemeClr val="tx1">
                    <a:lumMod val="85000"/>
                    <a:lumOff val="15000"/>
                  </a:schemeClr>
                </a:solidFill>
                <a:latin typeface="Arial" pitchFamily="34" charset="0"/>
                <a:cs typeface="Arial" pitchFamily="34" charset="0"/>
              </a:rPr>
              <a:t>Use of tobacco</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700"/>
              </a:lnSpc>
              <a:spcBef>
                <a:spcPts val="270"/>
              </a:spcBef>
              <a:buClr>
                <a:srgbClr val="231F20"/>
              </a:buClr>
              <a:buFont typeface="Arial"/>
              <a:buChar char="•"/>
              <a:tabLst>
                <a:tab pos="480695" algn="l"/>
              </a:tabLst>
            </a:pPr>
            <a:r>
              <a:rPr lang="en-GB" sz="1800" spc="-80" dirty="0">
                <a:solidFill>
                  <a:srgbClr val="231F20"/>
                </a:solidFill>
                <a:latin typeface="Arial" panose="020B0604020202020204" pitchFamily="34" charset="0"/>
                <a:cs typeface="Arial" panose="020B0604020202020204" pitchFamily="34" charset="0"/>
              </a:rPr>
              <a:t>T</a:t>
            </a:r>
            <a:r>
              <a:rPr lang="en-GB" sz="1800" dirty="0">
                <a:solidFill>
                  <a:srgbClr val="231F20"/>
                </a:solidFill>
                <a:latin typeface="Arial" panose="020B0604020202020204" pitchFamily="34" charset="0"/>
                <a:cs typeface="Arial" panose="020B0604020202020204" pitchFamily="34" charset="0"/>
              </a:rPr>
              <a:t>obacco use  (e.g. cigarette smoking, shisha etc.) ma</a:t>
            </a:r>
            <a:r>
              <a:rPr lang="en-GB" sz="1800" spc="-30" dirty="0">
                <a:solidFill>
                  <a:srgbClr val="231F20"/>
                </a:solidFill>
                <a:latin typeface="Arial" panose="020B0604020202020204" pitchFamily="34" charset="0"/>
                <a:cs typeface="Arial" panose="020B0604020202020204" pitchFamily="34" charset="0"/>
              </a:rPr>
              <a:t>k</a:t>
            </a:r>
            <a:r>
              <a:rPr lang="en-GB" sz="1800" dirty="0">
                <a:solidFill>
                  <a:srgbClr val="231F20"/>
                </a:solidFill>
                <a:latin typeface="Arial" panose="020B0604020202020204" pitchFamily="34" charset="0"/>
                <a:cs typeface="Arial" panose="020B0604020202020204" pitchFamily="34" charset="0"/>
              </a:rPr>
              <a:t>es blood </a:t>
            </a:r>
            <a:r>
              <a:rPr lang="en-GB" sz="1800" spc="-25" dirty="0">
                <a:solidFill>
                  <a:srgbClr val="231F20"/>
                </a:solidFill>
                <a:latin typeface="Arial" panose="020B0604020202020204" pitchFamily="34" charset="0"/>
                <a:cs typeface="Arial" panose="020B0604020202020204" pitchFamily="34" charset="0"/>
              </a:rPr>
              <a:t>v</a:t>
            </a:r>
            <a:r>
              <a:rPr lang="en-GB" sz="1800" dirty="0">
                <a:solidFill>
                  <a:srgbClr val="231F20"/>
                </a:solidFill>
                <a:latin typeface="Arial" panose="020B0604020202020204" pitchFamily="34" charset="0"/>
                <a:cs typeface="Arial" panose="020B0604020202020204" pitchFamily="34" charset="0"/>
              </a:rPr>
              <a:t>essels sti</a:t>
            </a:r>
            <a:r>
              <a:rPr lang="en-GB" sz="1800" spc="25" dirty="0">
                <a:solidFill>
                  <a:srgbClr val="231F20"/>
                </a:solidFill>
                <a:latin typeface="Arial" panose="020B0604020202020204" pitchFamily="34" charset="0"/>
                <a:cs typeface="Arial" panose="020B0604020202020204" pitchFamily="34" charset="0"/>
              </a:rPr>
              <a:t>f</a:t>
            </a:r>
            <a:r>
              <a:rPr lang="en-GB" sz="1800" dirty="0">
                <a:solidFill>
                  <a:srgbClr val="231F20"/>
                </a:solidFill>
                <a:latin typeface="Arial" panose="020B0604020202020204" pitchFamily="34" charset="0"/>
                <a:cs typeface="Arial" panose="020B0604020202020204" pitchFamily="34" charset="0"/>
              </a:rPr>
              <a:t>f and nar</a:t>
            </a:r>
            <a:r>
              <a:rPr lang="en-GB" sz="1800" spc="-25" dirty="0">
                <a:solidFill>
                  <a:srgbClr val="231F20"/>
                </a:solidFill>
                <a:latin typeface="Arial" panose="020B0604020202020204" pitchFamily="34" charset="0"/>
                <a:cs typeface="Arial" panose="020B0604020202020204" pitchFamily="34" charset="0"/>
              </a:rPr>
              <a:t>r</a:t>
            </a:r>
            <a:r>
              <a:rPr lang="en-GB" sz="1800" spc="-20" dirty="0">
                <a:solidFill>
                  <a:srgbClr val="231F20"/>
                </a:solidFill>
                <a:latin typeface="Arial" panose="020B0604020202020204" pitchFamily="34" charset="0"/>
                <a:cs typeface="Arial" panose="020B0604020202020204" pitchFamily="34" charset="0"/>
              </a:rPr>
              <a:t>o</a:t>
            </a:r>
            <a:r>
              <a:rPr lang="en-GB" sz="1800" spc="-45" dirty="0">
                <a:solidFill>
                  <a:srgbClr val="231F20"/>
                </a:solidFill>
                <a:latin typeface="Arial" panose="020B0604020202020204" pitchFamily="34" charset="0"/>
                <a:cs typeface="Arial" panose="020B0604020202020204" pitchFamily="34" charset="0"/>
              </a:rPr>
              <a:t>w</a:t>
            </a:r>
            <a:r>
              <a:rPr lang="en-GB" sz="1800" dirty="0">
                <a:solidFill>
                  <a:srgbClr val="231F20"/>
                </a:solidFill>
                <a:latin typeface="Arial" panose="020B0604020202020204" pitchFamily="34" charset="0"/>
                <a:cs typeface="Arial" panose="020B0604020202020204" pitchFamily="34" charset="0"/>
              </a:rPr>
              <a:t>, there</a:t>
            </a:r>
            <a:r>
              <a:rPr lang="en-GB" sz="1800" spc="-30" dirty="0">
                <a:solidFill>
                  <a:srgbClr val="231F20"/>
                </a:solidFill>
                <a:latin typeface="Arial" panose="020B0604020202020204" pitchFamily="34" charset="0"/>
                <a:cs typeface="Arial" panose="020B0604020202020204" pitchFamily="34" charset="0"/>
              </a:rPr>
              <a:t>f</a:t>
            </a:r>
            <a:r>
              <a:rPr lang="en-GB" sz="1800" dirty="0">
                <a:solidFill>
                  <a:srgbClr val="231F20"/>
                </a:solidFill>
                <a:latin typeface="Arial" panose="020B0604020202020204" pitchFamily="34" charset="0"/>
                <a:cs typeface="Arial" panose="020B0604020202020204" pitchFamily="34" charset="0"/>
              </a:rPr>
              <a:t>ore restricting free </a:t>
            </a:r>
            <a:r>
              <a:rPr lang="en-GB" sz="1800" spc="-20" dirty="0">
                <a:solidFill>
                  <a:srgbClr val="231F20"/>
                </a:solidFill>
                <a:latin typeface="Arial" panose="020B0604020202020204" pitchFamily="34" charset="0"/>
                <a:cs typeface="Arial" panose="020B0604020202020204" pitchFamily="34" charset="0"/>
              </a:rPr>
              <a:t>fl</a:t>
            </a:r>
            <a:r>
              <a:rPr lang="en-GB" sz="1800" spc="-6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w of blood</a:t>
            </a:r>
            <a:endParaRPr lang="en-GB" sz="1800" dirty="0">
              <a:latin typeface="Arial" panose="020B0604020202020204" pitchFamily="34" charset="0"/>
              <a:cs typeface="Arial" panose="020B0604020202020204" pitchFamily="34" charset="0"/>
            </a:endParaRPr>
          </a:p>
          <a:p>
            <a:pPr marL="480695" lvl="1" indent="-228600">
              <a:lnSpc>
                <a:spcPts val="2700"/>
              </a:lnSpc>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Th</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chemicals</a:t>
            </a:r>
            <a:r>
              <a:rPr lang="en-GB" sz="1800" spc="-5" dirty="0">
                <a:solidFill>
                  <a:srgbClr val="231F20"/>
                </a:solidFill>
                <a:latin typeface="Arial" panose="020B0604020202020204" pitchFamily="34" charset="0"/>
                <a:cs typeface="Arial" panose="020B0604020202020204" pitchFamily="34" charset="0"/>
              </a:rPr>
              <a:t> i</a:t>
            </a:r>
            <a:r>
              <a:rPr lang="en-GB" sz="1800" dirty="0">
                <a:solidFill>
                  <a:srgbClr val="231F20"/>
                </a:solidFill>
                <a:latin typeface="Arial" panose="020B0604020202020204" pitchFamily="34" charset="0"/>
                <a:cs typeface="Arial" panose="020B0604020202020204" pitchFamily="34" charset="0"/>
              </a:rPr>
              <a:t>n </a:t>
            </a:r>
            <a:r>
              <a:rPr lang="en-GB" sz="1800" spc="-2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obacco</a:t>
            </a:r>
            <a:r>
              <a:rPr lang="en-GB" sz="1800" spc="-5" dirty="0">
                <a:solidFill>
                  <a:srgbClr val="231F20"/>
                </a:solidFill>
                <a:latin typeface="Arial" panose="020B0604020202020204" pitchFamily="34" charset="0"/>
                <a:cs typeface="Arial" panose="020B0604020202020204" pitchFamily="34" charset="0"/>
              </a:rPr>
              <a:t> raise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pressur</a:t>
            </a:r>
            <a:r>
              <a:rPr lang="en-GB" sz="1800" spc="-10" dirty="0">
                <a:solidFill>
                  <a:srgbClr val="231F20"/>
                </a:solidFill>
                <a:latin typeface="Arial" panose="020B0604020202020204" pitchFamily="34" charset="0"/>
                <a:cs typeface="Arial" panose="020B0604020202020204" pitchFamily="34" charset="0"/>
              </a:rPr>
              <a:t>e</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and</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damage</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the</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30" dirty="0">
                <a:solidFill>
                  <a:srgbClr val="231F20"/>
                </a:solidFill>
                <a:latin typeface="Arial" panose="020B0604020202020204" pitchFamily="34" charset="0"/>
                <a:cs typeface="Arial" panose="020B0604020202020204" pitchFamily="34" charset="0"/>
              </a:rPr>
              <a:t>v</a:t>
            </a:r>
            <a:r>
              <a:rPr lang="en-GB" sz="1800" spc="-5" dirty="0">
                <a:solidFill>
                  <a:srgbClr val="231F20"/>
                </a:solidFill>
                <a:latin typeface="Arial" panose="020B0604020202020204" pitchFamily="34" charset="0"/>
                <a:cs typeface="Arial" panose="020B0604020202020204" pitchFamily="34" charset="0"/>
              </a:rPr>
              <a:t>essels.</a:t>
            </a:r>
          </a:p>
          <a:p>
            <a:pPr marL="252095" lvl="1">
              <a:lnSpc>
                <a:spcPct val="100000"/>
              </a:lnSpc>
              <a:buClr>
                <a:srgbClr val="231F20"/>
              </a:buClr>
              <a:tabLst>
                <a:tab pos="480695" algn="l"/>
              </a:tabLst>
            </a:pPr>
            <a:endParaRPr lang="en-GB" sz="1800" dirty="0">
              <a:latin typeface="Arial" panose="020B0604020202020204" pitchFamily="34" charset="0"/>
              <a:cs typeface="Arial" panose="020B0604020202020204" pitchFamily="34" charset="0"/>
            </a:endParaRPr>
          </a:p>
          <a:p>
            <a:pPr marL="252095" marR="5080" lvl="1">
              <a:lnSpc>
                <a:spcPct val="100000"/>
              </a:lnSpc>
              <a:spcBef>
                <a:spcPts val="280"/>
              </a:spcBef>
              <a:buClr>
                <a:srgbClr val="231F20"/>
              </a:buClr>
              <a:tabLst>
                <a:tab pos="480695" algn="l"/>
              </a:tabLst>
            </a:pPr>
            <a:endParaRPr lang="en-GB"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6712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4117691-2BF2-2448-BBE6-63320C9664B7}"/>
              </a:ext>
            </a:extLst>
          </p:cNvPr>
          <p:cNvSpPr>
            <a:spLocks noGrp="1"/>
          </p:cNvSpPr>
          <p:nvPr>
            <p:ph type="sldNum" sz="quarter" idx="12"/>
          </p:nvPr>
        </p:nvSpPr>
        <p:spPr/>
        <p:txBody>
          <a:bodyPr/>
          <a:lstStyle/>
          <a:p>
            <a:fld id="{5FCE7002-8CF6-784B-9A24-69DF51357AB2}" type="slidenum">
              <a:rPr lang="en-US" smtClean="0"/>
              <a:t>17</a:t>
            </a:fld>
            <a:endParaRPr lang="en-US"/>
          </a:p>
        </p:txBody>
      </p:sp>
      <p:sp>
        <p:nvSpPr>
          <p:cNvPr id="5" name="Rectangle 4">
            <a:extLst>
              <a:ext uri="{FF2B5EF4-FFF2-40B4-BE49-F238E27FC236}">
                <a16:creationId xmlns:a16="http://schemas.microsoft.com/office/drawing/2014/main" xmlns="" id="{6A86072C-F058-4740-9035-BB69B313B624}"/>
              </a:ext>
            </a:extLst>
          </p:cNvPr>
          <p:cNvSpPr/>
          <p:nvPr/>
        </p:nvSpPr>
        <p:spPr>
          <a:xfrm>
            <a:off x="512040" y="554228"/>
            <a:ext cx="9449378" cy="6263253"/>
          </a:xfrm>
          <a:prstGeom prst="rect">
            <a:avLst/>
          </a:prstGeom>
        </p:spPr>
        <p:txBody>
          <a:bodyPr wrap="square">
            <a:spAutoFit/>
          </a:bodyPr>
          <a:lstStyle/>
          <a:p>
            <a:pPr marL="12700" lvl="0">
              <a:lnSpc>
                <a:spcPts val="28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vii. </a:t>
            </a:r>
            <a:r>
              <a:rPr lang="en-GB" sz="2000" kern="0" dirty="0">
                <a:solidFill>
                  <a:schemeClr val="tx1">
                    <a:lumMod val="85000"/>
                    <a:lumOff val="15000"/>
                  </a:schemeClr>
                </a:solidFill>
                <a:latin typeface="Arial" pitchFamily="34" charset="0"/>
                <a:cs typeface="Arial" pitchFamily="34" charset="0"/>
              </a:rPr>
              <a:t>Stress</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800"/>
              </a:lnSpc>
              <a:spcBef>
                <a:spcPts val="270"/>
              </a:spcBef>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Stres</a:t>
            </a:r>
            <a:r>
              <a:rPr lang="en-GB" sz="1800" spc="-10" dirty="0">
                <a:solidFill>
                  <a:srgbClr val="231F20"/>
                </a:solidFill>
                <a:latin typeface="Arial" panose="020B0604020202020204" pitchFamily="34" charset="0"/>
                <a:cs typeface="Arial" panose="020B0604020202020204" pitchFamily="34" charset="0"/>
              </a:rPr>
              <a:t>s</a:t>
            </a:r>
            <a:r>
              <a:rPr lang="en-GB" sz="1800" spc="5" dirty="0">
                <a:solidFill>
                  <a:srgbClr val="231F20"/>
                </a:solidFill>
                <a:latin typeface="Arial" panose="020B0604020202020204" pitchFamily="34" charset="0"/>
                <a:cs typeface="Arial" panose="020B0604020202020204" pitchFamily="34" charset="0"/>
              </a:rPr>
              <a:t> </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a:t>
            </a:r>
            <a:r>
              <a:rPr lang="en-GB" sz="1800" spc="-25" dirty="0">
                <a:solidFill>
                  <a:srgbClr val="231F20"/>
                </a:solidFill>
                <a:latin typeface="Arial" panose="020B0604020202020204" pitchFamily="34" charset="0"/>
                <a:cs typeface="Arial" panose="020B0604020202020204" pitchFamily="34" charset="0"/>
              </a:rPr>
              <a:t>m</a:t>
            </a:r>
            <a:r>
              <a:rPr lang="en-GB" sz="1800" spc="-10" dirty="0">
                <a:solidFill>
                  <a:srgbClr val="231F20"/>
                </a:solidFill>
                <a:latin typeface="Arial" panose="020B0604020202020204" pitchFamily="34" charset="0"/>
                <a:cs typeface="Arial" panose="020B0604020202020204" pitchFamily="34" charset="0"/>
              </a:rPr>
              <a:t>poraril</a:t>
            </a:r>
            <a:r>
              <a:rPr lang="en-GB" sz="1800" spc="-5" dirty="0">
                <a:solidFill>
                  <a:srgbClr val="231F20"/>
                </a:solidFill>
                <a:latin typeface="Arial" panose="020B0604020202020204" pitchFamily="34" charset="0"/>
                <a:cs typeface="Arial" panose="020B0604020202020204" pitchFamily="34" charset="0"/>
              </a:rPr>
              <a:t>y</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raises </a:t>
            </a:r>
            <a:r>
              <a:rPr lang="en-GB" sz="1800" spc="-10" dirty="0">
                <a:solidFill>
                  <a:srgbClr val="231F20"/>
                </a:solidFill>
                <a:latin typeface="Arial" panose="020B0604020202020204" pitchFamily="34" charset="0"/>
                <a:cs typeface="Arial" panose="020B0604020202020204" pitchFamily="34" charset="0"/>
              </a:rPr>
              <a:t>the</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pressure</a:t>
            </a:r>
            <a:endParaRPr lang="en-GB" sz="1800" dirty="0">
              <a:latin typeface="Arial" panose="020B0604020202020204" pitchFamily="34" charset="0"/>
              <a:cs typeface="Arial" panose="020B0604020202020204" pitchFamily="34" charset="0"/>
            </a:endParaRPr>
          </a:p>
          <a:p>
            <a:pPr marL="480695" lvl="1" indent="-228600">
              <a:lnSpc>
                <a:spcPts val="2800"/>
              </a:lnSpc>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Stres</a:t>
            </a:r>
            <a:r>
              <a:rPr lang="en-GB" sz="1800" spc="-10" dirty="0">
                <a:solidFill>
                  <a:srgbClr val="231F20"/>
                </a:solidFill>
                <a:latin typeface="Arial" panose="020B0604020202020204" pitchFamily="34" charset="0"/>
                <a:cs typeface="Arial" panose="020B0604020202020204" pitchFamily="34" charset="0"/>
              </a:rPr>
              <a:t>s</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can</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lead</a:t>
            </a:r>
            <a:r>
              <a:rPr lang="en-GB" sz="1800" dirty="0">
                <a:solidFill>
                  <a:srgbClr val="231F20"/>
                </a:solidFill>
                <a:latin typeface="Arial" panose="020B0604020202020204" pitchFamily="34" charset="0"/>
                <a:cs typeface="Arial" panose="020B0604020202020204" pitchFamily="34" charset="0"/>
              </a:rPr>
              <a:t> </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o</a:t>
            </a:r>
            <a:r>
              <a:rPr lang="en-GB" sz="1800" spc="-5" dirty="0">
                <a:solidFill>
                  <a:srgbClr val="231F20"/>
                </a:solidFill>
                <a:latin typeface="Arial" panose="020B0604020202020204" pitchFamily="34" charset="0"/>
                <a:cs typeface="Arial" panose="020B0604020202020204" pitchFamily="34" charset="0"/>
              </a:rPr>
              <a:t>ther </a:t>
            </a:r>
            <a:r>
              <a:rPr lang="en-GB" sz="1800" spc="-15" dirty="0">
                <a:solidFill>
                  <a:srgbClr val="231F20"/>
                </a:solidFill>
                <a:latin typeface="Arial" panose="020B0604020202020204" pitchFamily="34" charset="0"/>
                <a:cs typeface="Arial" panose="020B0604020202020204" pitchFamily="34" charset="0"/>
              </a:rPr>
              <a:t>behaviours</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that </a:t>
            </a:r>
            <a:r>
              <a:rPr lang="en-GB" sz="1800" spc="-10" dirty="0">
                <a:solidFill>
                  <a:srgbClr val="231F20"/>
                </a:solidFill>
                <a:latin typeface="Arial" panose="020B0604020202020204" pitchFamily="34" charset="0"/>
                <a:cs typeface="Arial" panose="020B0604020202020204" pitchFamily="34" charset="0"/>
              </a:rPr>
              <a:t>contribu</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 </a:t>
            </a:r>
            <a:r>
              <a:rPr lang="en-GB" sz="1800" spc="-2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d</a:t>
            </a:r>
            <a:r>
              <a:rPr lang="en-GB" sz="1800" spc="-35" dirty="0">
                <a:solidFill>
                  <a:srgbClr val="231F20"/>
                </a:solidFill>
                <a:latin typeface="Arial" panose="020B0604020202020204" pitchFamily="34" charset="0"/>
                <a:cs typeface="Arial" panose="020B0604020202020204" pitchFamily="34" charset="0"/>
              </a:rPr>
              <a:t>e</a:t>
            </a:r>
            <a:r>
              <a:rPr lang="en-GB" sz="1800" spc="-20" dirty="0">
                <a:solidFill>
                  <a:srgbClr val="231F20"/>
                </a:solidFill>
                <a:latin typeface="Arial" panose="020B0604020202020204" pitchFamily="34" charset="0"/>
                <a:cs typeface="Arial" panose="020B0604020202020204" pitchFamily="34" charset="0"/>
              </a:rPr>
              <a:t>v</a:t>
            </a:r>
            <a:r>
              <a:rPr lang="en-GB" sz="1800" spc="-10" dirty="0">
                <a:solidFill>
                  <a:srgbClr val="231F20"/>
                </a:solidFill>
                <a:latin typeface="Arial" panose="020B0604020202020204" pitchFamily="34" charset="0"/>
                <a:cs typeface="Arial" panose="020B0604020202020204" pitchFamily="34" charset="0"/>
              </a:rPr>
              <a:t>eloping </a:t>
            </a:r>
            <a:r>
              <a:rPr lang="en-GB" sz="1800" spc="-25" dirty="0">
                <a:solidFill>
                  <a:srgbClr val="231F20"/>
                </a:solidFill>
                <a:latin typeface="Arial" panose="020B0604020202020204" pitchFamily="34" charset="0"/>
                <a:cs typeface="Arial" panose="020B0604020202020204" pitchFamily="34" charset="0"/>
              </a:rPr>
              <a:t>h</a:t>
            </a:r>
            <a:r>
              <a:rPr lang="en-GB" sz="1800" spc="-10" dirty="0">
                <a:solidFill>
                  <a:srgbClr val="231F20"/>
                </a:solidFill>
                <a:latin typeface="Arial" panose="020B0604020202020204" pitchFamily="34" charset="0"/>
                <a:cs typeface="Arial" panose="020B0604020202020204" pitchFamily="34" charset="0"/>
              </a:rPr>
              <a:t>ype</a:t>
            </a:r>
            <a:r>
              <a:rPr lang="en-GB" sz="1800" spc="30" dirty="0">
                <a:solidFill>
                  <a:srgbClr val="231F20"/>
                </a:solidFill>
                <a:latin typeface="Arial" panose="020B0604020202020204" pitchFamily="34" charset="0"/>
                <a:cs typeface="Arial" panose="020B0604020202020204" pitchFamily="34" charset="0"/>
              </a:rPr>
              <a:t>r</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ension </a:t>
            </a:r>
            <a:r>
              <a:rPr lang="en-GB" sz="1800" spc="-5" dirty="0">
                <a:solidFill>
                  <a:srgbClr val="231F20"/>
                </a:solidFill>
                <a:latin typeface="Arial" panose="020B0604020202020204" pitchFamily="34" charset="0"/>
                <a:cs typeface="Arial" panose="020B0604020202020204" pitchFamily="34" charset="0"/>
              </a:rPr>
              <a:t>e.g. </a:t>
            </a:r>
            <a:r>
              <a:rPr lang="en-GB" sz="1800" dirty="0">
                <a:solidFill>
                  <a:srgbClr val="231F20"/>
                </a:solidFill>
                <a:latin typeface="Arial" panose="020B0604020202020204" pitchFamily="34" charset="0"/>
                <a:cs typeface="Arial" panose="020B0604020202020204" pitchFamily="34" charset="0"/>
              </a:rPr>
              <a:t>smoking,</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alcohol</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use</a:t>
            </a:r>
            <a:endParaRPr lang="en-GB" sz="800" dirty="0">
              <a:latin typeface="Arial" panose="020B0604020202020204" pitchFamily="34" charset="0"/>
              <a:cs typeface="Arial" panose="020B0604020202020204" pitchFamily="34" charset="0"/>
            </a:endParaRPr>
          </a:p>
          <a:p>
            <a:pPr marL="12700" lvl="0">
              <a:lnSpc>
                <a:spcPts val="28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viii. </a:t>
            </a:r>
            <a:r>
              <a:rPr lang="en-GB" sz="2000" kern="0" dirty="0">
                <a:solidFill>
                  <a:schemeClr val="tx1">
                    <a:lumMod val="85000"/>
                    <a:lumOff val="15000"/>
                  </a:schemeClr>
                </a:solidFill>
                <a:latin typeface="Arial" pitchFamily="34" charset="0"/>
                <a:cs typeface="Arial" pitchFamily="34" charset="0"/>
              </a:rPr>
              <a:t>Drinking alcohol</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800"/>
              </a:lnSpc>
              <a:spcBef>
                <a:spcPts val="270"/>
              </a:spcBef>
              <a:buClr>
                <a:srgbClr val="231F20"/>
              </a:buClr>
              <a:buFont typeface="Arial"/>
              <a:buChar char="•"/>
              <a:tabLst>
                <a:tab pos="480695" algn="l"/>
              </a:tabLst>
            </a:pPr>
            <a:r>
              <a:rPr lang="en-GB" sz="1800" spc="-10" dirty="0">
                <a:solidFill>
                  <a:srgbClr val="231F20"/>
                </a:solidFill>
                <a:latin typeface="Arial" panose="020B0604020202020204" pitchFamily="34" charset="0"/>
                <a:cs typeface="Arial" panose="020B0604020202020204" pitchFamily="34" charset="0"/>
              </a:rPr>
              <a:t>Alcohol</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inta</a:t>
            </a:r>
            <a:r>
              <a:rPr lang="en-GB" sz="1800" spc="-40" dirty="0">
                <a:solidFill>
                  <a:srgbClr val="231F20"/>
                </a:solidFill>
                <a:latin typeface="Arial" panose="020B0604020202020204" pitchFamily="34" charset="0"/>
                <a:cs typeface="Arial" panose="020B0604020202020204" pitchFamily="34" charset="0"/>
              </a:rPr>
              <a:t>k</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w</a:t>
            </a:r>
            <a:r>
              <a:rPr lang="en-GB" sz="1800" spc="-10" dirty="0">
                <a:solidFill>
                  <a:srgbClr val="231F20"/>
                </a:solidFill>
                <a:latin typeface="Arial" panose="020B0604020202020204" pitchFamily="34" charset="0"/>
                <a:cs typeface="Arial" panose="020B0604020202020204" pitchFamily="34" charset="0"/>
              </a:rPr>
              <a:t>ea</a:t>
            </a:r>
            <a:r>
              <a:rPr lang="en-GB" sz="1800" spc="-40" dirty="0">
                <a:solidFill>
                  <a:srgbClr val="231F20"/>
                </a:solidFill>
                <a:latin typeface="Arial" panose="020B0604020202020204" pitchFamily="34" charset="0"/>
                <a:cs typeface="Arial" panose="020B0604020202020204" pitchFamily="34" charset="0"/>
              </a:rPr>
              <a:t>k</a:t>
            </a:r>
            <a:r>
              <a:rPr lang="en-GB" sz="1800" spc="-10" dirty="0">
                <a:solidFill>
                  <a:srgbClr val="231F20"/>
                </a:solidFill>
                <a:latin typeface="Arial" panose="020B0604020202020204" pitchFamily="34" charset="0"/>
                <a:cs typeface="Arial" panose="020B0604020202020204" pitchFamily="34" charset="0"/>
              </a:rPr>
              <a:t>ens</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the</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hea</a:t>
            </a:r>
            <a:r>
              <a:rPr lang="en-GB" sz="1800" spc="25" dirty="0">
                <a:solidFill>
                  <a:srgbClr val="231F20"/>
                </a:solidFill>
                <a:latin typeface="Arial" panose="020B0604020202020204" pitchFamily="34" charset="0"/>
                <a:cs typeface="Arial" panose="020B0604020202020204" pitchFamily="34" charset="0"/>
              </a:rPr>
              <a:t>r</a:t>
            </a:r>
            <a:r>
              <a:rPr lang="en-GB" sz="1800" spc="-5" dirty="0">
                <a:solidFill>
                  <a:srgbClr val="231F20"/>
                </a:solidFill>
                <a:latin typeface="Arial" panose="020B0604020202020204" pitchFamily="34" charset="0"/>
                <a:cs typeface="Arial" panose="020B0604020202020204" pitchFamily="34" charset="0"/>
              </a:rPr>
              <a:t>t, i</a:t>
            </a:r>
            <a:r>
              <a:rPr lang="en-GB" sz="1800" dirty="0">
                <a:solidFill>
                  <a:srgbClr val="231F20"/>
                </a:solidFill>
                <a:latin typeface="Arial" panose="020B0604020202020204" pitchFamily="34" charset="0"/>
                <a:cs typeface="Arial" panose="020B0604020202020204" pitchFamily="34" charset="0"/>
              </a:rPr>
              <a:t>t </a:t>
            </a:r>
            <a:r>
              <a:rPr lang="en-GB" sz="1800" spc="-15" dirty="0">
                <a:solidFill>
                  <a:srgbClr val="231F20"/>
                </a:solidFill>
                <a:latin typeface="Arial" panose="020B0604020202020204" pitchFamily="34" charset="0"/>
                <a:cs typeface="Arial" panose="020B0604020202020204" pitchFamily="34" charset="0"/>
              </a:rPr>
              <a:t>increase</a:t>
            </a:r>
            <a:r>
              <a:rPr lang="en-GB" sz="1800" spc="-10" dirty="0">
                <a:solidFill>
                  <a:srgbClr val="231F20"/>
                </a:solidFill>
                <a:latin typeface="Arial" panose="020B0604020202020204" pitchFamily="34" charset="0"/>
                <a:cs typeface="Arial" panose="020B0604020202020204" pitchFamily="34" charset="0"/>
              </a:rPr>
              <a:t>s</a:t>
            </a:r>
            <a:r>
              <a:rPr lang="en-GB" sz="1800" spc="10"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w</a:t>
            </a:r>
            <a:r>
              <a:rPr lang="en-GB" sz="1800" spc="-5" dirty="0">
                <a:solidFill>
                  <a:srgbClr val="231F20"/>
                </a:solidFill>
                <a:latin typeface="Arial" panose="020B0604020202020204" pitchFamily="34" charset="0"/>
                <a:cs typeface="Arial" panose="020B0604020202020204" pitchFamily="34" charset="0"/>
              </a:rPr>
              <a:t>eight </a:t>
            </a:r>
            <a:r>
              <a:rPr lang="en-GB" sz="1800" spc="-10" dirty="0">
                <a:solidFill>
                  <a:srgbClr val="231F20"/>
                </a:solidFill>
                <a:latin typeface="Arial" panose="020B0604020202020204" pitchFamily="34" charset="0"/>
                <a:cs typeface="Arial" panose="020B0604020202020204" pitchFamily="34" charset="0"/>
              </a:rPr>
              <a:t>and</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choles</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a:t>
            </a:r>
            <a:r>
              <a:rPr lang="en-GB" sz="1800" spc="-30" dirty="0">
                <a:solidFill>
                  <a:srgbClr val="231F20"/>
                </a:solidFill>
                <a:latin typeface="Arial" panose="020B0604020202020204" pitchFamily="34" charset="0"/>
                <a:cs typeface="Arial" panose="020B0604020202020204" pitchFamily="34" charset="0"/>
              </a:rPr>
              <a:t>r</a:t>
            </a:r>
            <a:r>
              <a:rPr lang="en-GB" sz="1800" spc="-5" dirty="0">
                <a:solidFill>
                  <a:srgbClr val="231F20"/>
                </a:solidFill>
                <a:latin typeface="Arial" panose="020B0604020202020204" pitchFamily="34" charset="0"/>
                <a:cs typeface="Arial" panose="020B0604020202020204" pitchFamily="34" charset="0"/>
              </a:rPr>
              <a:t>ol</a:t>
            </a:r>
            <a:endParaRPr lang="en-GB" sz="800" dirty="0">
              <a:latin typeface="Arial" panose="020B0604020202020204" pitchFamily="34" charset="0"/>
              <a:cs typeface="Arial" panose="020B0604020202020204" pitchFamily="34" charset="0"/>
            </a:endParaRPr>
          </a:p>
          <a:p>
            <a:pPr marL="12700" lvl="0">
              <a:lnSpc>
                <a:spcPts val="28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ix.   </a:t>
            </a:r>
            <a:r>
              <a:rPr lang="en-GB" sz="2000" kern="0" dirty="0">
                <a:solidFill>
                  <a:schemeClr val="tx1">
                    <a:lumMod val="85000"/>
                    <a:lumOff val="15000"/>
                  </a:schemeClr>
                </a:solidFill>
                <a:latin typeface="Arial" pitchFamily="34" charset="0"/>
                <a:cs typeface="Arial" pitchFamily="34" charset="0"/>
              </a:rPr>
              <a:t>Excessive salt intake</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800"/>
              </a:lnSpc>
              <a:spcBef>
                <a:spcPts val="270"/>
              </a:spcBef>
              <a:buClr>
                <a:srgbClr val="231F20"/>
              </a:buClr>
              <a:buFont typeface="Arial"/>
              <a:buChar char="•"/>
              <a:tabLst>
                <a:tab pos="480695" algn="l"/>
              </a:tabLst>
            </a:pPr>
            <a:r>
              <a:rPr lang="en-GB" sz="1800" spc="-80" dirty="0">
                <a:solidFill>
                  <a:srgbClr val="231F20"/>
                </a:solidFill>
                <a:latin typeface="Arial" panose="020B0604020202020204" pitchFamily="34" charset="0"/>
                <a:cs typeface="Arial" panose="020B0604020202020204" pitchFamily="34" charset="0"/>
              </a:rPr>
              <a:t>T</a:t>
            </a:r>
            <a:r>
              <a:rPr lang="en-GB" sz="1800" dirty="0">
                <a:solidFill>
                  <a:srgbClr val="231F20"/>
                </a:solidFill>
                <a:latin typeface="Arial" panose="020B0604020202020204" pitchFamily="34" charset="0"/>
                <a:cs typeface="Arial" panose="020B0604020202020204" pitchFamily="34" charset="0"/>
              </a:rPr>
              <a:t>aking</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more</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salt</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increase</a:t>
            </a:r>
            <a:r>
              <a:rPr lang="en-GB" sz="1800" spc="-10" dirty="0">
                <a:solidFill>
                  <a:srgbClr val="231F20"/>
                </a:solidFill>
                <a:latin typeface="Arial" panose="020B0604020202020204" pitchFamily="34" charset="0"/>
                <a:cs typeface="Arial" panose="020B0604020202020204" pitchFamily="34" charset="0"/>
              </a:rPr>
              <a:t>s</a:t>
            </a:r>
            <a:r>
              <a:rPr lang="en-GB" sz="1800" spc="10" dirty="0">
                <a:solidFill>
                  <a:srgbClr val="231F20"/>
                </a:solidFill>
                <a:latin typeface="Arial" panose="020B0604020202020204" pitchFamily="34" charset="0"/>
                <a:cs typeface="Arial" panose="020B0604020202020204" pitchFamily="34" charset="0"/>
              </a:rPr>
              <a:t> </a:t>
            </a:r>
            <a:r>
              <a:rPr lang="en-GB" sz="1800" spc="-20" dirty="0">
                <a:solidFill>
                  <a:srgbClr val="231F20"/>
                </a:solidFill>
                <a:latin typeface="Arial" panose="020B0604020202020204" pitchFamily="34" charset="0"/>
                <a:cs typeface="Arial" panose="020B0604020202020204" pitchFamily="34" charset="0"/>
              </a:rPr>
              <a:t>w</a:t>
            </a:r>
            <a:r>
              <a:rPr lang="en-GB" sz="1800" spc="-10" dirty="0">
                <a:solidFill>
                  <a:srgbClr val="231F20"/>
                </a:solidFill>
                <a:latin typeface="Arial" panose="020B0604020202020204" pitchFamily="34" charset="0"/>
                <a:cs typeface="Arial" panose="020B0604020202020204" pitchFamily="34" charset="0"/>
              </a:rPr>
              <a:t>a</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er</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r</a:t>
            </a:r>
            <a:r>
              <a:rPr lang="en-GB" sz="1800" spc="-20" dirty="0">
                <a:solidFill>
                  <a:srgbClr val="231F20"/>
                </a:solidFill>
                <a:latin typeface="Arial" panose="020B0604020202020204" pitchFamily="34" charset="0"/>
                <a:cs typeface="Arial" panose="020B0604020202020204" pitchFamily="34" charset="0"/>
              </a:rPr>
              <a:t>e</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ention</a:t>
            </a:r>
            <a:r>
              <a:rPr lang="en-GB" sz="1800" spc="-5" dirty="0">
                <a:solidFill>
                  <a:srgbClr val="231F20"/>
                </a:solidFill>
                <a:latin typeface="Arial" panose="020B0604020202020204" pitchFamily="34" charset="0"/>
                <a:cs typeface="Arial" panose="020B0604020202020204" pitchFamily="34" charset="0"/>
              </a:rPr>
              <a:t> i</a:t>
            </a:r>
            <a:r>
              <a:rPr lang="en-GB" sz="1800" dirty="0">
                <a:solidFill>
                  <a:srgbClr val="231F20"/>
                </a:solidFill>
                <a:latin typeface="Arial" panose="020B0604020202020204" pitchFamily="34" charset="0"/>
                <a:cs typeface="Arial" panose="020B0604020202020204" pitchFamily="34" charset="0"/>
              </a:rPr>
              <a:t>n </a:t>
            </a:r>
            <a:r>
              <a:rPr lang="en-GB" sz="1800" spc="-10" dirty="0">
                <a:solidFill>
                  <a:srgbClr val="231F20"/>
                </a:solidFill>
                <a:latin typeface="Arial" panose="020B0604020202020204" pitchFamily="34" charset="0"/>
                <a:cs typeface="Arial" panose="020B0604020202020204" pitchFamily="34" charset="0"/>
              </a:rPr>
              <a:t>the</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bod</a:t>
            </a:r>
            <a:r>
              <a:rPr lang="en-GB" sz="1800" spc="-60" dirty="0">
                <a:solidFill>
                  <a:srgbClr val="231F20"/>
                </a:solidFill>
                <a:latin typeface="Arial" panose="020B0604020202020204" pitchFamily="34" charset="0"/>
                <a:cs typeface="Arial" panose="020B0604020202020204" pitchFamily="34" charset="0"/>
              </a:rPr>
              <a:t>y</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whic</a:t>
            </a:r>
            <a:r>
              <a:rPr lang="en-GB" sz="1800" dirty="0">
                <a:solidFill>
                  <a:srgbClr val="231F20"/>
                </a:solidFill>
                <a:latin typeface="Arial" panose="020B0604020202020204" pitchFamily="34" charset="0"/>
                <a:cs typeface="Arial" panose="020B0604020202020204" pitchFamily="34" charset="0"/>
              </a:rPr>
              <a:t>h </a:t>
            </a:r>
            <a:r>
              <a:rPr lang="en-GB" sz="1800" spc="-10" dirty="0">
                <a:solidFill>
                  <a:srgbClr val="231F20"/>
                </a:solidFill>
                <a:latin typeface="Arial" panose="020B0604020202020204" pitchFamily="34" charset="0"/>
                <a:cs typeface="Arial" panose="020B0604020202020204" pitchFamily="34" charset="0"/>
              </a:rPr>
              <a:t>causes</a:t>
            </a:r>
            <a:r>
              <a:rPr lang="en-GB" sz="1800" spc="-5" dirty="0">
                <a:solidFill>
                  <a:srgbClr val="231F20"/>
                </a:solidFill>
                <a:latin typeface="Arial" panose="020B0604020202020204" pitchFamily="34" charset="0"/>
                <a:cs typeface="Arial" panose="020B0604020202020204" pitchFamily="34" charset="0"/>
              </a:rPr>
              <a:t> </a:t>
            </a:r>
            <a:r>
              <a:rPr lang="en-GB" sz="1800" dirty="0">
                <a:solidFill>
                  <a:srgbClr val="231F20"/>
                </a:solidFill>
                <a:latin typeface="Arial" panose="020B0604020202020204" pitchFamily="34" charset="0"/>
                <a:cs typeface="Arial" panose="020B0604020202020204" pitchFamily="34" charset="0"/>
              </a:rPr>
              <a:t>high</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pressure.</a:t>
            </a:r>
          </a:p>
          <a:p>
            <a:pPr marL="480695" lvl="1" indent="-228600">
              <a:lnSpc>
                <a:spcPts val="2800"/>
              </a:lnSpc>
              <a:spcBef>
                <a:spcPts val="270"/>
              </a:spcBef>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Reducing salt intake is beneficial for blood pressure prevention and control.</a:t>
            </a:r>
            <a:endParaRPr lang="en-GB" sz="800" dirty="0">
              <a:latin typeface="Arial" panose="020B0604020202020204" pitchFamily="34" charset="0"/>
              <a:cs typeface="Arial" panose="020B0604020202020204" pitchFamily="34" charset="0"/>
            </a:endParaRPr>
          </a:p>
          <a:p>
            <a:pPr marL="12700" lvl="0">
              <a:lnSpc>
                <a:spcPts val="28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x.   </a:t>
            </a:r>
            <a:r>
              <a:rPr lang="en-GB" sz="2000" kern="0" dirty="0">
                <a:solidFill>
                  <a:schemeClr val="tx1">
                    <a:lumMod val="85000"/>
                    <a:lumOff val="15000"/>
                  </a:schemeClr>
                </a:solidFill>
                <a:latin typeface="Arial" pitchFamily="34" charset="0"/>
                <a:cs typeface="Arial" pitchFamily="34" charset="0"/>
              </a:rPr>
              <a:t>Chronic conditions e.g.. diabetes, kidney disease </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800"/>
              </a:lnSpc>
              <a:spcBef>
                <a:spcPts val="270"/>
              </a:spcBef>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Thes</a:t>
            </a:r>
            <a:r>
              <a:rPr lang="en-GB" sz="1800" spc="-10" dirty="0">
                <a:solidFill>
                  <a:srgbClr val="231F20"/>
                </a:solidFill>
                <a:latin typeface="Arial" panose="020B0604020202020204" pitchFamily="34" charset="0"/>
                <a:cs typeface="Arial" panose="020B0604020202020204" pitchFamily="34" charset="0"/>
              </a:rPr>
              <a:t>e</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conditions</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can</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lead</a:t>
            </a:r>
            <a:r>
              <a:rPr lang="en-GB" sz="1800" dirty="0">
                <a:solidFill>
                  <a:srgbClr val="231F20"/>
                </a:solidFill>
                <a:latin typeface="Arial" panose="020B0604020202020204" pitchFamily="34" charset="0"/>
                <a:cs typeface="Arial" panose="020B0604020202020204" pitchFamily="34" charset="0"/>
              </a:rPr>
              <a:t> </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increase</a:t>
            </a:r>
            <a:r>
              <a:rPr lang="en-GB" sz="1800" spc="-10" dirty="0">
                <a:solidFill>
                  <a:srgbClr val="231F20"/>
                </a:solidFill>
                <a:latin typeface="Arial" panose="020B0604020202020204" pitchFamily="34" charset="0"/>
                <a:cs typeface="Arial" panose="020B0604020202020204" pitchFamily="34" charset="0"/>
              </a:rPr>
              <a:t>d</a:t>
            </a:r>
            <a:r>
              <a:rPr lang="en-GB" sz="1800" spc="1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bloo</a:t>
            </a:r>
            <a:r>
              <a:rPr lang="en-GB" sz="1800" spc="-10" dirty="0">
                <a:solidFill>
                  <a:srgbClr val="231F20"/>
                </a:solidFill>
                <a:latin typeface="Arial" panose="020B0604020202020204" pitchFamily="34" charset="0"/>
                <a:cs typeface="Arial" panose="020B0604020202020204" pitchFamily="34" charset="0"/>
              </a:rPr>
              <a:t>d</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pressure</a:t>
            </a:r>
            <a:endParaRPr lang="en-GB" sz="800" spc="-15" dirty="0">
              <a:solidFill>
                <a:srgbClr val="231F20"/>
              </a:solidFill>
              <a:latin typeface="Arial" panose="020B0604020202020204" pitchFamily="34" charset="0"/>
              <a:cs typeface="Arial" panose="020B0604020202020204" pitchFamily="34" charset="0"/>
            </a:endParaRPr>
          </a:p>
          <a:p>
            <a:pPr marL="12700" lvl="0">
              <a:lnSpc>
                <a:spcPts val="2800"/>
              </a:lnSpc>
              <a:buClr>
                <a:srgbClr val="58595B"/>
              </a:buClr>
              <a:tabLst>
                <a:tab pos="241300" algn="l"/>
              </a:tabLst>
            </a:pPr>
            <a:r>
              <a:rPr lang="en-GB" sz="2000" spc="-10" dirty="0">
                <a:solidFill>
                  <a:schemeClr val="tx1">
                    <a:lumMod val="85000"/>
                    <a:lumOff val="15000"/>
                  </a:schemeClr>
                </a:solidFill>
                <a:latin typeface="Arial" panose="020B0604020202020204" pitchFamily="34" charset="0"/>
                <a:cs typeface="Arial" panose="020B0604020202020204" pitchFamily="34" charset="0"/>
              </a:rPr>
              <a:t>xi.  </a:t>
            </a:r>
            <a:r>
              <a:rPr lang="en-GB" sz="2000" kern="0" dirty="0">
                <a:solidFill>
                  <a:schemeClr val="tx1">
                    <a:lumMod val="85000"/>
                    <a:lumOff val="15000"/>
                  </a:schemeClr>
                </a:solidFill>
                <a:latin typeface="Arial" pitchFamily="34" charset="0"/>
                <a:cs typeface="Arial" pitchFamily="34" charset="0"/>
              </a:rPr>
              <a:t>Pregnancy</a:t>
            </a:r>
            <a:endParaRPr lang="en-GB" sz="2000" dirty="0">
              <a:solidFill>
                <a:schemeClr val="tx1">
                  <a:lumMod val="85000"/>
                  <a:lumOff val="15000"/>
                </a:schemeClr>
              </a:solidFill>
              <a:latin typeface="Arial" panose="020B0604020202020204" pitchFamily="34" charset="0"/>
              <a:cs typeface="Arial" panose="020B0604020202020204" pitchFamily="34" charset="0"/>
            </a:endParaRPr>
          </a:p>
          <a:p>
            <a:pPr marL="480695" lvl="1" indent="-228600">
              <a:lnSpc>
                <a:spcPts val="2800"/>
              </a:lnSpc>
              <a:spcBef>
                <a:spcPts val="270"/>
              </a:spcBef>
              <a:buClr>
                <a:srgbClr val="231F20"/>
              </a:buClr>
              <a:buFont typeface="Arial"/>
              <a:buChar char="•"/>
              <a:tabLst>
                <a:tab pos="480695" algn="l"/>
              </a:tabLst>
            </a:pPr>
            <a:r>
              <a:rPr lang="en-GB" sz="1800" spc="-15" dirty="0">
                <a:solidFill>
                  <a:srgbClr val="231F20"/>
                </a:solidFill>
                <a:latin typeface="Arial" panose="020B0604020202020204" pitchFamily="34" charset="0"/>
                <a:cs typeface="Arial" panose="020B0604020202020204" pitchFamily="34" charset="0"/>
              </a:rPr>
              <a:t>Change</a:t>
            </a:r>
            <a:r>
              <a:rPr lang="en-GB" sz="1800" spc="-10" dirty="0">
                <a:solidFill>
                  <a:srgbClr val="231F20"/>
                </a:solidFill>
                <a:latin typeface="Arial" panose="020B0604020202020204" pitchFamily="34" charset="0"/>
                <a:cs typeface="Arial" panose="020B0604020202020204" pitchFamily="34" charset="0"/>
              </a:rPr>
              <a:t>s</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that </a:t>
            </a:r>
            <a:r>
              <a:rPr lang="en-GB" sz="1800" spc="-10" dirty="0">
                <a:solidFill>
                  <a:srgbClr val="231F20"/>
                </a:solidFill>
                <a:latin typeface="Arial" panose="020B0604020202020204" pitchFamily="34" charset="0"/>
                <a:cs typeface="Arial" panose="020B0604020202020204" pitchFamily="34" charset="0"/>
              </a:rPr>
              <a:t>occur</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during</a:t>
            </a:r>
            <a:r>
              <a:rPr lang="en-GB" sz="1800" spc="-5"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pregnanc</a:t>
            </a:r>
            <a:r>
              <a:rPr lang="en-GB" sz="1800" spc="-5" dirty="0">
                <a:solidFill>
                  <a:srgbClr val="231F20"/>
                </a:solidFill>
                <a:latin typeface="Arial" panose="020B0604020202020204" pitchFamily="34" charset="0"/>
                <a:cs typeface="Arial" panose="020B0604020202020204" pitchFamily="34" charset="0"/>
              </a:rPr>
              <a:t>y</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can</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lead</a:t>
            </a:r>
            <a:r>
              <a:rPr lang="en-GB" sz="1800" dirty="0">
                <a:solidFill>
                  <a:srgbClr val="231F20"/>
                </a:solidFill>
                <a:latin typeface="Arial" panose="020B0604020202020204" pitchFamily="34" charset="0"/>
                <a:cs typeface="Arial" panose="020B0604020202020204" pitchFamily="34" charset="0"/>
              </a:rPr>
              <a:t> </a:t>
            </a:r>
            <a:r>
              <a:rPr lang="en-GB" sz="1800" spc="-3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25" dirty="0">
                <a:solidFill>
                  <a:srgbClr val="231F20"/>
                </a:solidFill>
                <a:latin typeface="Arial" panose="020B0604020202020204" pitchFamily="34" charset="0"/>
                <a:cs typeface="Arial" panose="020B0604020202020204" pitchFamily="34" charset="0"/>
              </a:rPr>
              <a:t>h</a:t>
            </a:r>
            <a:r>
              <a:rPr lang="en-GB" sz="1800" spc="-10" dirty="0">
                <a:solidFill>
                  <a:srgbClr val="231F20"/>
                </a:solidFill>
                <a:latin typeface="Arial" panose="020B0604020202020204" pitchFamily="34" charset="0"/>
                <a:cs typeface="Arial" panose="020B0604020202020204" pitchFamily="34" charset="0"/>
              </a:rPr>
              <a:t>ype</a:t>
            </a:r>
            <a:r>
              <a:rPr lang="en-GB" sz="1800" spc="30" dirty="0">
                <a:solidFill>
                  <a:srgbClr val="231F20"/>
                </a:solidFill>
                <a:latin typeface="Arial" panose="020B0604020202020204" pitchFamily="34" charset="0"/>
                <a:cs typeface="Arial" panose="020B0604020202020204" pitchFamily="34" charset="0"/>
              </a:rPr>
              <a:t>r</a:t>
            </a:r>
            <a:r>
              <a:rPr lang="en-GB" sz="1800" spc="-30"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ension. </a:t>
            </a:r>
            <a:r>
              <a:rPr lang="en-GB" sz="1800" spc="-15" dirty="0">
                <a:solidFill>
                  <a:srgbClr val="231F20"/>
                </a:solidFill>
                <a:latin typeface="Arial" panose="020B0604020202020204" pitchFamily="34" charset="0"/>
                <a:cs typeface="Arial" panose="020B0604020202020204" pitchFamily="34" charset="0"/>
              </a:rPr>
              <a:t>There</a:t>
            </a:r>
            <a:r>
              <a:rPr lang="en-GB" sz="1800" spc="-35" dirty="0">
                <a:solidFill>
                  <a:srgbClr val="231F20"/>
                </a:solidFill>
                <a:latin typeface="Arial" panose="020B0604020202020204" pitchFamily="34" charset="0"/>
                <a:cs typeface="Arial" panose="020B0604020202020204" pitchFamily="34" charset="0"/>
              </a:rPr>
              <a:t>f</a:t>
            </a:r>
            <a:r>
              <a:rPr lang="en-GB" sz="1800" spc="-10" dirty="0">
                <a:solidFill>
                  <a:srgbClr val="231F20"/>
                </a:solidFill>
                <a:latin typeface="Arial" panose="020B0604020202020204" pitchFamily="34" charset="0"/>
                <a:cs typeface="Arial" panose="020B0604020202020204" pitchFamily="34" charset="0"/>
              </a:rPr>
              <a:t>ore</a:t>
            </a:r>
            <a:r>
              <a:rPr lang="en-GB" sz="1800" spc="-5"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it’s</a:t>
            </a:r>
            <a:r>
              <a:rPr lang="en-GB" sz="1800" dirty="0">
                <a:solidFill>
                  <a:srgbClr val="231F20"/>
                </a:solidFill>
                <a:latin typeface="Arial" panose="020B0604020202020204" pitchFamily="34" charset="0"/>
                <a:cs typeface="Arial" panose="020B0604020202020204" pitchFamily="34" charset="0"/>
              </a:rPr>
              <a:t> </a:t>
            </a:r>
            <a:r>
              <a:rPr lang="en-GB" sz="1800" spc="-5" dirty="0">
                <a:solidFill>
                  <a:srgbClr val="231F20"/>
                </a:solidFill>
                <a:latin typeface="Arial" panose="020B0604020202020204" pitchFamily="34" charset="0"/>
                <a:cs typeface="Arial" panose="020B0604020202020204" pitchFamily="34" charset="0"/>
              </a:rPr>
              <a:t>i</a:t>
            </a:r>
            <a:r>
              <a:rPr lang="en-GB" sz="1800" spc="-15" dirty="0">
                <a:solidFill>
                  <a:srgbClr val="231F20"/>
                </a:solidFill>
                <a:latin typeface="Arial" panose="020B0604020202020204" pitchFamily="34" charset="0"/>
                <a:cs typeface="Arial" panose="020B0604020202020204" pitchFamily="34" charset="0"/>
              </a:rPr>
              <a:t>mpo</a:t>
            </a:r>
            <a:r>
              <a:rPr lang="en-GB" sz="1800" spc="30" dirty="0">
                <a:solidFill>
                  <a:srgbClr val="231F20"/>
                </a:solidFill>
                <a:latin typeface="Arial" panose="020B0604020202020204" pitchFamily="34" charset="0"/>
                <a:cs typeface="Arial" panose="020B0604020202020204" pitchFamily="34" charset="0"/>
              </a:rPr>
              <a:t>r</a:t>
            </a:r>
            <a:r>
              <a:rPr lang="en-GB" sz="1800" spc="-5" dirty="0">
                <a:solidFill>
                  <a:srgbClr val="231F20"/>
                </a:solidFill>
                <a:latin typeface="Arial" panose="020B0604020202020204" pitchFamily="34" charset="0"/>
                <a:cs typeface="Arial" panose="020B0604020202020204" pitchFamily="34" charset="0"/>
              </a:rPr>
              <a:t>tant </a:t>
            </a:r>
            <a:r>
              <a:rPr lang="en-GB" sz="1800" spc="-25" dirty="0">
                <a:solidFill>
                  <a:srgbClr val="231F20"/>
                </a:solidFill>
                <a:latin typeface="Arial" panose="020B0604020202020204" pitchFamily="34" charset="0"/>
                <a:cs typeface="Arial" panose="020B0604020202020204" pitchFamily="34" charset="0"/>
              </a:rPr>
              <a:t>t</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g</a:t>
            </a:r>
            <a:r>
              <a:rPr lang="en-GB" sz="1800" spc="-10" dirty="0">
                <a:solidFill>
                  <a:srgbClr val="231F20"/>
                </a:solidFill>
                <a:latin typeface="Arial" panose="020B0604020202020204" pitchFamily="34" charset="0"/>
                <a:cs typeface="Arial" panose="020B0604020202020204" pitchFamily="34" charset="0"/>
              </a:rPr>
              <a:t>o</a:t>
            </a:r>
            <a:r>
              <a:rPr lang="en-GB" sz="1800" dirty="0">
                <a:solidFill>
                  <a:srgbClr val="231F20"/>
                </a:solidFill>
                <a:latin typeface="Arial" panose="020B0604020202020204" pitchFamily="34" charset="0"/>
                <a:cs typeface="Arial" panose="020B0604020202020204" pitchFamily="34" charset="0"/>
              </a:rPr>
              <a:t> </a:t>
            </a:r>
            <a:r>
              <a:rPr lang="en-GB" sz="1800" spc="-35" dirty="0">
                <a:solidFill>
                  <a:srgbClr val="231F20"/>
                </a:solidFill>
                <a:latin typeface="Arial" panose="020B0604020202020204" pitchFamily="34" charset="0"/>
                <a:cs typeface="Arial" panose="020B0604020202020204" pitchFamily="34" charset="0"/>
              </a:rPr>
              <a:t>f</a:t>
            </a:r>
            <a:r>
              <a:rPr lang="en-GB" sz="1800" spc="-10" dirty="0">
                <a:solidFill>
                  <a:srgbClr val="231F20"/>
                </a:solidFill>
                <a:latin typeface="Arial" panose="020B0604020202020204" pitchFamily="34" charset="0"/>
                <a:cs typeface="Arial" panose="020B0604020202020204" pitchFamily="34" charset="0"/>
              </a:rPr>
              <a:t>or</a:t>
            </a:r>
            <a:r>
              <a:rPr lang="en-GB" sz="1800" dirty="0">
                <a:solidFill>
                  <a:srgbClr val="231F20"/>
                </a:solidFill>
                <a:latin typeface="Arial" panose="020B0604020202020204" pitchFamily="34" charset="0"/>
                <a:cs typeface="Arial" panose="020B0604020202020204" pitchFamily="34" charset="0"/>
              </a:rPr>
              <a:t> </a:t>
            </a:r>
            <a:r>
              <a:rPr lang="en-GB" sz="1800" spc="-10" dirty="0">
                <a:solidFill>
                  <a:srgbClr val="231F20"/>
                </a:solidFill>
                <a:latin typeface="Arial" panose="020B0604020202020204" pitchFamily="34" charset="0"/>
                <a:cs typeface="Arial" panose="020B0604020202020204" pitchFamily="34" charset="0"/>
              </a:rPr>
              <a:t>ANC</a:t>
            </a:r>
            <a:endParaRPr lang="en-GB" sz="1800" dirty="0">
              <a:latin typeface="Arial" panose="020B0604020202020204" pitchFamily="34" charset="0"/>
              <a:cs typeface="Arial" panose="020B0604020202020204" pitchFamily="34" charset="0"/>
            </a:endParaRPr>
          </a:p>
          <a:p>
            <a:pPr marL="480695" lvl="1" indent="-228600">
              <a:lnSpc>
                <a:spcPct val="100000"/>
              </a:lnSpc>
              <a:spcBef>
                <a:spcPts val="270"/>
              </a:spcBef>
              <a:buClr>
                <a:srgbClr val="231F20"/>
              </a:buClr>
              <a:buFont typeface="Arial"/>
              <a:buChar char="•"/>
              <a:tabLst>
                <a:tab pos="480695" algn="l"/>
              </a:tabLst>
            </a:pPr>
            <a:endParaRPr lang="en-GB" sz="1800" spc="-15" dirty="0">
              <a:solidFill>
                <a:srgbClr val="231F20"/>
              </a:solidFill>
              <a:latin typeface="Arial" panose="020B0604020202020204" pitchFamily="34" charset="0"/>
              <a:cs typeface="Arial" panose="020B0604020202020204" pitchFamily="34" charset="0"/>
            </a:endParaRPr>
          </a:p>
          <a:p>
            <a:pPr marL="480695" lvl="1" indent="-228600">
              <a:lnSpc>
                <a:spcPct val="100000"/>
              </a:lnSpc>
              <a:spcBef>
                <a:spcPts val="280"/>
              </a:spcBef>
              <a:buClr>
                <a:srgbClr val="231F20"/>
              </a:buClr>
              <a:buFont typeface="Arial"/>
              <a:buChar char="•"/>
              <a:tabLst>
                <a:tab pos="480695" algn="l"/>
              </a:tabLst>
            </a:pPr>
            <a:endParaRPr lang="en-GB"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4708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09B3ABED-D92A-1C4B-BB81-173E0E92C15F}"/>
              </a:ext>
            </a:extLst>
          </p:cNvPr>
          <p:cNvSpPr>
            <a:spLocks noGrp="1"/>
          </p:cNvSpPr>
          <p:nvPr>
            <p:ph type="sldNum" sz="quarter" idx="12"/>
          </p:nvPr>
        </p:nvSpPr>
        <p:spPr/>
        <p:txBody>
          <a:bodyPr/>
          <a:lstStyle/>
          <a:p>
            <a:fld id="{5FCE7002-8CF6-784B-9A24-69DF51357AB2}" type="slidenum">
              <a:rPr lang="en-US" smtClean="0"/>
              <a:t>18</a:t>
            </a:fld>
            <a:endParaRPr lang="en-US"/>
          </a:p>
        </p:txBody>
      </p:sp>
      <p:sp>
        <p:nvSpPr>
          <p:cNvPr id="5" name="object 2">
            <a:extLst>
              <a:ext uri="{FF2B5EF4-FFF2-40B4-BE49-F238E27FC236}">
                <a16:creationId xmlns:a16="http://schemas.microsoft.com/office/drawing/2014/main" xmlns="" id="{0F88B985-A37A-A644-A627-1E7F44AA49A1}"/>
              </a:ext>
            </a:extLst>
          </p:cNvPr>
          <p:cNvSpPr txBox="1"/>
          <p:nvPr/>
        </p:nvSpPr>
        <p:spPr>
          <a:xfrm>
            <a:off x="7797" y="423417"/>
            <a:ext cx="2053015" cy="430887"/>
          </a:xfrm>
          <a:prstGeom prst="rect">
            <a:avLst/>
          </a:prstGeom>
          <a:solidFill>
            <a:srgbClr val="00B050"/>
          </a:solidFill>
          <a:ln w="9524">
            <a:noFill/>
          </a:ln>
        </p:spPr>
        <p:txBody>
          <a:bodyPr vert="horz" wrap="square" lIns="0" tIns="0" rIns="0" bIns="0" rtlCol="0">
            <a:spAutoFit/>
          </a:bodyPr>
          <a:lstStyle/>
          <a:p>
            <a:pPr marL="564289"/>
            <a:r>
              <a:rPr lang="en-US" sz="2800" b="1" dirty="0">
                <a:solidFill>
                  <a:schemeClr val="bg1"/>
                </a:solidFill>
                <a:latin typeface="Arial"/>
                <a:cs typeface="Arial"/>
              </a:rPr>
              <a:t>  UNIT 3</a:t>
            </a:r>
            <a:endParaRPr sz="2800" b="1" dirty="0">
              <a:solidFill>
                <a:schemeClr val="bg1"/>
              </a:solidFill>
              <a:latin typeface="Arial"/>
              <a:cs typeface="Arial"/>
            </a:endParaRPr>
          </a:p>
        </p:txBody>
      </p:sp>
      <p:sp>
        <p:nvSpPr>
          <p:cNvPr id="6" name="Rectangle 5">
            <a:extLst>
              <a:ext uri="{FF2B5EF4-FFF2-40B4-BE49-F238E27FC236}">
                <a16:creationId xmlns:a16="http://schemas.microsoft.com/office/drawing/2014/main" xmlns="" id="{977FA9BA-8070-2942-B889-D3DC57B15D59}"/>
              </a:ext>
            </a:extLst>
          </p:cNvPr>
          <p:cNvSpPr/>
          <p:nvPr/>
        </p:nvSpPr>
        <p:spPr>
          <a:xfrm>
            <a:off x="2060812" y="43088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3">
            <a:extLst>
              <a:ext uri="{FF2B5EF4-FFF2-40B4-BE49-F238E27FC236}">
                <a16:creationId xmlns:a16="http://schemas.microsoft.com/office/drawing/2014/main" xmlns="" id="{E1F82A82-0661-CE4F-8A94-9C04E2A52B05}"/>
              </a:ext>
            </a:extLst>
          </p:cNvPr>
          <p:cNvSpPr txBox="1"/>
          <p:nvPr/>
        </p:nvSpPr>
        <p:spPr>
          <a:xfrm>
            <a:off x="774762" y="1375395"/>
            <a:ext cx="7995161" cy="369332"/>
          </a:xfrm>
          <a:prstGeom prst="rect">
            <a:avLst/>
          </a:prstGeom>
        </p:spPr>
        <p:txBody>
          <a:bodyPr vert="horz" wrap="square" lIns="0" tIns="0" rIns="0" bIns="0" rtlCol="0">
            <a:spAutoFit/>
          </a:bodyPr>
          <a:lstStyle/>
          <a:p>
            <a:pPr marL="12700">
              <a:spcBef>
                <a:spcPts val="1130"/>
              </a:spcBef>
            </a:pPr>
            <a:r>
              <a:rPr lang="en-US" sz="2400" b="1" kern="0" dirty="0">
                <a:solidFill>
                  <a:srgbClr val="00B050"/>
                </a:solidFill>
                <a:latin typeface="Arial" pitchFamily="34" charset="0"/>
                <a:cs typeface="Arial" pitchFamily="34" charset="0"/>
              </a:rPr>
              <a:t>How to measure and interpret blood pressure readings</a:t>
            </a:r>
            <a:endParaRPr lang="en-US" sz="2400" b="1" dirty="0">
              <a:solidFill>
                <a:srgbClr val="00B050"/>
              </a:solidFill>
              <a:latin typeface="Arial"/>
              <a:cs typeface="Arial"/>
            </a:endParaRPr>
          </a:p>
        </p:txBody>
      </p:sp>
      <p:sp>
        <p:nvSpPr>
          <p:cNvPr id="8" name="Rectangle 7">
            <a:extLst>
              <a:ext uri="{FF2B5EF4-FFF2-40B4-BE49-F238E27FC236}">
                <a16:creationId xmlns:a16="http://schemas.microsoft.com/office/drawing/2014/main" xmlns="" id="{9FA56AE9-FFAF-834F-A5D2-0E376D790F39}"/>
              </a:ext>
            </a:extLst>
          </p:cNvPr>
          <p:cNvSpPr/>
          <p:nvPr/>
        </p:nvSpPr>
        <p:spPr>
          <a:xfrm>
            <a:off x="650073" y="1896486"/>
            <a:ext cx="2121093" cy="369332"/>
          </a:xfrm>
          <a:prstGeom prst="rect">
            <a:avLst/>
          </a:prstGeom>
        </p:spPr>
        <p:txBody>
          <a:bodyPr wrap="none">
            <a:spAutoFit/>
          </a:bodyPr>
          <a:lstStyle/>
          <a:p>
            <a:pPr marL="12700">
              <a:spcBef>
                <a:spcPts val="1130"/>
              </a:spcBef>
            </a:pPr>
            <a:r>
              <a:rPr lang="en-US" sz="1800" b="1" kern="0" dirty="0">
                <a:solidFill>
                  <a:schemeClr val="tx1">
                    <a:lumMod val="75000"/>
                    <a:lumOff val="25000"/>
                  </a:schemeClr>
                </a:solidFill>
                <a:latin typeface="Arial"/>
                <a:cs typeface="Arial"/>
              </a:rPr>
              <a:t>Duration: 2 hours</a:t>
            </a:r>
            <a:endParaRPr lang="en-US" sz="2800" b="1" kern="0" dirty="0">
              <a:solidFill>
                <a:schemeClr val="tx1">
                  <a:lumMod val="75000"/>
                  <a:lumOff val="25000"/>
                </a:schemeClr>
              </a:solidFill>
              <a:latin typeface="Arial" pitchFamily="34" charset="0"/>
              <a:cs typeface="Arial" pitchFamily="34" charset="0"/>
            </a:endParaRPr>
          </a:p>
        </p:txBody>
      </p:sp>
      <p:sp>
        <p:nvSpPr>
          <p:cNvPr id="9" name="object 4">
            <a:extLst>
              <a:ext uri="{FF2B5EF4-FFF2-40B4-BE49-F238E27FC236}">
                <a16:creationId xmlns:a16="http://schemas.microsoft.com/office/drawing/2014/main" xmlns="" id="{5DF1F6C9-5591-1A4A-B24B-639746DDB1AB}"/>
              </a:ext>
            </a:extLst>
          </p:cNvPr>
          <p:cNvSpPr txBox="1"/>
          <p:nvPr/>
        </p:nvSpPr>
        <p:spPr>
          <a:xfrm>
            <a:off x="760845" y="2603789"/>
            <a:ext cx="7215550" cy="2487797"/>
          </a:xfrm>
          <a:prstGeom prst="rect">
            <a:avLst/>
          </a:prstGeom>
        </p:spPr>
        <p:txBody>
          <a:bodyPr vert="horz" wrap="square" lIns="0" tIns="0" rIns="0" bIns="0" rtlCol="0">
            <a:spAutoFit/>
          </a:bodyPr>
          <a:lstStyle/>
          <a:p>
            <a:pPr marL="12700">
              <a:lnSpc>
                <a:spcPct val="150000"/>
              </a:lnSpc>
            </a:pPr>
            <a:r>
              <a:rPr lang="en-US" sz="2000" b="1" kern="0" dirty="0">
                <a:solidFill>
                  <a:srgbClr val="00B050"/>
                </a:solidFill>
                <a:latin typeface="Arial" pitchFamily="34" charset="0"/>
                <a:cs typeface="Arial" pitchFamily="34" charset="0"/>
              </a:rPr>
              <a:t>Tools for measuring blood pressure</a:t>
            </a:r>
          </a:p>
          <a:p>
            <a:pPr marL="264160" indent="-228600">
              <a:lnSpc>
                <a:spcPct val="150000"/>
              </a:lnSpc>
              <a:buClr>
                <a:srgbClr val="231F20"/>
              </a:buClr>
              <a:buFont typeface="Arial"/>
              <a:buChar char="•"/>
              <a:tabLst>
                <a:tab pos="264795" algn="l"/>
              </a:tabLst>
            </a:pPr>
            <a:r>
              <a:rPr lang="en-US" sz="1800" spc="-3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measure</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wit</a:t>
            </a:r>
            <a:r>
              <a:rPr lang="en-US" sz="1800" dirty="0">
                <a:solidFill>
                  <a:srgbClr val="231F20"/>
                </a:solidFill>
                <a:latin typeface="Arial" panose="020B0604020202020204" pitchFamily="34" charset="0"/>
                <a:cs typeface="Arial" panose="020B0604020202020204" pitchFamily="34" charset="0"/>
              </a:rPr>
              <a:t>h </a:t>
            </a:r>
            <a:r>
              <a:rPr lang="en-US" sz="1800" spc="-10" dirty="0">
                <a:solidFill>
                  <a:srgbClr val="231F20"/>
                </a:solidFill>
                <a:latin typeface="Arial" panose="020B0604020202020204" pitchFamily="34" charset="0"/>
                <a:cs typeface="Arial" panose="020B0604020202020204" pitchFamily="34" charset="0"/>
              </a:rPr>
              <a:t>an</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instrumen</a:t>
            </a:r>
            <a:r>
              <a:rPr lang="en-US" sz="1800" spc="-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called </a:t>
            </a:r>
            <a:r>
              <a:rPr lang="en-US" sz="1800" spc="-15" dirty="0">
                <a:solidFill>
                  <a:srgbClr val="231F20"/>
                </a:solidFill>
                <a:latin typeface="Arial" panose="020B0604020202020204" pitchFamily="34" charset="0"/>
                <a:cs typeface="Arial" panose="020B0604020202020204" pitchFamily="34" charset="0"/>
              </a:rPr>
              <a:t>sphygmomanometer (</a:t>
            </a:r>
            <a:r>
              <a:rPr lang="en-US" sz="1800" spc="-15" dirty="0" err="1">
                <a:solidFill>
                  <a:srgbClr val="231F20"/>
                </a:solidFill>
                <a:latin typeface="Arial" panose="020B0604020202020204" pitchFamily="34" charset="0"/>
                <a:cs typeface="Arial" panose="020B0604020202020204" pitchFamily="34" charset="0"/>
              </a:rPr>
              <a:t>Sphyg</a:t>
            </a:r>
            <a:r>
              <a:rPr lang="en-US" sz="1800" spc="-15" dirty="0">
                <a:solidFill>
                  <a:srgbClr val="231F20"/>
                </a:solidFill>
                <a:latin typeface="Arial" panose="020B0604020202020204" pitchFamily="34" charset="0"/>
                <a:cs typeface="Arial" panose="020B0604020202020204" pitchFamily="34" charset="0"/>
              </a:rPr>
              <a:t>.): a blood 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machine.</a:t>
            </a:r>
            <a:endParaRPr lang="en-US" sz="1800" dirty="0">
              <a:latin typeface="Arial" panose="020B0604020202020204" pitchFamily="34" charset="0"/>
              <a:cs typeface="Arial" panose="020B0604020202020204" pitchFamily="34" charset="0"/>
            </a:endParaRPr>
          </a:p>
          <a:p>
            <a:pPr marL="264160" indent="-228600">
              <a:lnSpc>
                <a:spcPct val="150000"/>
              </a:lnSpc>
              <a:buClr>
                <a:srgbClr val="231F20"/>
              </a:buClr>
              <a:buFont typeface="Arial"/>
              <a:buChar char="•"/>
              <a:tabLst>
                <a:tab pos="264795" algn="l"/>
              </a:tabLst>
            </a:pPr>
            <a:r>
              <a:rPr lang="en-US" sz="1800" spc="-15" dirty="0">
                <a:solidFill>
                  <a:srgbClr val="231F20"/>
                </a:solidFill>
                <a:latin typeface="Arial" panose="020B0604020202020204" pitchFamily="34" charset="0"/>
                <a:cs typeface="Arial" panose="020B0604020202020204" pitchFamily="34" charset="0"/>
              </a:rPr>
              <a:t>Ther</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are</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t</a:t>
            </a:r>
            <a:r>
              <a:rPr lang="en-US" sz="1800" spc="-3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kinds</a:t>
            </a:r>
            <a:r>
              <a:rPr lang="en-US" sz="1800" spc="-5" dirty="0">
                <a:solidFill>
                  <a:srgbClr val="231F20"/>
                </a:solidFill>
                <a:latin typeface="Arial" panose="020B0604020202020204" pitchFamily="34" charset="0"/>
                <a:cs typeface="Arial" panose="020B0604020202020204" pitchFamily="34" charset="0"/>
              </a:rPr>
              <a:t> of </a:t>
            </a:r>
            <a:r>
              <a:rPr lang="en-US" sz="1800" spc="-10" dirty="0">
                <a:solidFill>
                  <a:srgbClr val="231F20"/>
                </a:solidFill>
                <a:latin typeface="Arial" panose="020B0604020202020204" pitchFamily="34" charset="0"/>
                <a:cs typeface="Arial" panose="020B0604020202020204" pitchFamily="34" charset="0"/>
              </a:rPr>
              <a:t>moni</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measuring</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pressure</a:t>
            </a:r>
            <a:endParaRPr lang="en-US" sz="1800" dirty="0">
              <a:latin typeface="Arial" panose="020B0604020202020204" pitchFamily="34" charset="0"/>
              <a:cs typeface="Arial" panose="020B0604020202020204" pitchFamily="34" charset="0"/>
            </a:endParaRPr>
          </a:p>
          <a:p>
            <a:pPr marL="516255" lvl="1" indent="-228600">
              <a:lnSpc>
                <a:spcPct val="150000"/>
              </a:lnSpc>
              <a:buClr>
                <a:srgbClr val="231F20"/>
              </a:buClr>
              <a:buFont typeface="Arial"/>
              <a:buAutoNum type="romanLcPeriod"/>
              <a:tabLst>
                <a:tab pos="516890" algn="l"/>
              </a:tabLst>
            </a:pPr>
            <a:r>
              <a:rPr lang="en-US" sz="1800" spc="-10" dirty="0">
                <a:solidFill>
                  <a:srgbClr val="231F20"/>
                </a:solidFill>
                <a:latin typeface="Arial" panose="020B0604020202020204" pitchFamily="34" charset="0"/>
                <a:cs typeface="Arial" panose="020B0604020202020204" pitchFamily="34" charset="0"/>
              </a:rPr>
              <a:t>Manual (mercury and aneroid)</a:t>
            </a:r>
            <a:endParaRPr lang="en-US" sz="1800" dirty="0">
              <a:latin typeface="Arial" panose="020B0604020202020204" pitchFamily="34" charset="0"/>
              <a:cs typeface="Arial" panose="020B0604020202020204" pitchFamily="34" charset="0"/>
            </a:endParaRPr>
          </a:p>
          <a:p>
            <a:pPr marL="474345" lvl="1" indent="-186690">
              <a:lnSpc>
                <a:spcPct val="150000"/>
              </a:lnSpc>
              <a:buClr>
                <a:srgbClr val="231F20"/>
              </a:buClr>
              <a:buFont typeface="Arial"/>
              <a:buAutoNum type="romanLcPeriod"/>
              <a:tabLst>
                <a:tab pos="474980" algn="l"/>
              </a:tabLst>
            </a:pPr>
            <a:r>
              <a:rPr lang="en-US" sz="1800" dirty="0">
                <a:solidFill>
                  <a:srgbClr val="231F20"/>
                </a:solidFill>
                <a:latin typeface="Arial" panose="020B0604020202020204" pitchFamily="34" charset="0"/>
                <a:cs typeface="Arial" panose="020B0604020202020204" pitchFamily="34" charset="0"/>
              </a:rPr>
              <a:t>Automatic - (digital)</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9971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C9B63D7-A796-B04E-81E2-FF4F61E848CE}"/>
              </a:ext>
            </a:extLst>
          </p:cNvPr>
          <p:cNvSpPr>
            <a:spLocks noGrp="1"/>
          </p:cNvSpPr>
          <p:nvPr>
            <p:ph type="sldNum" sz="quarter" idx="12"/>
          </p:nvPr>
        </p:nvSpPr>
        <p:spPr/>
        <p:txBody>
          <a:bodyPr/>
          <a:lstStyle/>
          <a:p>
            <a:fld id="{5FCE7002-8CF6-784B-9A24-69DF51357AB2}" type="slidenum">
              <a:rPr lang="en-US" smtClean="0"/>
              <a:t>19</a:t>
            </a:fld>
            <a:endParaRPr lang="en-US"/>
          </a:p>
        </p:txBody>
      </p:sp>
      <p:sp>
        <p:nvSpPr>
          <p:cNvPr id="5" name="object 4">
            <a:extLst>
              <a:ext uri="{FF2B5EF4-FFF2-40B4-BE49-F238E27FC236}">
                <a16:creationId xmlns:a16="http://schemas.microsoft.com/office/drawing/2014/main" xmlns="" id="{32F5AEA8-2D4D-9646-A200-FDB9EF387EF4}"/>
              </a:ext>
            </a:extLst>
          </p:cNvPr>
          <p:cNvSpPr/>
          <p:nvPr/>
        </p:nvSpPr>
        <p:spPr>
          <a:xfrm>
            <a:off x="6745045" y="3616931"/>
            <a:ext cx="3236854" cy="2697370"/>
          </a:xfrm>
          <a:prstGeom prst="rect">
            <a:avLst/>
          </a:prstGeom>
          <a:blipFill>
            <a:blip r:embed="rId2" cstate="print"/>
            <a:stretch>
              <a:fillRect/>
            </a:stretch>
          </a:blipFill>
        </p:spPr>
        <p:txBody>
          <a:bodyPr wrap="square" lIns="0" tIns="0" rIns="0" bIns="0" rtlCol="0"/>
          <a:lstStyle/>
          <a:p>
            <a:endParaRPr sz="1959"/>
          </a:p>
        </p:txBody>
      </p:sp>
      <p:sp>
        <p:nvSpPr>
          <p:cNvPr id="6" name="object 5">
            <a:extLst>
              <a:ext uri="{FF2B5EF4-FFF2-40B4-BE49-F238E27FC236}">
                <a16:creationId xmlns:a16="http://schemas.microsoft.com/office/drawing/2014/main" xmlns="" id="{A5FD7188-9E58-5646-98FA-8F28C5E47D9F}"/>
              </a:ext>
            </a:extLst>
          </p:cNvPr>
          <p:cNvSpPr txBox="1"/>
          <p:nvPr/>
        </p:nvSpPr>
        <p:spPr>
          <a:xfrm>
            <a:off x="6821366" y="6112781"/>
            <a:ext cx="1089837" cy="184588"/>
          </a:xfrm>
          <a:prstGeom prst="rect">
            <a:avLst/>
          </a:prstGeom>
        </p:spPr>
        <p:txBody>
          <a:bodyPr vert="horz" wrap="square" lIns="0" tIns="0" rIns="0" bIns="0" rtlCol="0">
            <a:spAutoFit/>
          </a:bodyPr>
          <a:lstStyle/>
          <a:p>
            <a:pPr marL="12695"/>
            <a:r>
              <a:rPr sz="1200" b="1" spc="-10" dirty="0">
                <a:solidFill>
                  <a:schemeClr val="tx1">
                    <a:lumMod val="75000"/>
                    <a:lumOff val="25000"/>
                  </a:schemeClr>
                </a:solidFill>
                <a:latin typeface="Franklin Gothic Book"/>
                <a:cs typeface="Franklin Gothic Book"/>
              </a:rPr>
              <a:t>Arm</a:t>
            </a:r>
            <a:r>
              <a:rPr sz="1200" b="1" spc="-5" dirty="0">
                <a:solidFill>
                  <a:schemeClr val="tx1">
                    <a:lumMod val="75000"/>
                    <a:lumOff val="25000"/>
                  </a:schemeClr>
                </a:solidFill>
                <a:latin typeface="Franklin Gothic Book"/>
                <a:cs typeface="Franklin Gothic Book"/>
              </a:rPr>
              <a:t> B</a:t>
            </a:r>
            <a:r>
              <a:rPr sz="1200" b="1" dirty="0">
                <a:solidFill>
                  <a:schemeClr val="tx1">
                    <a:lumMod val="75000"/>
                    <a:lumOff val="25000"/>
                  </a:schemeClr>
                </a:solidFill>
                <a:latin typeface="Franklin Gothic Book"/>
                <a:cs typeface="Franklin Gothic Book"/>
              </a:rPr>
              <a:t>P </a:t>
            </a:r>
            <a:r>
              <a:rPr sz="1200" b="1" spc="-10" dirty="0">
                <a:solidFill>
                  <a:schemeClr val="tx1">
                    <a:lumMod val="75000"/>
                    <a:lumOff val="25000"/>
                  </a:schemeClr>
                </a:solidFill>
                <a:latin typeface="Franklin Gothic Book"/>
                <a:cs typeface="Franklin Gothic Book"/>
              </a:rPr>
              <a:t>machine</a:t>
            </a:r>
            <a:endParaRPr sz="1200" b="1" dirty="0">
              <a:solidFill>
                <a:schemeClr val="tx1">
                  <a:lumMod val="75000"/>
                  <a:lumOff val="25000"/>
                </a:schemeClr>
              </a:solidFill>
              <a:latin typeface="Franklin Gothic Book"/>
              <a:cs typeface="Franklin Gothic Book"/>
            </a:endParaRPr>
          </a:p>
        </p:txBody>
      </p:sp>
      <p:sp>
        <p:nvSpPr>
          <p:cNvPr id="7" name="object 6">
            <a:extLst>
              <a:ext uri="{FF2B5EF4-FFF2-40B4-BE49-F238E27FC236}">
                <a16:creationId xmlns:a16="http://schemas.microsoft.com/office/drawing/2014/main" xmlns="" id="{C3DABDBF-9449-9C4D-8C1A-081FD037FE9A}"/>
              </a:ext>
            </a:extLst>
          </p:cNvPr>
          <p:cNvSpPr txBox="1"/>
          <p:nvPr/>
        </p:nvSpPr>
        <p:spPr>
          <a:xfrm>
            <a:off x="564514" y="955432"/>
            <a:ext cx="6256852" cy="5811719"/>
          </a:xfrm>
          <a:prstGeom prst="rect">
            <a:avLst/>
          </a:prstGeom>
        </p:spPr>
        <p:txBody>
          <a:bodyPr vert="horz" wrap="square" lIns="0" tIns="0" rIns="0" bIns="0" rtlCol="0">
            <a:spAutoFit/>
          </a:bodyPr>
          <a:lstStyle/>
          <a:p>
            <a:pPr marL="12695"/>
            <a:r>
              <a:rPr lang="en-GB" sz="2000" kern="0" dirty="0">
                <a:solidFill>
                  <a:srgbClr val="00B050"/>
                </a:solidFill>
                <a:latin typeface="Arial" pitchFamily="34" charset="0"/>
                <a:cs typeface="Arial" pitchFamily="34" charset="0"/>
              </a:rPr>
              <a:t>The Automatic Blood Pressure (BP) Machine</a:t>
            </a:r>
          </a:p>
          <a:p>
            <a:pPr marL="12695"/>
            <a:endParaRPr sz="1200" dirty="0">
              <a:latin typeface="Arial" panose="020B0604020202020204" pitchFamily="34" charset="0"/>
              <a:cs typeface="Arial" panose="020B0604020202020204" pitchFamily="34" charset="0"/>
            </a:endParaRPr>
          </a:p>
          <a:p>
            <a:pPr marL="12695">
              <a:lnSpc>
                <a:spcPts val="2400"/>
              </a:lnSpc>
            </a:pPr>
            <a:r>
              <a:rPr sz="2000" b="1" spc="-15" dirty="0">
                <a:solidFill>
                  <a:srgbClr val="00B050"/>
                </a:solidFill>
                <a:latin typeface="Arial" panose="020B0604020202020204" pitchFamily="34" charset="0"/>
                <a:cs typeface="Arial" panose="020B0604020202020204" pitchFamily="34" charset="0"/>
              </a:rPr>
              <a:t>Features</a:t>
            </a:r>
            <a:r>
              <a:rPr sz="2000" b="1" spc="55" dirty="0">
                <a:solidFill>
                  <a:srgbClr val="00B050"/>
                </a:solidFill>
                <a:latin typeface="Arial" panose="020B0604020202020204" pitchFamily="34" charset="0"/>
                <a:cs typeface="Arial" panose="020B0604020202020204" pitchFamily="34" charset="0"/>
              </a:rPr>
              <a:t> </a:t>
            </a:r>
            <a:r>
              <a:rPr sz="2000" b="1" spc="-45" dirty="0">
                <a:solidFill>
                  <a:srgbClr val="00B050"/>
                </a:solidFill>
                <a:latin typeface="Arial" panose="020B0604020202020204" pitchFamily="34" charset="0"/>
                <a:cs typeface="Arial" panose="020B0604020202020204" pitchFamily="34" charset="0"/>
              </a:rPr>
              <a:t>of</a:t>
            </a:r>
            <a:r>
              <a:rPr sz="2000" b="1" spc="55" dirty="0">
                <a:solidFill>
                  <a:srgbClr val="00B050"/>
                </a:solidFill>
                <a:latin typeface="Arial" panose="020B0604020202020204" pitchFamily="34" charset="0"/>
                <a:cs typeface="Arial" panose="020B0604020202020204" pitchFamily="34" charset="0"/>
              </a:rPr>
              <a:t> </a:t>
            </a:r>
            <a:r>
              <a:rPr sz="2000" b="1" spc="-40" dirty="0">
                <a:solidFill>
                  <a:srgbClr val="00B050"/>
                </a:solidFill>
                <a:latin typeface="Arial" panose="020B0604020202020204" pitchFamily="34" charset="0"/>
                <a:cs typeface="Arial" panose="020B0604020202020204" pitchFamily="34" charset="0"/>
              </a:rPr>
              <a:t>the</a:t>
            </a:r>
            <a:r>
              <a:rPr sz="2000" b="1" spc="55" dirty="0">
                <a:solidFill>
                  <a:srgbClr val="00B050"/>
                </a:solidFill>
                <a:latin typeface="Arial" panose="020B0604020202020204" pitchFamily="34" charset="0"/>
                <a:cs typeface="Arial" panose="020B0604020202020204" pitchFamily="34" charset="0"/>
              </a:rPr>
              <a:t> </a:t>
            </a:r>
            <a:r>
              <a:rPr sz="2000" b="1" spc="-30" dirty="0">
                <a:solidFill>
                  <a:srgbClr val="00B050"/>
                </a:solidFill>
                <a:latin typeface="Arial" panose="020B0604020202020204" pitchFamily="34" charset="0"/>
                <a:cs typeface="Arial" panose="020B0604020202020204" pitchFamily="34" charset="0"/>
              </a:rPr>
              <a:t>Blood</a:t>
            </a:r>
            <a:r>
              <a:rPr sz="2000" b="1" spc="55" dirty="0">
                <a:solidFill>
                  <a:srgbClr val="00B050"/>
                </a:solidFill>
                <a:latin typeface="Arial" panose="020B0604020202020204" pitchFamily="34" charset="0"/>
                <a:cs typeface="Arial" panose="020B0604020202020204" pitchFamily="34" charset="0"/>
              </a:rPr>
              <a:t> </a:t>
            </a:r>
            <a:r>
              <a:rPr sz="2000" b="1" dirty="0">
                <a:solidFill>
                  <a:srgbClr val="00B050"/>
                </a:solidFill>
                <a:latin typeface="Arial" panose="020B0604020202020204" pitchFamily="34" charset="0"/>
                <a:cs typeface="Arial" panose="020B0604020202020204" pitchFamily="34" charset="0"/>
              </a:rPr>
              <a:t>Pressure</a:t>
            </a:r>
            <a:r>
              <a:rPr sz="2000" b="1" spc="55" dirty="0">
                <a:solidFill>
                  <a:srgbClr val="00B050"/>
                </a:solidFill>
                <a:latin typeface="Arial" panose="020B0604020202020204" pitchFamily="34" charset="0"/>
                <a:cs typeface="Arial" panose="020B0604020202020204" pitchFamily="34" charset="0"/>
              </a:rPr>
              <a:t> </a:t>
            </a:r>
            <a:r>
              <a:rPr sz="2000" b="1" spc="-30" dirty="0">
                <a:solidFill>
                  <a:srgbClr val="00B050"/>
                </a:solidFill>
                <a:latin typeface="Arial" panose="020B0604020202020204" pitchFamily="34" charset="0"/>
                <a:cs typeface="Arial" panose="020B0604020202020204" pitchFamily="34" charset="0"/>
              </a:rPr>
              <a:t>Machine</a:t>
            </a:r>
            <a:endParaRPr sz="2000" b="1" dirty="0">
              <a:solidFill>
                <a:srgbClr val="00B050"/>
              </a:solidFill>
              <a:latin typeface="Arial" panose="020B0604020202020204" pitchFamily="34" charset="0"/>
              <a:cs typeface="Arial" panose="020B0604020202020204" pitchFamily="34" charset="0"/>
            </a:endParaRPr>
          </a:p>
          <a:p>
            <a:pPr marL="264054" marR="5078" indent="-228509">
              <a:lnSpc>
                <a:spcPts val="2400"/>
              </a:lnSpc>
              <a:spcBef>
                <a:spcPts val="240"/>
              </a:spcBef>
              <a:buClr>
                <a:srgbClr val="231F20"/>
              </a:buClr>
              <a:buFont typeface="Arial"/>
              <a:buChar char="•"/>
              <a:tabLst>
                <a:tab pos="264689" algn="l"/>
              </a:tabLst>
            </a:pPr>
            <a:r>
              <a:rPr sz="1800" spc="-10" dirty="0">
                <a:solidFill>
                  <a:srgbClr val="231F20"/>
                </a:solidFill>
                <a:latin typeface="Arial" panose="020B0604020202020204" pitchFamily="34" charset="0"/>
                <a:cs typeface="Arial" panose="020B0604020202020204" pitchFamily="34" charset="0"/>
              </a:rPr>
              <a:t>A </a:t>
            </a:r>
            <a:r>
              <a:rPr sz="1800" spc="-5"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P </a:t>
            </a:r>
            <a:r>
              <a:rPr sz="1800" spc="-10" dirty="0">
                <a:solidFill>
                  <a:srgbClr val="231F20"/>
                </a:solidFill>
                <a:latin typeface="Arial" panose="020B0604020202020204" pitchFamily="34" charset="0"/>
                <a:cs typeface="Arial" panose="020B0604020202020204" pitchFamily="34" charset="0"/>
              </a:rPr>
              <a:t>machine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typically</a:t>
            </a:r>
            <a:r>
              <a:rPr sz="1800" spc="-10" dirty="0">
                <a:solidFill>
                  <a:srgbClr val="231F20"/>
                </a:solidFill>
                <a:latin typeface="Arial" panose="020B0604020202020204" pitchFamily="34" charset="0"/>
                <a:cs typeface="Arial" panose="020B0604020202020204" pitchFamily="34" charset="0"/>
              </a:rPr>
              <a:t> has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three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ts: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pu</a:t>
            </a:r>
            <a:r>
              <a:rPr sz="1800" spc="-25" dirty="0">
                <a:solidFill>
                  <a:srgbClr val="231F20"/>
                </a:solidFill>
                <a:latin typeface="Arial" panose="020B0604020202020204" pitchFamily="34" charset="0"/>
                <a:cs typeface="Arial" panose="020B0604020202020204" pitchFamily="34" charset="0"/>
              </a:rPr>
              <a:t>m</a:t>
            </a:r>
            <a:r>
              <a:rPr sz="1800" dirty="0">
                <a:solidFill>
                  <a:srgbClr val="231F20"/>
                </a:solidFill>
                <a:latin typeface="Arial" panose="020B0604020202020204" pitchFamily="34" charset="0"/>
                <a:cs typeface="Arial" panose="020B0604020202020204" pitchFamily="34" charset="0"/>
              </a:rPr>
              <a:t>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attached</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 </a:t>
            </a:r>
            <a:r>
              <a:rPr sz="1800" spc="-20"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tube,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dial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screen</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that 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also</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attached</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tube.</a:t>
            </a:r>
            <a:endParaRPr sz="1800" dirty="0">
              <a:latin typeface="Arial" panose="020B0604020202020204" pitchFamily="34" charset="0"/>
              <a:cs typeface="Arial" panose="020B0604020202020204" pitchFamily="34" charset="0"/>
            </a:endParaRPr>
          </a:p>
          <a:p>
            <a:pPr marL="264054" marR="31737" indent="-228509">
              <a:lnSpc>
                <a:spcPts val="2400"/>
              </a:lnSpc>
              <a:spcBef>
                <a:spcPts val="565"/>
              </a:spcBef>
              <a:buClr>
                <a:srgbClr val="231F20"/>
              </a:buClr>
              <a:buFont typeface="Arial"/>
              <a:buChar char="•"/>
              <a:tabLst>
                <a:tab pos="264689" algn="l"/>
              </a:tabLst>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 whic</a:t>
            </a:r>
            <a:r>
              <a:rPr sz="1800" dirty="0">
                <a:solidFill>
                  <a:srgbClr val="231F20"/>
                </a:solidFill>
                <a:latin typeface="Arial" panose="020B0604020202020204" pitchFamily="34" charset="0"/>
                <a:cs typeface="Arial" panose="020B0604020202020204" pitchFamily="34" charset="0"/>
              </a:rPr>
              <a:t>h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li</a:t>
            </a:r>
            <a:r>
              <a:rPr sz="1800" spc="-3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wid</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strap, </a:t>
            </a:r>
            <a:r>
              <a:rPr sz="1800" spc="-15" dirty="0">
                <a:solidFill>
                  <a:srgbClr val="231F20"/>
                </a:solidFill>
                <a:latin typeface="Arial" panose="020B0604020202020204" pitchFamily="34" charset="0"/>
                <a:cs typeface="Arial" panose="020B0604020202020204" pitchFamily="34" charset="0"/>
              </a:rPr>
              <a:t>wrap</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snugly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3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ound</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arm</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ab</a:t>
            </a:r>
            <a:r>
              <a:rPr sz="1800" spc="-35"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elb</a:t>
            </a:r>
            <a:r>
              <a:rPr sz="1800" spc="-30" dirty="0">
                <a:solidFill>
                  <a:srgbClr val="231F20"/>
                </a:solidFill>
                <a:latin typeface="Arial" panose="020B0604020202020204" pitchFamily="34" charset="0"/>
                <a:cs typeface="Arial" panose="020B0604020202020204" pitchFamily="34" charset="0"/>
              </a:rPr>
              <a:t>o</a:t>
            </a:r>
            <a:r>
              <a:rPr sz="1800" spc="-4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t>
            </a:r>
            <a:r>
              <a:rPr sz="1800" spc="-4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come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5" dirty="0">
                <a:solidFill>
                  <a:srgbClr val="231F20"/>
                </a:solidFill>
                <a:latin typeface="Arial" panose="020B0604020202020204" pitchFamily="34" charset="0"/>
                <a:cs typeface="Arial" panose="020B0604020202020204" pitchFamily="34" charset="0"/>
              </a:rPr>
              <a:t>di</a:t>
            </a:r>
            <a:r>
              <a:rPr sz="1800" spc="20" dirty="0">
                <a:solidFill>
                  <a:srgbClr val="231F20"/>
                </a:solidFill>
                <a:latin typeface="Arial" panose="020B0604020202020204" pitchFamily="34" charset="0"/>
                <a:cs typeface="Arial" panose="020B0604020202020204" pitchFamily="34" charset="0"/>
              </a:rPr>
              <a:t>f</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erent</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sizes.</a:t>
            </a:r>
            <a:endParaRPr sz="1800" dirty="0">
              <a:latin typeface="Arial" panose="020B0604020202020204" pitchFamily="34" charset="0"/>
              <a:cs typeface="Arial" panose="020B0604020202020204" pitchFamily="34" charset="0"/>
            </a:endParaRPr>
          </a:p>
          <a:p>
            <a:pPr marL="12695">
              <a:lnSpc>
                <a:spcPts val="2400"/>
              </a:lnSpc>
              <a:spcBef>
                <a:spcPts val="605"/>
              </a:spcBef>
            </a:pPr>
            <a:r>
              <a:rPr sz="2000" b="1" spc="-90" dirty="0">
                <a:solidFill>
                  <a:srgbClr val="00B050"/>
                </a:solidFill>
                <a:latin typeface="Arial" panose="020B0604020202020204" pitchFamily="34" charset="0"/>
                <a:cs typeface="Arial" panose="020B0604020202020204" pitchFamily="34" charset="0"/>
              </a:rPr>
              <a:t>How</a:t>
            </a:r>
            <a:r>
              <a:rPr sz="2000" b="1" spc="55" dirty="0">
                <a:solidFill>
                  <a:srgbClr val="00B050"/>
                </a:solidFill>
                <a:latin typeface="Arial" panose="020B0604020202020204" pitchFamily="34" charset="0"/>
                <a:cs typeface="Arial" panose="020B0604020202020204" pitchFamily="34" charset="0"/>
              </a:rPr>
              <a:t> </a:t>
            </a:r>
            <a:r>
              <a:rPr sz="2000" b="1" spc="-50" dirty="0">
                <a:solidFill>
                  <a:srgbClr val="00B050"/>
                </a:solidFill>
                <a:latin typeface="Arial" panose="020B0604020202020204" pitchFamily="34" charset="0"/>
                <a:cs typeface="Arial" panose="020B0604020202020204" pitchFamily="34" charset="0"/>
              </a:rPr>
              <a:t>to</a:t>
            </a:r>
            <a:r>
              <a:rPr sz="2000" b="1" spc="55" dirty="0">
                <a:solidFill>
                  <a:srgbClr val="00B050"/>
                </a:solidFill>
                <a:latin typeface="Arial" panose="020B0604020202020204" pitchFamily="34" charset="0"/>
                <a:cs typeface="Arial" panose="020B0604020202020204" pitchFamily="34" charset="0"/>
              </a:rPr>
              <a:t> </a:t>
            </a:r>
            <a:r>
              <a:rPr sz="2000" b="1" spc="-30" dirty="0">
                <a:solidFill>
                  <a:srgbClr val="00B050"/>
                </a:solidFill>
                <a:latin typeface="Arial" panose="020B0604020202020204" pitchFamily="34" charset="0"/>
                <a:cs typeface="Arial" panose="020B0604020202020204" pitchFamily="34" charset="0"/>
              </a:rPr>
              <a:t>measure</a:t>
            </a:r>
            <a:r>
              <a:rPr sz="2000" b="1" spc="55" dirty="0">
                <a:solidFill>
                  <a:srgbClr val="00B050"/>
                </a:solidFill>
                <a:latin typeface="Arial" panose="020B0604020202020204" pitchFamily="34" charset="0"/>
                <a:cs typeface="Arial" panose="020B0604020202020204" pitchFamily="34" charset="0"/>
              </a:rPr>
              <a:t> </a:t>
            </a:r>
            <a:r>
              <a:rPr sz="2000" b="1" spc="-40" dirty="0">
                <a:solidFill>
                  <a:srgbClr val="00B050"/>
                </a:solidFill>
                <a:latin typeface="Arial" panose="020B0604020202020204" pitchFamily="34" charset="0"/>
                <a:cs typeface="Arial" panose="020B0604020202020204" pitchFamily="34" charset="0"/>
              </a:rPr>
              <a:t>blood</a:t>
            </a:r>
            <a:r>
              <a:rPr sz="2000" b="1" spc="55" dirty="0">
                <a:solidFill>
                  <a:srgbClr val="00B050"/>
                </a:solidFill>
                <a:latin typeface="Arial" panose="020B0604020202020204" pitchFamily="34" charset="0"/>
                <a:cs typeface="Arial" panose="020B0604020202020204" pitchFamily="34" charset="0"/>
              </a:rPr>
              <a:t> </a:t>
            </a:r>
            <a:r>
              <a:rPr sz="2000" b="1" spc="-15" dirty="0">
                <a:solidFill>
                  <a:srgbClr val="00B050"/>
                </a:solidFill>
                <a:latin typeface="Arial" panose="020B0604020202020204" pitchFamily="34" charset="0"/>
                <a:cs typeface="Arial" panose="020B0604020202020204" pitchFamily="34" charset="0"/>
              </a:rPr>
              <a:t>pressure</a:t>
            </a:r>
            <a:endParaRPr lang="en-US" sz="800" b="1" spc="-15" dirty="0">
              <a:solidFill>
                <a:srgbClr val="00B050"/>
              </a:solidFill>
              <a:latin typeface="Arial" panose="020B0604020202020204" pitchFamily="34" charset="0"/>
              <a:cs typeface="Arial" panose="020B0604020202020204" pitchFamily="34" charset="0"/>
            </a:endParaRPr>
          </a:p>
          <a:p>
            <a:pPr marL="241203" indent="-228509">
              <a:lnSpc>
                <a:spcPts val="2400"/>
              </a:lnSpc>
              <a:buClr>
                <a:srgbClr val="231F20"/>
              </a:buClr>
              <a:buFont typeface="Franklin Gothic Book"/>
              <a:buAutoNum type="arabicPeriod"/>
              <a:tabLst>
                <a:tab pos="241203" algn="l"/>
              </a:tabLst>
            </a:pPr>
            <a:r>
              <a:rPr lang="en-US" sz="1800" spc="-10" dirty="0">
                <a:solidFill>
                  <a:srgbClr val="231F20"/>
                </a:solidFill>
                <a:latin typeface="Arial" panose="020B0604020202020204" pitchFamily="34" charset="0"/>
                <a:cs typeface="Arial" panose="020B0604020202020204" pitchFamily="34" charset="0"/>
              </a:rPr>
              <a:t>L</a:t>
            </a:r>
            <a:r>
              <a:rPr lang="en-US" sz="1800" spc="-2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client rest </a:t>
            </a:r>
            <a:r>
              <a:rPr lang="en-US" sz="1800" spc="-4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3 - </a:t>
            </a:r>
            <a:r>
              <a:rPr lang="en-US" sz="1800" dirty="0">
                <a:solidFill>
                  <a:srgbClr val="231F20"/>
                </a:solidFill>
                <a:latin typeface="Arial" panose="020B0604020202020204" pitchFamily="34" charset="0"/>
                <a:cs typeface="Arial" panose="020B0604020202020204" pitchFamily="34" charset="0"/>
              </a:rPr>
              <a:t>5</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minu</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es</a:t>
            </a:r>
            <a:endParaRPr lang="en-US" sz="1800" dirty="0">
              <a:latin typeface="Arial" panose="020B0604020202020204" pitchFamily="34" charset="0"/>
              <a:cs typeface="Arial" panose="020B0604020202020204" pitchFamily="34" charset="0"/>
            </a:endParaRPr>
          </a:p>
          <a:p>
            <a:pPr marL="241203" marR="288175" indent="-228509">
              <a:lnSpc>
                <a:spcPts val="2400"/>
              </a:lnSpc>
              <a:spcBef>
                <a:spcPts val="565"/>
              </a:spcBef>
              <a:buClr>
                <a:srgbClr val="231F20"/>
              </a:buClr>
              <a:buFont typeface="Franklin Gothic Book"/>
              <a:buAutoNum type="arabicPeriod"/>
              <a:tabLst>
                <a:tab pos="241203" algn="l"/>
              </a:tabLst>
            </a:pPr>
            <a:r>
              <a:rPr lang="en-US" sz="1800" spc="-15" dirty="0">
                <a:solidFill>
                  <a:srgbClr val="231F20"/>
                </a:solidFill>
                <a:latin typeface="Arial" panose="020B0604020202020204" pitchFamily="34" charset="0"/>
                <a:cs typeface="Arial" panose="020B0604020202020204" pitchFamily="34" charset="0"/>
              </a:rPr>
              <a:t>Th</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client </a:t>
            </a:r>
            <a:r>
              <a:rPr lang="en-US" sz="1800" spc="-10" dirty="0">
                <a:solidFill>
                  <a:srgbClr val="231F20"/>
                </a:solidFill>
                <a:latin typeface="Arial" panose="020B0604020202020204" pitchFamily="34" charset="0"/>
                <a:cs typeface="Arial" panose="020B0604020202020204" pitchFamily="34" charset="0"/>
              </a:rPr>
              <a:t>should</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n</a:t>
            </a:r>
            <a:r>
              <a:rPr lang="en-US" sz="1800" spc="-25" dirty="0">
                <a:solidFill>
                  <a:srgbClr val="231F20"/>
                </a:solidFill>
                <a:latin typeface="Arial" panose="020B0604020202020204" pitchFamily="34" charset="0"/>
                <a:cs typeface="Arial" panose="020B0604020202020204" pitchFamily="34" charset="0"/>
              </a:rPr>
              <a:t>o</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a:t>
            </a:r>
            <a:r>
              <a:rPr lang="en-US" sz="1800" spc="-40" dirty="0">
                <a:solidFill>
                  <a:srgbClr val="231F20"/>
                </a:solidFill>
                <a:latin typeface="Arial" panose="020B0604020202020204" pitchFamily="34" charset="0"/>
                <a:cs typeface="Arial" panose="020B0604020202020204" pitchFamily="34" charset="0"/>
              </a:rPr>
              <a:t>a</a:t>
            </a:r>
            <a:r>
              <a:rPr lang="en-US" sz="1800" spc="-20" dirty="0">
                <a:solidFill>
                  <a:srgbClr val="231F20"/>
                </a:solidFill>
                <a:latin typeface="Arial" panose="020B0604020202020204" pitchFamily="34" charset="0"/>
                <a:cs typeface="Arial" panose="020B0604020202020204" pitchFamily="34" charset="0"/>
              </a:rPr>
              <a:t>v</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ta</a:t>
            </a:r>
            <a:r>
              <a:rPr lang="en-US" sz="1800" spc="-40" dirty="0">
                <a:solidFill>
                  <a:srgbClr val="231F20"/>
                </a:solidFill>
                <a:latin typeface="Arial" panose="020B0604020202020204" pitchFamily="34" charset="0"/>
                <a:cs typeface="Arial" panose="020B0604020202020204" pitchFamily="34" charset="0"/>
              </a:rPr>
              <a:t>k</a:t>
            </a:r>
            <a:r>
              <a:rPr lang="en-US" sz="1800" spc="-10" dirty="0">
                <a:solidFill>
                  <a:srgbClr val="231F20"/>
                </a:solidFill>
                <a:latin typeface="Arial" panose="020B0604020202020204" pitchFamily="34" charset="0"/>
                <a:cs typeface="Arial" panose="020B0604020202020204" pitchFamily="34" charset="0"/>
              </a:rPr>
              <a:t>en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a:t>
            </a:r>
            <a:r>
              <a:rPr lang="en-US" sz="1800" spc="-35" dirty="0">
                <a:solidFill>
                  <a:srgbClr val="231F20"/>
                </a:solidFill>
                <a:latin typeface="Arial" panose="020B0604020202020204" pitchFamily="34" charset="0"/>
                <a:cs typeface="Arial" panose="020B0604020202020204" pitchFamily="34" charset="0"/>
              </a:rPr>
              <a:t>n</a:t>
            </a:r>
            <a:r>
              <a:rPr lang="en-US" sz="1800" dirty="0">
                <a:solidFill>
                  <a:srgbClr val="231F20"/>
                </a:solidFill>
                <a:latin typeface="Arial" panose="020B0604020202020204" pitchFamily="34" charset="0"/>
                <a:cs typeface="Arial" panose="020B0604020202020204" pitchFamily="34" charset="0"/>
              </a:rPr>
              <a:t>y </a:t>
            </a:r>
            <a:r>
              <a:rPr lang="en-US" sz="1800" spc="-10" dirty="0">
                <a:solidFill>
                  <a:srgbClr val="231F20"/>
                </a:solidFill>
                <a:latin typeface="Arial" panose="020B0604020202020204" pitchFamily="34" charset="0"/>
                <a:cs typeface="Arial" panose="020B0604020202020204" pitchFamily="34" charset="0"/>
              </a:rPr>
              <a:t>drink</a:t>
            </a:r>
            <a:r>
              <a:rPr lang="en-US" sz="1800" spc="-5" dirty="0">
                <a:solidFill>
                  <a:srgbClr val="231F20"/>
                </a:solidFill>
                <a:latin typeface="Arial" panose="020B0604020202020204" pitchFamily="34" charset="0"/>
                <a:cs typeface="Arial" panose="020B0604020202020204" pitchFamily="34" charset="0"/>
              </a:rPr>
              <a:t> wit</a:t>
            </a:r>
            <a:r>
              <a:rPr lang="en-US" sz="1800" dirty="0">
                <a:solidFill>
                  <a:srgbClr val="231F20"/>
                </a:solidFill>
                <a:latin typeface="Arial" panose="020B0604020202020204" pitchFamily="34" charset="0"/>
                <a:cs typeface="Arial" panose="020B0604020202020204" pitchFamily="34" charset="0"/>
              </a:rPr>
              <a:t>h </a:t>
            </a:r>
            <a:r>
              <a:rPr lang="en-US" sz="1800" spc="-10" dirty="0">
                <a:solidFill>
                  <a:srgbClr val="231F20"/>
                </a:solidFill>
                <a:latin typeface="Arial" panose="020B0604020202020204" pitchFamily="34" charset="0"/>
                <a:cs typeface="Arial" panose="020B0604020202020204" pitchFamily="34" charset="0"/>
              </a:rPr>
              <a:t>ca</a:t>
            </a:r>
            <a:r>
              <a:rPr lang="en-US" sz="1800" spc="25" dirty="0">
                <a:solidFill>
                  <a:srgbClr val="231F20"/>
                </a:solidFill>
                <a:latin typeface="Arial" panose="020B0604020202020204" pitchFamily="34" charset="0"/>
                <a:cs typeface="Arial" panose="020B0604020202020204" pitchFamily="34" charset="0"/>
              </a:rPr>
              <a:t>f</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eine</a:t>
            </a:r>
            <a:r>
              <a:rPr lang="en-US" sz="1800" spc="-5" dirty="0">
                <a:solidFill>
                  <a:srgbClr val="231F20"/>
                </a:solidFill>
                <a:latin typeface="Arial" panose="020B0604020202020204" pitchFamily="34" charset="0"/>
                <a:cs typeface="Arial" panose="020B0604020202020204" pitchFamily="34" charset="0"/>
              </a:rPr>
              <a:t> e.g. </a:t>
            </a:r>
            <a:r>
              <a:rPr lang="en-US" sz="1800" spc="-10" dirty="0">
                <a:solidFill>
                  <a:srgbClr val="231F20"/>
                </a:solidFill>
                <a:latin typeface="Arial" panose="020B0604020202020204" pitchFamily="34" charset="0"/>
                <a:cs typeface="Arial" panose="020B0604020202020204" pitchFamily="34" charset="0"/>
              </a:rPr>
              <a:t>co</a:t>
            </a:r>
            <a:r>
              <a:rPr lang="en-US" sz="1800" spc="20" dirty="0">
                <a:solidFill>
                  <a:srgbClr val="231F20"/>
                </a:solidFill>
                <a:latin typeface="Arial" panose="020B0604020202020204" pitchFamily="34" charset="0"/>
                <a:cs typeface="Arial" panose="020B0604020202020204" pitchFamily="34" charset="0"/>
              </a:rPr>
              <a:t>f</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ee,</a:t>
            </a:r>
            <a:r>
              <a:rPr lang="en-US" sz="1800" spc="-5"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ea</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or cool/energy</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drink</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smo</a:t>
            </a:r>
            <a:r>
              <a:rPr lang="en-US" sz="1800" spc="-45" dirty="0">
                <a:solidFill>
                  <a:srgbClr val="231F20"/>
                </a:solidFill>
                <a:latin typeface="Arial" panose="020B0604020202020204" pitchFamily="34" charset="0"/>
                <a:cs typeface="Arial" panose="020B0604020202020204" pitchFamily="34" charset="0"/>
              </a:rPr>
              <a:t>k</a:t>
            </a:r>
            <a:r>
              <a:rPr lang="en-US" sz="1800" spc="-10" dirty="0">
                <a:solidFill>
                  <a:srgbClr val="231F20"/>
                </a:solidFill>
                <a:latin typeface="Arial" panose="020B0604020202020204" pitchFamily="34" charset="0"/>
                <a:cs typeface="Arial" panose="020B0604020202020204" pitchFamily="34" charset="0"/>
              </a:rPr>
              <a:t>ed</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n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a:t>
            </a:r>
            <a:r>
              <a:rPr lang="en-US" sz="1800" spc="-35" dirty="0">
                <a:solidFill>
                  <a:srgbClr val="231F20"/>
                </a:solidFill>
                <a:latin typeface="Arial" panose="020B0604020202020204" pitchFamily="34" charset="0"/>
                <a:cs typeface="Arial" panose="020B0604020202020204" pitchFamily="34" charset="0"/>
              </a:rPr>
              <a:t>e</a:t>
            </a:r>
            <a:r>
              <a:rPr lang="en-US" sz="1800" spc="-15" dirty="0">
                <a:solidFill>
                  <a:srgbClr val="231F20"/>
                </a:solidFill>
                <a:latin typeface="Arial" panose="020B0604020202020204" pitchFamily="34" charset="0"/>
                <a:cs typeface="Arial" panose="020B0604020202020204" pitchFamily="34" charset="0"/>
              </a:rPr>
              <a:t>viou</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3</a:t>
            </a:r>
            <a:r>
              <a:rPr lang="en-US" sz="1800" dirty="0">
                <a:solidFill>
                  <a:srgbClr val="231F20"/>
                </a:solidFill>
                <a:latin typeface="Arial" panose="020B0604020202020204" pitchFamily="34" charset="0"/>
                <a:cs typeface="Arial" panose="020B0604020202020204" pitchFamily="34" charset="0"/>
              </a:rPr>
              <a:t>0 </a:t>
            </a:r>
            <a:r>
              <a:rPr lang="en-US" sz="1800" spc="-10" dirty="0">
                <a:solidFill>
                  <a:srgbClr val="231F20"/>
                </a:solidFill>
                <a:latin typeface="Arial" panose="020B0604020202020204" pitchFamily="34" charset="0"/>
                <a:cs typeface="Arial" panose="020B0604020202020204" pitchFamily="34" charset="0"/>
              </a:rPr>
              <a:t>minu</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es</a:t>
            </a:r>
            <a:endParaRPr lang="en-US" sz="1800" dirty="0">
              <a:latin typeface="Arial" panose="020B0604020202020204" pitchFamily="34" charset="0"/>
              <a:cs typeface="Arial" panose="020B0604020202020204" pitchFamily="34" charset="0"/>
            </a:endParaRPr>
          </a:p>
          <a:p>
            <a:pPr marL="241203" marR="531917" indent="-228509">
              <a:lnSpc>
                <a:spcPts val="2400"/>
              </a:lnSpc>
              <a:spcBef>
                <a:spcPts val="565"/>
              </a:spcBef>
              <a:buClr>
                <a:srgbClr val="231F20"/>
              </a:buClr>
              <a:buFont typeface="Franklin Gothic Book"/>
              <a:buAutoNum type="arabicPeriod"/>
              <a:tabLst>
                <a:tab pos="241203" algn="l"/>
              </a:tabLst>
            </a:pPr>
            <a:r>
              <a:rPr lang="en-US" sz="1800" spc="-5" dirty="0">
                <a:solidFill>
                  <a:srgbClr val="231F20"/>
                </a:solidFill>
                <a:latin typeface="Arial" panose="020B0604020202020204" pitchFamily="34" charset="0"/>
                <a:cs typeface="Arial" panose="020B0604020202020204" pitchFamily="34" charset="0"/>
              </a:rPr>
              <a:t>Si</a:t>
            </a:r>
            <a:r>
              <a:rPr lang="en-US" sz="1800" dirty="0">
                <a:solidFill>
                  <a:srgbClr val="231F20"/>
                </a:solidFill>
                <a:latin typeface="Arial" panose="020B0604020202020204" pitchFamily="34" charset="0"/>
                <a:cs typeface="Arial" panose="020B0604020202020204" pitchFamily="34" charset="0"/>
              </a:rPr>
              <a:t>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client i</a:t>
            </a:r>
            <a:r>
              <a:rPr lang="en-US" sz="1800" dirty="0">
                <a:solidFill>
                  <a:srgbClr val="231F20"/>
                </a:solidFill>
                <a:latin typeface="Arial" panose="020B0604020202020204" pitchFamily="34" charset="0"/>
                <a:cs typeface="Arial" panose="020B0604020202020204" pitchFamily="34" charset="0"/>
              </a:rPr>
              <a:t>n </a:t>
            </a:r>
            <a:r>
              <a:rPr lang="en-US" sz="1800" spc="-1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rela</a:t>
            </a:r>
            <a:r>
              <a:rPr lang="en-US" sz="1800" spc="-30" dirty="0">
                <a:solidFill>
                  <a:srgbClr val="231F20"/>
                </a:solidFill>
                <a:latin typeface="Arial" panose="020B0604020202020204" pitchFamily="34" charset="0"/>
                <a:cs typeface="Arial" panose="020B0604020202020204" pitchFamily="34" charset="0"/>
              </a:rPr>
              <a:t>x</a:t>
            </a:r>
            <a:r>
              <a:rPr lang="en-US" sz="1800" spc="-10" dirty="0">
                <a:solidFill>
                  <a:srgbClr val="231F20"/>
                </a:solidFill>
                <a:latin typeface="Arial" panose="020B0604020202020204" pitchFamily="34" charset="0"/>
                <a:cs typeface="Arial" panose="020B0604020202020204" pitchFamily="34" charset="0"/>
              </a:rPr>
              <a:t>ed,</a:t>
            </a:r>
            <a:r>
              <a:rPr lang="en-US" sz="1800" spc="-5" dirty="0">
                <a:solidFill>
                  <a:srgbClr val="231F20"/>
                </a:solidFill>
                <a:latin typeface="Arial" panose="020B0604020202020204" pitchFamily="34" charset="0"/>
                <a:cs typeface="Arial" panose="020B0604020202020204" pitchFamily="34" charset="0"/>
              </a:rPr>
              <a:t> upright</a:t>
            </a:r>
            <a:r>
              <a:rPr lang="en-US" sz="1800" spc="-10" dirty="0">
                <a:solidFill>
                  <a:srgbClr val="231F20"/>
                </a:solidFill>
                <a:latin typeface="Arial" panose="020B0604020202020204" pitchFamily="34" charset="0"/>
                <a:cs typeface="Arial" panose="020B0604020202020204" pitchFamily="34" charset="0"/>
              </a:rPr>
              <a:t> position</a:t>
            </a:r>
            <a:r>
              <a:rPr lang="en-US" sz="1800" spc="-5" dirty="0">
                <a:solidFill>
                  <a:srgbClr val="231F20"/>
                </a:solidFill>
                <a:latin typeface="Arial" panose="020B0604020202020204" pitchFamily="34" charset="0"/>
                <a:cs typeface="Arial" panose="020B0604020202020204" pitchFamily="34" charset="0"/>
              </a:rPr>
              <a:t>;</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wit</a:t>
            </a:r>
            <a:r>
              <a:rPr lang="en-US" sz="1800" dirty="0">
                <a:solidFill>
                  <a:srgbClr val="231F20"/>
                </a:solidFill>
                <a:latin typeface="Arial" panose="020B0604020202020204" pitchFamily="34" charset="0"/>
                <a:cs typeface="Arial" panose="020B0604020202020204" pitchFamily="34" charset="0"/>
              </a:rPr>
              <a:t>h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legs</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arms</a:t>
            </a:r>
            <a:r>
              <a:rPr lang="en-US" sz="1800" spc="-5" dirty="0">
                <a:solidFill>
                  <a:srgbClr val="231F20"/>
                </a:solidFill>
                <a:latin typeface="Arial" panose="020B0604020202020204" pitchFamily="34" charset="0"/>
                <a:cs typeface="Arial" panose="020B0604020202020204" pitchFamily="34" charset="0"/>
              </a:rPr>
              <a:t> out- str</a:t>
            </a:r>
            <a:r>
              <a:rPr lang="en-US" sz="1800" spc="-20" dirty="0">
                <a:solidFill>
                  <a:srgbClr val="231F20"/>
                </a:solidFill>
                <a:latin typeface="Arial" panose="020B0604020202020204" pitchFamily="34" charset="0"/>
                <a:cs typeface="Arial" panose="020B0604020202020204" pitchFamily="34" charset="0"/>
              </a:rPr>
              <a:t>e</a:t>
            </a:r>
            <a:r>
              <a:rPr lang="en-US" sz="1800" spc="-10" dirty="0">
                <a:solidFill>
                  <a:srgbClr val="231F20"/>
                </a:solidFill>
                <a:latin typeface="Arial" panose="020B0604020202020204" pitchFamily="34" charset="0"/>
                <a:cs typeface="Arial" panose="020B0604020202020204" pitchFamily="34" charset="0"/>
              </a:rPr>
              <a:t>tched</a:t>
            </a:r>
            <a:endParaRPr lang="en-US" sz="1800" dirty="0">
              <a:latin typeface="Arial" panose="020B0604020202020204" pitchFamily="34" charset="0"/>
              <a:cs typeface="Arial" panose="020B0604020202020204" pitchFamily="34" charset="0"/>
            </a:endParaRPr>
          </a:p>
          <a:p>
            <a:pPr marL="241203" indent="-228509">
              <a:lnSpc>
                <a:spcPts val="2400"/>
              </a:lnSpc>
              <a:spcBef>
                <a:spcPts val="565"/>
              </a:spcBef>
              <a:buClr>
                <a:srgbClr val="231F20"/>
              </a:buClr>
              <a:buFont typeface="Franklin Gothic Book"/>
              <a:buAutoNum type="arabicPeriod"/>
              <a:tabLst>
                <a:tab pos="241203" algn="l"/>
              </a:tabLst>
            </a:pPr>
            <a:r>
              <a:rPr lang="en-US" sz="1800" spc="-15" dirty="0">
                <a:solidFill>
                  <a:srgbClr val="231F20"/>
                </a:solidFill>
                <a:latin typeface="Arial" panose="020B0604020202020204" pitchFamily="34" charset="0"/>
                <a:cs typeface="Arial" panose="020B0604020202020204" pitchFamily="34" charset="0"/>
              </a:rPr>
              <a:t>Selec</a:t>
            </a:r>
            <a:r>
              <a:rPr lang="en-US" sz="1800" spc="-5" dirty="0">
                <a:solidFill>
                  <a:srgbClr val="231F20"/>
                </a:solidFill>
                <a:latin typeface="Arial" panose="020B0604020202020204" pitchFamily="34" charset="0"/>
                <a:cs typeface="Arial" panose="020B0604020202020204" pitchFamily="34" charset="0"/>
              </a:rPr>
              <a:t>t</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app</a:t>
            </a:r>
            <a:r>
              <a:rPr lang="en-US" sz="1800" spc="-3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opria</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size</a:t>
            </a:r>
            <a:r>
              <a:rPr lang="en-US" sz="1800" spc="-5" dirty="0">
                <a:solidFill>
                  <a:srgbClr val="231F20"/>
                </a:solidFill>
                <a:latin typeface="Arial" panose="020B0604020202020204" pitchFamily="34" charset="0"/>
                <a:cs typeface="Arial" panose="020B0604020202020204" pitchFamily="34" charset="0"/>
              </a:rPr>
              <a:t> of </a:t>
            </a:r>
            <a:r>
              <a:rPr lang="en-US" sz="1800" spc="-10" dirty="0">
                <a:solidFill>
                  <a:srgbClr val="231F20"/>
                </a:solidFill>
                <a:latin typeface="Arial" panose="020B0604020202020204" pitchFamily="34" charset="0"/>
                <a:cs typeface="Arial" panose="020B0604020202020204" pitchFamily="34" charset="0"/>
              </a:rPr>
              <a:t>cu</a:t>
            </a:r>
            <a:r>
              <a:rPr lang="en-US" sz="1800" spc="20"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f</a:t>
            </a:r>
            <a:endParaRPr lang="en-US" sz="1800" dirty="0">
              <a:latin typeface="Arial" panose="020B0604020202020204" pitchFamily="34" charset="0"/>
              <a:cs typeface="Arial" panose="020B0604020202020204" pitchFamily="34" charset="0"/>
            </a:endParaRPr>
          </a:p>
          <a:p>
            <a:pPr marL="12695">
              <a:spcBef>
                <a:spcPts val="605"/>
              </a:spcBef>
            </a:pPr>
            <a:endParaRPr sz="1399" b="1" dirty="0">
              <a:solidFill>
                <a:srgbClr val="00B050"/>
              </a:solidFill>
              <a:latin typeface="Arial" panose="020B0604020202020204" pitchFamily="34" charset="0"/>
              <a:cs typeface="Arial" panose="020B0604020202020204" pitchFamily="34" charset="0"/>
            </a:endParaRPr>
          </a:p>
        </p:txBody>
      </p:sp>
      <p:sp>
        <p:nvSpPr>
          <p:cNvPr id="9" name="object 2">
            <a:extLst>
              <a:ext uri="{FF2B5EF4-FFF2-40B4-BE49-F238E27FC236}">
                <a16:creationId xmlns:a16="http://schemas.microsoft.com/office/drawing/2014/main" xmlns="" id="{65D16A86-30B5-7741-B426-D4EE49206DD2}"/>
              </a:ext>
            </a:extLst>
          </p:cNvPr>
          <p:cNvSpPr txBox="1"/>
          <p:nvPr/>
        </p:nvSpPr>
        <p:spPr>
          <a:xfrm>
            <a:off x="0" y="482386"/>
            <a:ext cx="6680499" cy="369332"/>
          </a:xfrm>
          <a:prstGeom prst="rect">
            <a:avLst/>
          </a:prstGeom>
          <a:solidFill>
            <a:srgbClr val="00B050"/>
          </a:solidFill>
          <a:ln w="9524">
            <a:noFill/>
          </a:ln>
        </p:spPr>
        <p:txBody>
          <a:bodyPr vert="horz" wrap="square" lIns="0" tIns="0" rIns="0" bIns="0" rtlCol="0">
            <a:spAutoFit/>
          </a:bodyPr>
          <a:lstStyle/>
          <a:p>
            <a:pPr marL="564289"/>
            <a:r>
              <a:rPr lang="en-US" sz="2400" kern="0" dirty="0">
                <a:solidFill>
                  <a:schemeClr val="bg1"/>
                </a:solidFill>
                <a:latin typeface="Arial" pitchFamily="34" charset="0"/>
                <a:cs typeface="Arial" pitchFamily="34" charset="0"/>
              </a:rPr>
              <a:t>The Automatic Blood Pressure (BP) Machine</a:t>
            </a:r>
            <a:endParaRPr sz="2400" dirty="0">
              <a:solidFill>
                <a:schemeClr val="bg1"/>
              </a:solidFill>
              <a:latin typeface="Arial"/>
              <a:cs typeface="Arial"/>
            </a:endParaRPr>
          </a:p>
        </p:txBody>
      </p:sp>
      <p:sp>
        <p:nvSpPr>
          <p:cNvPr id="11" name="Rectangle 10">
            <a:extLst>
              <a:ext uri="{FF2B5EF4-FFF2-40B4-BE49-F238E27FC236}">
                <a16:creationId xmlns:a16="http://schemas.microsoft.com/office/drawing/2014/main" xmlns="" id="{E03CD89A-E1BF-C746-870C-187C49F91628}"/>
              </a:ext>
            </a:extLst>
          </p:cNvPr>
          <p:cNvSpPr/>
          <p:nvPr/>
        </p:nvSpPr>
        <p:spPr>
          <a:xfrm>
            <a:off x="6680499" y="482386"/>
            <a:ext cx="129092" cy="368681"/>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282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16DC7E7-C86B-044E-9BA5-19E7BF6D3220}"/>
              </a:ext>
            </a:extLst>
          </p:cNvPr>
          <p:cNvSpPr>
            <a:spLocks noGrp="1"/>
          </p:cNvSpPr>
          <p:nvPr>
            <p:ph type="sldNum" sz="quarter" idx="12"/>
          </p:nvPr>
        </p:nvSpPr>
        <p:spPr/>
        <p:txBody>
          <a:bodyPr/>
          <a:lstStyle/>
          <a:p>
            <a:fld id="{5FCE7002-8CF6-784B-9A24-69DF51357AB2}" type="slidenum">
              <a:rPr lang="en-US" smtClean="0"/>
              <a:t>20</a:t>
            </a:fld>
            <a:endParaRPr lang="en-US"/>
          </a:p>
        </p:txBody>
      </p:sp>
      <p:sp>
        <p:nvSpPr>
          <p:cNvPr id="3" name="object 2">
            <a:extLst>
              <a:ext uri="{FF2B5EF4-FFF2-40B4-BE49-F238E27FC236}">
                <a16:creationId xmlns:a16="http://schemas.microsoft.com/office/drawing/2014/main" xmlns="" id="{2084B0EA-8ECC-A249-ADE9-B5B386C602C3}"/>
              </a:ext>
            </a:extLst>
          </p:cNvPr>
          <p:cNvSpPr/>
          <p:nvPr/>
        </p:nvSpPr>
        <p:spPr>
          <a:xfrm>
            <a:off x="6773463" y="1553371"/>
            <a:ext cx="3061976" cy="3061976"/>
          </a:xfrm>
          <a:prstGeom prst="rect">
            <a:avLst/>
          </a:prstGeom>
          <a:blipFill>
            <a:blip r:embed="rId2" cstate="print"/>
            <a:stretch>
              <a:fillRect/>
            </a:stretch>
          </a:blipFill>
        </p:spPr>
        <p:txBody>
          <a:bodyPr wrap="square" lIns="0" tIns="0" rIns="0" bIns="0" rtlCol="0"/>
          <a:lstStyle/>
          <a:p>
            <a:endParaRPr sz="1959"/>
          </a:p>
        </p:txBody>
      </p:sp>
      <p:sp>
        <p:nvSpPr>
          <p:cNvPr id="4" name="object 3">
            <a:extLst>
              <a:ext uri="{FF2B5EF4-FFF2-40B4-BE49-F238E27FC236}">
                <a16:creationId xmlns:a16="http://schemas.microsoft.com/office/drawing/2014/main" xmlns="" id="{FB57B8B6-F435-FE49-AB84-C69551F95C17}"/>
              </a:ext>
            </a:extLst>
          </p:cNvPr>
          <p:cNvSpPr txBox="1"/>
          <p:nvPr/>
        </p:nvSpPr>
        <p:spPr>
          <a:xfrm>
            <a:off x="6988466" y="4355332"/>
            <a:ext cx="1157119" cy="184588"/>
          </a:xfrm>
          <a:prstGeom prst="rect">
            <a:avLst/>
          </a:prstGeom>
        </p:spPr>
        <p:txBody>
          <a:bodyPr vert="horz" wrap="square" lIns="0" tIns="0" rIns="0" bIns="0" rtlCol="0">
            <a:spAutoFit/>
          </a:bodyPr>
          <a:lstStyle/>
          <a:p>
            <a:pPr marL="12695"/>
            <a:r>
              <a:rPr sz="1200" b="1" spc="-30" dirty="0">
                <a:solidFill>
                  <a:schemeClr val="tx1">
                    <a:lumMod val="75000"/>
                    <a:lumOff val="25000"/>
                  </a:schemeClr>
                </a:solidFill>
                <a:latin typeface="Franklin Gothic Book"/>
                <a:cs typeface="Franklin Gothic Book"/>
              </a:rPr>
              <a:t>W</a:t>
            </a:r>
            <a:r>
              <a:rPr sz="1200" b="1" spc="-5" dirty="0">
                <a:solidFill>
                  <a:schemeClr val="tx1">
                    <a:lumMod val="75000"/>
                    <a:lumOff val="25000"/>
                  </a:schemeClr>
                </a:solidFill>
                <a:latin typeface="Franklin Gothic Book"/>
                <a:cs typeface="Franklin Gothic Book"/>
              </a:rPr>
              <a:t>rist B</a:t>
            </a:r>
            <a:r>
              <a:rPr sz="1200" b="1" dirty="0">
                <a:solidFill>
                  <a:schemeClr val="tx1">
                    <a:lumMod val="75000"/>
                    <a:lumOff val="25000"/>
                  </a:schemeClr>
                </a:solidFill>
                <a:latin typeface="Franklin Gothic Book"/>
                <a:cs typeface="Franklin Gothic Book"/>
              </a:rPr>
              <a:t>P </a:t>
            </a:r>
            <a:r>
              <a:rPr sz="1200" b="1" spc="-10" dirty="0">
                <a:solidFill>
                  <a:schemeClr val="tx1">
                    <a:lumMod val="75000"/>
                    <a:lumOff val="25000"/>
                  </a:schemeClr>
                </a:solidFill>
                <a:latin typeface="Franklin Gothic Book"/>
                <a:cs typeface="Franklin Gothic Book"/>
              </a:rPr>
              <a:t>machine</a:t>
            </a:r>
            <a:endParaRPr sz="1200" b="1" dirty="0">
              <a:solidFill>
                <a:schemeClr val="tx1">
                  <a:lumMod val="75000"/>
                  <a:lumOff val="25000"/>
                </a:schemeClr>
              </a:solidFill>
              <a:latin typeface="Franklin Gothic Book"/>
              <a:cs typeface="Franklin Gothic Book"/>
            </a:endParaRPr>
          </a:p>
        </p:txBody>
      </p:sp>
      <p:sp>
        <p:nvSpPr>
          <p:cNvPr id="5" name="Rectangle 4">
            <a:extLst>
              <a:ext uri="{FF2B5EF4-FFF2-40B4-BE49-F238E27FC236}">
                <a16:creationId xmlns:a16="http://schemas.microsoft.com/office/drawing/2014/main" xmlns="" id="{8900A55D-CF09-AD4A-BD5B-7DB709FD2BE0}"/>
              </a:ext>
            </a:extLst>
          </p:cNvPr>
          <p:cNvSpPr/>
          <p:nvPr/>
        </p:nvSpPr>
        <p:spPr>
          <a:xfrm>
            <a:off x="894483" y="1006867"/>
            <a:ext cx="5878980" cy="5543762"/>
          </a:xfrm>
          <a:prstGeom prst="rect">
            <a:avLst/>
          </a:prstGeom>
        </p:spPr>
        <p:txBody>
          <a:bodyPr wrap="square">
            <a:spAutoFit/>
          </a:bodyPr>
          <a:lstStyle/>
          <a:p>
            <a:pPr marL="355594" indent="-342900">
              <a:lnSpc>
                <a:spcPts val="2760"/>
              </a:lnSpc>
              <a:spcBef>
                <a:spcPts val="565"/>
              </a:spcBef>
              <a:buClr>
                <a:srgbClr val="231F20"/>
              </a:buClr>
              <a:buFont typeface="+mj-lt"/>
              <a:buAutoNum type="arabicPeriod" startAt="5"/>
              <a:tabLst>
                <a:tab pos="241203" algn="l"/>
              </a:tabLst>
            </a:pPr>
            <a:r>
              <a:rPr lang="en-US" sz="1800" spc="-15" dirty="0">
                <a:solidFill>
                  <a:srgbClr val="231F20"/>
                </a:solidFill>
                <a:latin typeface="Arial" panose="020B0604020202020204" pitchFamily="34" charset="0"/>
                <a:cs typeface="Arial" panose="020B0604020202020204" pitchFamily="34" charset="0"/>
              </a:rPr>
              <a:t>Th</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arm</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should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suppo</a:t>
            </a:r>
            <a:r>
              <a:rPr lang="en-US" sz="1800" spc="25" dirty="0">
                <a:solidFill>
                  <a:srgbClr val="231F20"/>
                </a:solidFill>
                <a:latin typeface="Arial" panose="020B0604020202020204" pitchFamily="34" charset="0"/>
                <a:cs typeface="Arial" panose="020B0604020202020204" pitchFamily="34" charset="0"/>
              </a:rPr>
              <a:t>r</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ed</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at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l</a:t>
            </a:r>
            <a:r>
              <a:rPr lang="en-US" sz="1800" spc="-35" dirty="0">
                <a:solidFill>
                  <a:srgbClr val="231F20"/>
                </a:solidFill>
                <a:latin typeface="Arial" panose="020B0604020202020204" pitchFamily="34" charset="0"/>
                <a:cs typeface="Arial" panose="020B0604020202020204" pitchFamily="34" charset="0"/>
              </a:rPr>
              <a:t>e</a:t>
            </a:r>
            <a:r>
              <a:rPr lang="en-US" sz="1800" spc="-20" dirty="0">
                <a:solidFill>
                  <a:srgbClr val="231F20"/>
                </a:solidFill>
                <a:latin typeface="Arial" panose="020B0604020202020204" pitchFamily="34" charset="0"/>
                <a:cs typeface="Arial" panose="020B0604020202020204" pitchFamily="34" charset="0"/>
              </a:rPr>
              <a:t>v</a:t>
            </a:r>
            <a:r>
              <a:rPr lang="en-US" sz="1800" spc="-5" dirty="0">
                <a:solidFill>
                  <a:srgbClr val="231F20"/>
                </a:solidFill>
                <a:latin typeface="Arial" panose="020B0604020202020204" pitchFamily="34" charset="0"/>
                <a:cs typeface="Arial" panose="020B0604020202020204" pitchFamily="34" charset="0"/>
              </a:rPr>
              <a:t>el of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hea</a:t>
            </a:r>
            <a:r>
              <a:rPr lang="en-US" sz="1800" spc="25" dirty="0">
                <a:solidFill>
                  <a:srgbClr val="231F20"/>
                </a:solidFill>
                <a:latin typeface="Arial" panose="020B0604020202020204" pitchFamily="34" charset="0"/>
                <a:cs typeface="Arial" panose="020B0604020202020204" pitchFamily="34" charset="0"/>
              </a:rPr>
              <a:t>r</a:t>
            </a:r>
            <a:r>
              <a:rPr lang="en-US" sz="1800" spc="-5" dirty="0">
                <a:solidFill>
                  <a:srgbClr val="231F20"/>
                </a:solidFill>
                <a:latin typeface="Arial" panose="020B0604020202020204" pitchFamily="34" charset="0"/>
                <a:cs typeface="Arial" panose="020B0604020202020204" pitchFamily="34" charset="0"/>
              </a:rPr>
              <a:t>t.</a:t>
            </a:r>
            <a:endParaRPr lang="en-US" sz="1800" dirty="0">
              <a:latin typeface="Arial" panose="020B0604020202020204" pitchFamily="34" charset="0"/>
              <a:cs typeface="Arial" panose="020B0604020202020204" pitchFamily="34" charset="0"/>
            </a:endParaRPr>
          </a:p>
          <a:p>
            <a:pPr marL="241203" marR="152339" indent="-228509">
              <a:lnSpc>
                <a:spcPts val="2760"/>
              </a:lnSpc>
              <a:spcBef>
                <a:spcPts val="565"/>
              </a:spcBef>
              <a:buClr>
                <a:srgbClr val="231F20"/>
              </a:buClr>
              <a:buFont typeface="Franklin Gothic Book"/>
              <a:buAutoNum type="arabicPeriod" startAt="5"/>
              <a:tabLst>
                <a:tab pos="241203" algn="l"/>
              </a:tabLst>
            </a:pPr>
            <a:r>
              <a:rPr lang="en-US" sz="1800" spc="-3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rap</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cu</a:t>
            </a:r>
            <a:r>
              <a:rPr lang="en-US" sz="1800" spc="20"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f</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a:t>
            </a:r>
            <a:r>
              <a:rPr lang="en-US" sz="1800" spc="-3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ound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client’s le</a:t>
            </a:r>
            <a:r>
              <a:rPr lang="en-US" sz="1800" spc="20"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arm</a:t>
            </a:r>
            <a:r>
              <a:rPr lang="en-US" sz="1800" spc="-5" dirty="0">
                <a:solidFill>
                  <a:srgbClr val="231F20"/>
                </a:solidFill>
                <a:latin typeface="Arial" panose="020B0604020202020204" pitchFamily="34" charset="0"/>
                <a:cs typeface="Arial" panose="020B0604020202020204" pitchFamily="34" charset="0"/>
              </a:rPr>
              <a:t>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(In </a:t>
            </a:r>
            <a:r>
              <a:rPr lang="en-US" sz="1800" spc="-10" dirty="0">
                <a:solidFill>
                  <a:srgbClr val="231F20"/>
                </a:solidFill>
                <a:latin typeface="Arial" panose="020B0604020202020204" pitchFamily="34" charset="0"/>
                <a:cs typeface="Arial" panose="020B0604020202020204" pitchFamily="34" charset="0"/>
              </a:rPr>
              <a:t>cases</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wher</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le</a:t>
            </a:r>
            <a:r>
              <a:rPr lang="en-US" sz="1800" spc="20"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arm</a:t>
            </a:r>
            <a:r>
              <a:rPr lang="en-US" sz="1800" spc="-5" dirty="0">
                <a:solidFill>
                  <a:srgbClr val="231F20"/>
                </a:solidFill>
                <a:latin typeface="Arial" panose="020B0604020202020204" pitchFamily="34" charset="0"/>
                <a:cs typeface="Arial" panose="020B0604020202020204" pitchFamily="34" charset="0"/>
              </a:rPr>
              <a:t> can’t </a:t>
            </a:r>
            <a:r>
              <a:rPr lang="en-US" sz="1800" spc="-15" dirty="0">
                <a:solidFill>
                  <a:srgbClr val="231F20"/>
                </a:solidFill>
                <a:latin typeface="Arial" panose="020B0604020202020204" pitchFamily="34" charset="0"/>
                <a:cs typeface="Arial" panose="020B0604020202020204" pitchFamily="34" charset="0"/>
              </a:rPr>
              <a:t>b</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used,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use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right </a:t>
            </a:r>
            <a:r>
              <a:rPr lang="en-US" sz="1800" spc="-10" dirty="0">
                <a:solidFill>
                  <a:srgbClr val="231F20"/>
                </a:solidFill>
                <a:latin typeface="Arial" panose="020B0604020202020204" pitchFamily="34" charset="0"/>
                <a:cs typeface="Arial" panose="020B0604020202020204" pitchFamily="34" charset="0"/>
              </a:rPr>
              <a:t>arm).</a:t>
            </a:r>
            <a:endParaRPr lang="en-US" sz="1800" dirty="0">
              <a:latin typeface="Arial" panose="020B0604020202020204" pitchFamily="34" charset="0"/>
              <a:cs typeface="Arial" panose="020B0604020202020204" pitchFamily="34" charset="0"/>
            </a:endParaRPr>
          </a:p>
          <a:p>
            <a:pPr marL="241203" marR="77439" indent="-228509">
              <a:lnSpc>
                <a:spcPts val="2760"/>
              </a:lnSpc>
              <a:spcBef>
                <a:spcPts val="565"/>
              </a:spcBef>
              <a:buClr>
                <a:srgbClr val="231F20"/>
              </a:buClr>
              <a:buFont typeface="Franklin Gothic Book"/>
              <a:buAutoNum type="arabicPeriod" startAt="5"/>
              <a:tabLst>
                <a:tab pos="241203" algn="l"/>
              </a:tabLst>
            </a:pPr>
            <a:r>
              <a:rPr lang="en-US" sz="1800" dirty="0">
                <a:solidFill>
                  <a:srgbClr val="231F20"/>
                </a:solidFill>
                <a:latin typeface="Arial" panose="020B0604020202020204" pitchFamily="34" charset="0"/>
                <a:cs typeface="Arial" panose="020B0604020202020204" pitchFamily="34" charset="0"/>
              </a:rPr>
              <a:t>When </a:t>
            </a:r>
            <a:r>
              <a:rPr lang="en-US" sz="1800" spc="-20" dirty="0">
                <a:solidFill>
                  <a:srgbClr val="231F20"/>
                </a:solidFill>
                <a:latin typeface="Arial" panose="020B0604020202020204" pitchFamily="34" charset="0"/>
                <a:cs typeface="Arial" panose="020B0604020202020204" pitchFamily="34" charset="0"/>
              </a:rPr>
              <a:t>y</a:t>
            </a:r>
            <a:r>
              <a:rPr lang="en-US" sz="1800" dirty="0">
                <a:solidFill>
                  <a:srgbClr val="231F20"/>
                </a:solidFill>
                <a:latin typeface="Arial" panose="020B0604020202020204" pitchFamily="34" charset="0"/>
                <a:cs typeface="Arial" panose="020B0604020202020204" pitchFamily="34" charset="0"/>
              </a:rPr>
              <a:t>ou tigh</a:t>
            </a:r>
            <a:r>
              <a:rPr lang="en-US" sz="1800" spc="-2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en the cu</a:t>
            </a:r>
            <a:r>
              <a:rPr lang="en-US" sz="1800" spc="25" dirty="0">
                <a:solidFill>
                  <a:srgbClr val="231F20"/>
                </a:solidFill>
                <a:latin typeface="Arial" panose="020B0604020202020204" pitchFamily="34" charset="0"/>
                <a:cs typeface="Arial" panose="020B0604020202020204" pitchFamily="34" charset="0"/>
              </a:rPr>
              <a:t>f</a:t>
            </a:r>
            <a:r>
              <a:rPr lang="en-US" sz="1800" dirty="0">
                <a:solidFill>
                  <a:srgbClr val="231F20"/>
                </a:solidFill>
                <a:latin typeface="Arial" panose="020B0604020202020204" pitchFamily="34" charset="0"/>
                <a:cs typeface="Arial" panose="020B0604020202020204" pitchFamily="34" charset="0"/>
              </a:rPr>
              <a:t>f on the arm </a:t>
            </a:r>
            <a:r>
              <a:rPr lang="en-US" sz="1800" spc="-20" dirty="0">
                <a:solidFill>
                  <a:srgbClr val="231F20"/>
                </a:solidFill>
                <a:latin typeface="Arial" panose="020B0604020202020204" pitchFamily="34" charset="0"/>
                <a:cs typeface="Arial" panose="020B0604020202020204" pitchFamily="34" charset="0"/>
              </a:rPr>
              <a:t>y</a:t>
            </a:r>
            <a:r>
              <a:rPr lang="en-US" sz="1800" dirty="0">
                <a:solidFill>
                  <a:srgbClr val="231F20"/>
                </a:solidFill>
                <a:latin typeface="Arial" panose="020B0604020202020204" pitchFamily="34" charset="0"/>
                <a:cs typeface="Arial" panose="020B0604020202020204" pitchFamily="34" charset="0"/>
              </a:rPr>
              <a:t>ou should be able </a:t>
            </a:r>
            <a:r>
              <a:rPr lang="en-US" sz="1800" spc="-2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o inse</a:t>
            </a:r>
            <a:r>
              <a:rPr lang="en-US" sz="1800" spc="35" dirty="0">
                <a:solidFill>
                  <a:srgbClr val="231F20"/>
                </a:solidFill>
                <a:latin typeface="Arial" panose="020B0604020202020204" pitchFamily="34" charset="0"/>
                <a:cs typeface="Arial" panose="020B0604020202020204" pitchFamily="34" charset="0"/>
              </a:rPr>
              <a:t>r</a:t>
            </a:r>
            <a:r>
              <a:rPr lang="en-US" sz="1800" dirty="0">
                <a:solidFill>
                  <a:srgbClr val="231F20"/>
                </a:solidFill>
                <a:latin typeface="Arial" panose="020B0604020202020204" pitchFamily="34" charset="0"/>
                <a:cs typeface="Arial" panose="020B0604020202020204" pitchFamily="34" charset="0"/>
              </a:rPr>
              <a:t>t t</a:t>
            </a:r>
            <a:r>
              <a:rPr lang="en-US" sz="1800" spc="-20" dirty="0">
                <a:solidFill>
                  <a:srgbClr val="231F20"/>
                </a:solidFill>
                <a:latin typeface="Arial" panose="020B0604020202020204" pitchFamily="34" charset="0"/>
                <a:cs typeface="Arial" panose="020B0604020202020204" pitchFamily="34" charset="0"/>
              </a:rPr>
              <a:t>w</a:t>
            </a:r>
            <a:r>
              <a:rPr lang="en-US" sz="1800" dirty="0">
                <a:solidFill>
                  <a:srgbClr val="231F20"/>
                </a:solidFill>
                <a:latin typeface="Arial" panose="020B0604020202020204" pitchFamily="34" charset="0"/>
                <a:cs typeface="Arial" panose="020B0604020202020204" pitchFamily="34" charset="0"/>
              </a:rPr>
              <a:t>o </a:t>
            </a:r>
            <a:r>
              <a:rPr lang="en-US" sz="1800" spc="-10" dirty="0">
                <a:solidFill>
                  <a:srgbClr val="231F20"/>
                </a:solidFill>
                <a:latin typeface="Arial" panose="020B0604020202020204" pitchFamily="34" charset="0"/>
                <a:cs typeface="Arial" panose="020B0604020202020204" pitchFamily="34" charset="0"/>
              </a:rPr>
              <a:t>finge</a:t>
            </a:r>
            <a:r>
              <a:rPr lang="en-US" sz="1800" spc="-5" dirty="0">
                <a:solidFill>
                  <a:srgbClr val="231F20"/>
                </a:solidFill>
                <a:latin typeface="Arial" panose="020B0604020202020204" pitchFamily="34" charset="0"/>
                <a:cs typeface="Arial" panose="020B0604020202020204" pitchFamily="34" charset="0"/>
              </a:rPr>
              <a:t>r</a:t>
            </a:r>
            <a:r>
              <a:rPr lang="en-US" sz="1800" dirty="0">
                <a:solidFill>
                  <a:srgbClr val="231F20"/>
                </a:solidFill>
                <a:latin typeface="Arial" panose="020B0604020202020204" pitchFamily="34" charset="0"/>
                <a:cs typeface="Arial" panose="020B0604020202020204" pitchFamily="34" charset="0"/>
              </a:rPr>
              <a:t>s </a:t>
            </a:r>
            <a:r>
              <a:rPr lang="en-US" sz="1800" spc="-10" dirty="0">
                <a:solidFill>
                  <a:srgbClr val="231F20"/>
                </a:solidFill>
                <a:latin typeface="Arial" panose="020B0604020202020204" pitchFamily="34" charset="0"/>
                <a:cs typeface="Arial" panose="020B0604020202020204" pitchFamily="34" charset="0"/>
              </a:rPr>
              <a:t>under</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cu</a:t>
            </a:r>
            <a:r>
              <a:rPr lang="en-US" sz="1800" spc="20"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f</a:t>
            </a:r>
            <a:endParaRPr lang="en-US" sz="1800" spc="-15" dirty="0">
              <a:solidFill>
                <a:srgbClr val="231F20"/>
              </a:solidFill>
              <a:latin typeface="Arial" panose="020B0604020202020204" pitchFamily="34" charset="0"/>
              <a:cs typeface="Arial" panose="020B0604020202020204" pitchFamily="34" charset="0"/>
            </a:endParaRPr>
          </a:p>
          <a:p>
            <a:pPr marL="241203" marR="5078" indent="-228509">
              <a:lnSpc>
                <a:spcPts val="2760"/>
              </a:lnSpc>
              <a:spcBef>
                <a:spcPts val="565"/>
              </a:spcBef>
              <a:buClr>
                <a:srgbClr val="231F20"/>
              </a:buClr>
              <a:buFont typeface="Franklin Gothic Book"/>
              <a:buAutoNum type="arabicPeriod" startAt="5"/>
              <a:tabLst>
                <a:tab pos="241203" algn="l"/>
              </a:tabLst>
            </a:pPr>
            <a:r>
              <a:rPr lang="en-US" sz="1800" spc="-15" dirty="0">
                <a:solidFill>
                  <a:srgbClr val="231F20"/>
                </a:solidFill>
                <a:latin typeface="Arial" panose="020B0604020202020204" pitchFamily="34" charset="0"/>
                <a:cs typeface="Arial" panose="020B0604020202020204" pitchFamily="34" charset="0"/>
              </a:rPr>
              <a:t>Pres</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sta</a:t>
            </a:r>
            <a:r>
              <a:rPr lang="en-US" sz="1800" spc="25" dirty="0">
                <a:solidFill>
                  <a:srgbClr val="231F20"/>
                </a:solidFill>
                <a:latin typeface="Arial" panose="020B0604020202020204" pitchFamily="34" charset="0"/>
                <a:cs typeface="Arial" panose="020B0604020202020204" pitchFamily="34" charset="0"/>
              </a:rPr>
              <a:t>r</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but</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au</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omatic</a:t>
            </a:r>
            <a:r>
              <a:rPr lang="en-US" sz="1800" spc="-5" dirty="0">
                <a:solidFill>
                  <a:srgbClr val="231F20"/>
                </a:solidFill>
                <a:latin typeface="Arial" panose="020B0604020202020204" pitchFamily="34" charset="0"/>
                <a:cs typeface="Arial" panose="020B0604020202020204" pitchFamily="34" charset="0"/>
              </a:rPr>
              <a:t> B</a:t>
            </a:r>
            <a:r>
              <a:rPr lang="en-US" sz="1800" dirty="0">
                <a:solidFill>
                  <a:srgbClr val="231F20"/>
                </a:solidFill>
                <a:latin typeface="Arial" panose="020B0604020202020204" pitchFamily="34" charset="0"/>
                <a:cs typeface="Arial" panose="020B0604020202020204" pitchFamily="34" charset="0"/>
              </a:rPr>
              <a:t>P </a:t>
            </a:r>
            <a:r>
              <a:rPr lang="en-US" sz="1800" spc="-10" dirty="0">
                <a:solidFill>
                  <a:srgbClr val="231F20"/>
                </a:solidFill>
                <a:latin typeface="Arial" panose="020B0604020202020204" pitchFamily="34" charset="0"/>
                <a:cs typeface="Arial" panose="020B0604020202020204" pitchFamily="34" charset="0"/>
              </a:rPr>
              <a:t>machine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obse</a:t>
            </a:r>
            <a:r>
              <a:rPr lang="en-US" sz="1800" spc="20" dirty="0">
                <a:solidFill>
                  <a:srgbClr val="231F20"/>
                </a:solidFill>
                <a:latin typeface="Arial" panose="020B0604020202020204" pitchFamily="34" charset="0"/>
                <a:cs typeface="Arial" panose="020B0604020202020204" pitchFamily="34" charset="0"/>
              </a:rPr>
              <a:t>r</a:t>
            </a:r>
            <a:r>
              <a:rPr lang="en-US" sz="1800" spc="-20" dirty="0">
                <a:solidFill>
                  <a:srgbClr val="231F20"/>
                </a:solidFill>
                <a:latin typeface="Arial" panose="020B0604020202020204" pitchFamily="34" charset="0"/>
                <a:cs typeface="Arial" panose="020B0604020202020204" pitchFamily="34" charset="0"/>
              </a:rPr>
              <a:t>v</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readings</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whe</a:t>
            </a:r>
            <a:r>
              <a:rPr lang="en-US" sz="1800" spc="-10" dirty="0">
                <a:solidFill>
                  <a:srgbClr val="231F20"/>
                </a:solidFill>
                <a:latin typeface="Arial" panose="020B0604020202020204" pitchFamily="34" charset="0"/>
                <a:cs typeface="Arial" panose="020B0604020202020204" pitchFamily="34" charset="0"/>
              </a:rPr>
              <a:t>n</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machine</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beeps</a:t>
            </a:r>
            <a:endParaRPr lang="en-US" sz="1800" dirty="0">
              <a:latin typeface="Arial" panose="020B0604020202020204" pitchFamily="34" charset="0"/>
              <a:cs typeface="Arial" panose="020B0604020202020204" pitchFamily="34" charset="0"/>
            </a:endParaRPr>
          </a:p>
          <a:p>
            <a:pPr marL="241203" indent="-228509">
              <a:lnSpc>
                <a:spcPts val="2760"/>
              </a:lnSpc>
              <a:spcBef>
                <a:spcPts val="565"/>
              </a:spcBef>
              <a:buClr>
                <a:srgbClr val="231F20"/>
              </a:buClr>
              <a:buFont typeface="Franklin Gothic Book"/>
              <a:buAutoNum type="arabicPeriod" startAt="5"/>
              <a:tabLst>
                <a:tab pos="241203" algn="l"/>
              </a:tabLst>
            </a:pPr>
            <a:r>
              <a:rPr lang="en-US" sz="1800" dirty="0">
                <a:solidFill>
                  <a:srgbClr val="231F20"/>
                </a:solidFill>
                <a:latin typeface="Arial" panose="020B0604020202020204" pitchFamily="34" charset="0"/>
                <a:cs typeface="Arial" panose="020B0604020202020204" pitchFamily="34" charset="0"/>
              </a:rPr>
              <a:t>N</a:t>
            </a:r>
            <a:r>
              <a:rPr lang="en-US" sz="1800" spc="-10" dirty="0">
                <a:solidFill>
                  <a:srgbClr val="231F20"/>
                </a:solidFill>
                <a:latin typeface="Arial" panose="020B0604020202020204" pitchFamily="34" charset="0"/>
                <a:cs typeface="Arial" panose="020B0604020202020204" pitchFamily="34" charset="0"/>
              </a:rPr>
              <a:t>o</a:t>
            </a:r>
            <a:r>
              <a:rPr lang="en-US" sz="1800" spc="-2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e the </a:t>
            </a:r>
            <a:r>
              <a:rPr lang="en-US" sz="1800" spc="-20" dirty="0">
                <a:solidFill>
                  <a:srgbClr val="231F20"/>
                </a:solidFill>
                <a:latin typeface="Arial" panose="020B0604020202020204" pitchFamily="34" charset="0"/>
                <a:cs typeface="Arial" panose="020B0604020202020204" pitchFamily="34" charset="0"/>
              </a:rPr>
              <a:t>fir</a:t>
            </a:r>
            <a:r>
              <a:rPr lang="en-US" sz="1800" dirty="0">
                <a:solidFill>
                  <a:srgbClr val="231F20"/>
                </a:solidFill>
                <a:latin typeface="Arial" panose="020B0604020202020204" pitchFamily="34" charset="0"/>
                <a:cs typeface="Arial" panose="020B0604020202020204" pitchFamily="34" charset="0"/>
              </a:rPr>
              <a:t>st reading and repeat the p</a:t>
            </a:r>
            <a:r>
              <a:rPr lang="en-US" sz="1800" spc="-30" dirty="0">
                <a:solidFill>
                  <a:srgbClr val="231F20"/>
                </a:solidFill>
                <a:latin typeface="Arial" panose="020B0604020202020204" pitchFamily="34" charset="0"/>
                <a:cs typeface="Arial" panose="020B0604020202020204" pitchFamily="34" charset="0"/>
              </a:rPr>
              <a:t>r</a:t>
            </a:r>
            <a:r>
              <a:rPr lang="en-US" sz="1800" dirty="0">
                <a:solidFill>
                  <a:srgbClr val="231F20"/>
                </a:solidFill>
                <a:latin typeface="Arial" panose="020B0604020202020204" pitchFamily="34" charset="0"/>
                <a:cs typeface="Arial" panose="020B0604020202020204" pitchFamily="34" charset="0"/>
              </a:rPr>
              <a:t>ocedure a</a:t>
            </a:r>
            <a:r>
              <a:rPr lang="en-US" sz="1800" spc="25" dirty="0">
                <a:solidFill>
                  <a:srgbClr val="231F20"/>
                </a:solidFill>
                <a:latin typeface="Arial" panose="020B0604020202020204" pitchFamily="34" charset="0"/>
                <a:cs typeface="Arial" panose="020B0604020202020204" pitchFamily="34" charset="0"/>
              </a:rPr>
              <a:t>f</a:t>
            </a:r>
            <a:r>
              <a:rPr lang="en-US" sz="1800" spc="-2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er t</a:t>
            </a:r>
            <a:r>
              <a:rPr lang="en-US" sz="1800" spc="-20" dirty="0">
                <a:solidFill>
                  <a:srgbClr val="231F20"/>
                </a:solidFill>
                <a:latin typeface="Arial" panose="020B0604020202020204" pitchFamily="34" charset="0"/>
                <a:cs typeface="Arial" panose="020B0604020202020204" pitchFamily="34" charset="0"/>
              </a:rPr>
              <a:t>w</a:t>
            </a:r>
            <a:r>
              <a:rPr lang="en-US" sz="1800" dirty="0">
                <a:solidFill>
                  <a:srgbClr val="231F20"/>
                </a:solidFill>
                <a:latin typeface="Arial" panose="020B0604020202020204" pitchFamily="34" charset="0"/>
                <a:cs typeface="Arial" panose="020B0604020202020204" pitchFamily="34" charset="0"/>
              </a:rPr>
              <a:t>o minu</a:t>
            </a:r>
            <a:r>
              <a:rPr lang="en-US" sz="1800" spc="-2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es</a:t>
            </a:r>
          </a:p>
          <a:p>
            <a:pPr marL="241203" indent="-228509">
              <a:lnSpc>
                <a:spcPts val="2760"/>
              </a:lnSpc>
              <a:spcBef>
                <a:spcPts val="565"/>
              </a:spcBef>
              <a:buClr>
                <a:srgbClr val="231F20"/>
              </a:buClr>
              <a:buFont typeface="Franklin Gothic Book"/>
              <a:buAutoNum type="arabicPeriod" startAt="5"/>
              <a:tabLst>
                <a:tab pos="241203" algn="l"/>
              </a:tabLst>
            </a:pPr>
            <a:r>
              <a:rPr lang="en-US" sz="1800" dirty="0">
                <a:latin typeface="Arial" panose="020B0604020202020204" pitchFamily="34" charset="0"/>
                <a:cs typeface="Arial" panose="020B0604020202020204" pitchFamily="34" charset="0"/>
              </a:rPr>
              <a:t>Record the  second reading of the two taken</a:t>
            </a:r>
          </a:p>
          <a:p>
            <a:pPr marL="241203" indent="-228509">
              <a:lnSpc>
                <a:spcPts val="2760"/>
              </a:lnSpc>
              <a:spcBef>
                <a:spcPts val="565"/>
              </a:spcBef>
              <a:buClr>
                <a:srgbClr val="231F20"/>
              </a:buClr>
              <a:buFont typeface="Franklin Gothic Book"/>
              <a:buAutoNum type="arabicPeriod" startAt="5"/>
              <a:tabLst>
                <a:tab pos="241203" algn="l"/>
              </a:tabLst>
            </a:pPr>
            <a:r>
              <a:rPr lang="en-US" sz="1800" dirty="0">
                <a:latin typeface="Arial" panose="020B0604020202020204" pitchFamily="34" charset="0"/>
                <a:cs typeface="Arial" panose="020B0604020202020204" pitchFamily="34" charset="0"/>
              </a:rPr>
              <a:t>The facilitator should demonstrate the procedure to the participants</a:t>
            </a:r>
          </a:p>
        </p:txBody>
      </p:sp>
    </p:spTree>
    <p:extLst>
      <p:ext uri="{BB962C8B-B14F-4D97-AF65-F5344CB8AC3E}">
        <p14:creationId xmlns:p14="http://schemas.microsoft.com/office/powerpoint/2010/main" val="4030766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6FB9616-831E-D441-8BD9-21CE0860CD16}"/>
              </a:ext>
            </a:extLst>
          </p:cNvPr>
          <p:cNvSpPr>
            <a:spLocks noGrp="1"/>
          </p:cNvSpPr>
          <p:nvPr>
            <p:ph type="sldNum" sz="quarter" idx="12"/>
          </p:nvPr>
        </p:nvSpPr>
        <p:spPr/>
        <p:txBody>
          <a:bodyPr/>
          <a:lstStyle/>
          <a:p>
            <a:fld id="{5FCE7002-8CF6-784B-9A24-69DF51357AB2}" type="slidenum">
              <a:rPr lang="en-US" smtClean="0"/>
              <a:t>21</a:t>
            </a:fld>
            <a:endParaRPr lang="en-US"/>
          </a:p>
        </p:txBody>
      </p:sp>
      <p:sp>
        <p:nvSpPr>
          <p:cNvPr id="3" name="object 3">
            <a:extLst>
              <a:ext uri="{FF2B5EF4-FFF2-40B4-BE49-F238E27FC236}">
                <a16:creationId xmlns:a16="http://schemas.microsoft.com/office/drawing/2014/main" xmlns="" id="{0D7F9E2F-83B5-EF4F-956E-ECF9E2912D7A}"/>
              </a:ext>
            </a:extLst>
          </p:cNvPr>
          <p:cNvSpPr/>
          <p:nvPr/>
        </p:nvSpPr>
        <p:spPr>
          <a:xfrm>
            <a:off x="5001491" y="955834"/>
            <a:ext cx="4836774" cy="5987960"/>
          </a:xfrm>
          <a:prstGeom prst="rect">
            <a:avLst/>
          </a:prstGeom>
          <a:blipFill>
            <a:blip r:embed="rId2" cstate="print"/>
            <a:stretch>
              <a:fillRect/>
            </a:stretch>
          </a:blipFill>
        </p:spPr>
        <p:txBody>
          <a:bodyPr wrap="square" lIns="0" tIns="0" rIns="0" bIns="0" rtlCol="0"/>
          <a:lstStyle/>
          <a:p>
            <a:endParaRPr/>
          </a:p>
        </p:txBody>
      </p:sp>
      <p:sp>
        <p:nvSpPr>
          <p:cNvPr id="4" name="object 4">
            <a:extLst>
              <a:ext uri="{FF2B5EF4-FFF2-40B4-BE49-F238E27FC236}">
                <a16:creationId xmlns:a16="http://schemas.microsoft.com/office/drawing/2014/main" xmlns="" id="{DC4FC788-4643-BB48-91B3-FDCB6BCFBC70}"/>
              </a:ext>
            </a:extLst>
          </p:cNvPr>
          <p:cNvSpPr/>
          <p:nvPr/>
        </p:nvSpPr>
        <p:spPr>
          <a:xfrm>
            <a:off x="624001" y="1452016"/>
            <a:ext cx="4029439" cy="5304048"/>
          </a:xfrm>
          <a:prstGeom prst="rect">
            <a:avLst/>
          </a:prstGeom>
          <a:blipFill>
            <a:blip r:embed="rId3" cstate="print"/>
            <a:stretch>
              <a:fillRect/>
            </a:stretch>
          </a:blipFill>
        </p:spPr>
        <p:txBody>
          <a:bodyPr wrap="square" lIns="0" tIns="0" rIns="0" bIns="0" rtlCol="0"/>
          <a:lstStyle/>
          <a:p>
            <a:endParaRPr/>
          </a:p>
        </p:txBody>
      </p:sp>
      <p:sp>
        <p:nvSpPr>
          <p:cNvPr id="5" name="object 2">
            <a:extLst>
              <a:ext uri="{FF2B5EF4-FFF2-40B4-BE49-F238E27FC236}">
                <a16:creationId xmlns:a16="http://schemas.microsoft.com/office/drawing/2014/main" xmlns="" id="{A4A3F62A-D826-DD46-B2C9-2DF1E2BF042A}"/>
              </a:ext>
            </a:extLst>
          </p:cNvPr>
          <p:cNvSpPr txBox="1"/>
          <p:nvPr/>
        </p:nvSpPr>
        <p:spPr>
          <a:xfrm>
            <a:off x="563298" y="955834"/>
            <a:ext cx="4090142" cy="307777"/>
          </a:xfrm>
          <a:prstGeom prst="rect">
            <a:avLst/>
          </a:prstGeom>
        </p:spPr>
        <p:txBody>
          <a:bodyPr vert="horz" wrap="square" lIns="0" tIns="0" rIns="0" bIns="0" rtlCol="0">
            <a:spAutoFit/>
          </a:bodyPr>
          <a:lstStyle/>
          <a:p>
            <a:pPr marL="12700">
              <a:lnSpc>
                <a:spcPct val="100000"/>
              </a:lnSpc>
            </a:pPr>
            <a:r>
              <a:rPr lang="en-GB" sz="2000" b="1" kern="0" dirty="0">
                <a:solidFill>
                  <a:srgbClr val="00B050"/>
                </a:solidFill>
                <a:latin typeface="Arial" pitchFamily="34" charset="0"/>
                <a:cs typeface="Arial" pitchFamily="34" charset="0"/>
              </a:rPr>
              <a:t>Manual Blood Pressure Monitor</a:t>
            </a:r>
          </a:p>
        </p:txBody>
      </p:sp>
    </p:spTree>
    <p:extLst>
      <p:ext uri="{BB962C8B-B14F-4D97-AF65-F5344CB8AC3E}">
        <p14:creationId xmlns:p14="http://schemas.microsoft.com/office/powerpoint/2010/main" val="1799945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2C11622-64DD-8E46-8410-D534125D31ED}"/>
              </a:ext>
            </a:extLst>
          </p:cNvPr>
          <p:cNvSpPr>
            <a:spLocks noGrp="1"/>
          </p:cNvSpPr>
          <p:nvPr>
            <p:ph type="sldNum" sz="quarter" idx="12"/>
          </p:nvPr>
        </p:nvSpPr>
        <p:spPr/>
        <p:txBody>
          <a:bodyPr/>
          <a:lstStyle/>
          <a:p>
            <a:fld id="{5FCE7002-8CF6-784B-9A24-69DF51357AB2}" type="slidenum">
              <a:rPr lang="en-US" smtClean="0"/>
              <a:t>22</a:t>
            </a:fld>
            <a:endParaRPr lang="en-US"/>
          </a:p>
        </p:txBody>
      </p:sp>
      <p:sp>
        <p:nvSpPr>
          <p:cNvPr id="3" name="object 2">
            <a:extLst>
              <a:ext uri="{FF2B5EF4-FFF2-40B4-BE49-F238E27FC236}">
                <a16:creationId xmlns:a16="http://schemas.microsoft.com/office/drawing/2014/main" xmlns="" id="{64DFB283-9618-3042-845B-869B04775086}"/>
              </a:ext>
            </a:extLst>
          </p:cNvPr>
          <p:cNvSpPr/>
          <p:nvPr/>
        </p:nvSpPr>
        <p:spPr>
          <a:xfrm>
            <a:off x="762123" y="795932"/>
            <a:ext cx="3431997" cy="2309780"/>
          </a:xfrm>
          <a:prstGeom prst="rect">
            <a:avLst/>
          </a:prstGeom>
          <a:blipFill>
            <a:blip r:embed="rId2" cstate="print"/>
            <a:stretch>
              <a:fillRect/>
            </a:stretch>
          </a:blipFill>
        </p:spPr>
        <p:txBody>
          <a:bodyPr wrap="square" lIns="0" tIns="0" rIns="0" bIns="0" rtlCol="0"/>
          <a:lstStyle/>
          <a:p>
            <a:endParaRPr/>
          </a:p>
        </p:txBody>
      </p:sp>
      <p:pic>
        <p:nvPicPr>
          <p:cNvPr id="4" name="Picture 4" descr="Image result for arm blood pressure monitor location">
            <a:extLst>
              <a:ext uri="{FF2B5EF4-FFF2-40B4-BE49-F238E27FC236}">
                <a16:creationId xmlns:a16="http://schemas.microsoft.com/office/drawing/2014/main" xmlns="" id="{0F67AA93-6F9D-4744-81D4-DB4C893828C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651" t="21496" r="5624" b="32186"/>
          <a:stretch/>
        </p:blipFill>
        <p:spPr bwMode="auto">
          <a:xfrm>
            <a:off x="5152736" y="772422"/>
            <a:ext cx="2397991" cy="2226706"/>
          </a:xfrm>
          <a:prstGeom prst="rect">
            <a:avLst/>
          </a:prstGeom>
          <a:noFill/>
          <a:extLst>
            <a:ext uri="{909E8E84-426E-40dd-AFC4-6F175D3DCCD1}">
              <a14:hiddenFill xmlns=""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xmlns="" id="{8282D107-6F2D-1A47-8705-E625EAF70936}"/>
              </a:ext>
            </a:extLst>
          </p:cNvPr>
          <p:cNvSpPr txBox="1"/>
          <p:nvPr/>
        </p:nvSpPr>
        <p:spPr>
          <a:xfrm>
            <a:off x="762123" y="3280062"/>
            <a:ext cx="9081124" cy="276999"/>
          </a:xfrm>
          <a:prstGeom prst="rect">
            <a:avLst/>
          </a:prstGeom>
        </p:spPr>
        <p:txBody>
          <a:bodyPr vert="horz" wrap="square" lIns="0" tIns="0" rIns="0" bIns="0" rtlCol="0">
            <a:spAutoFit/>
          </a:bodyPr>
          <a:lstStyle/>
          <a:p>
            <a:pPr marL="12700">
              <a:lnSpc>
                <a:spcPct val="100000"/>
              </a:lnSpc>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should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place</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bladde</a:t>
            </a:r>
            <a:r>
              <a:rPr sz="1800" spc="-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midline</a:t>
            </a:r>
            <a:r>
              <a:rPr sz="1800" spc="-5"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brachia</a:t>
            </a:r>
            <a:r>
              <a:rPr sz="1800" spc="-5" dirty="0">
                <a:solidFill>
                  <a:srgbClr val="231F20"/>
                </a:solidFill>
                <a:latin typeface="Arial" panose="020B0604020202020204" pitchFamily="34" charset="0"/>
                <a:cs typeface="Arial" panose="020B0604020202020204" pitchFamily="34" charset="0"/>
              </a:rPr>
              <a:t>l</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 </a:t>
            </a:r>
            <a:r>
              <a:rPr sz="1800" spc="-15" dirty="0">
                <a:solidFill>
                  <a:srgbClr val="231F20"/>
                </a:solidFill>
                <a:latin typeface="Arial" panose="020B0604020202020204" pitchFamily="34" charset="0"/>
                <a:cs typeface="Arial" panose="020B0604020202020204" pitchFamily="34" charset="0"/>
              </a:rPr>
              <a:t>pulsation</a:t>
            </a:r>
            <a:endParaRPr sz="1800" dirty="0">
              <a:latin typeface="Arial" panose="020B0604020202020204" pitchFamily="34" charset="0"/>
              <a:cs typeface="Arial" panose="020B0604020202020204" pitchFamily="34" charset="0"/>
            </a:endParaRPr>
          </a:p>
        </p:txBody>
      </p:sp>
      <p:sp>
        <p:nvSpPr>
          <p:cNvPr id="7" name="object 4">
            <a:extLst>
              <a:ext uri="{FF2B5EF4-FFF2-40B4-BE49-F238E27FC236}">
                <a16:creationId xmlns:a16="http://schemas.microsoft.com/office/drawing/2014/main" xmlns="" id="{BAF3DD89-6F0D-764A-9EEA-89E3F7D42F09}"/>
              </a:ext>
            </a:extLst>
          </p:cNvPr>
          <p:cNvSpPr txBox="1"/>
          <p:nvPr/>
        </p:nvSpPr>
        <p:spPr>
          <a:xfrm>
            <a:off x="762123" y="3740803"/>
            <a:ext cx="4218668" cy="307777"/>
          </a:xfrm>
          <a:prstGeom prst="rect">
            <a:avLst/>
          </a:prstGeom>
        </p:spPr>
        <p:txBody>
          <a:bodyPr vert="horz" wrap="square" lIns="0" tIns="0" rIns="0" bIns="0" rtlCol="0">
            <a:spAutoFit/>
          </a:bodyPr>
          <a:lstStyle/>
          <a:p>
            <a:pPr marL="12700">
              <a:lnSpc>
                <a:spcPct val="100000"/>
              </a:lnSpc>
            </a:pPr>
            <a:r>
              <a:rPr lang="en-GB" sz="2000" b="1" kern="0" dirty="0">
                <a:solidFill>
                  <a:srgbClr val="00B050"/>
                </a:solidFill>
                <a:latin typeface="Arial" pitchFamily="34" charset="0"/>
                <a:cs typeface="Arial" pitchFamily="34" charset="0"/>
              </a:rPr>
              <a:t>Blood Pressure Measurement</a:t>
            </a:r>
          </a:p>
        </p:txBody>
      </p:sp>
      <p:graphicFrame>
        <p:nvGraphicFramePr>
          <p:cNvPr id="8" name="object 5">
            <a:extLst>
              <a:ext uri="{FF2B5EF4-FFF2-40B4-BE49-F238E27FC236}">
                <a16:creationId xmlns:a16="http://schemas.microsoft.com/office/drawing/2014/main" xmlns="" id="{8CA1280C-CEF7-2C42-901F-36B2FBBC7149}"/>
              </a:ext>
            </a:extLst>
          </p:cNvPr>
          <p:cNvGraphicFramePr>
            <a:graphicFrameLocks noGrp="1"/>
          </p:cNvGraphicFramePr>
          <p:nvPr>
            <p:extLst>
              <p:ext uri="{D42A27DB-BD31-4B8C-83A1-F6EECF244321}">
                <p14:modId xmlns:p14="http://schemas.microsoft.com/office/powerpoint/2010/main" val="2297304647"/>
              </p:ext>
            </p:extLst>
          </p:nvPr>
        </p:nvGraphicFramePr>
        <p:xfrm>
          <a:off x="762123" y="4090154"/>
          <a:ext cx="9413128" cy="2878032"/>
        </p:xfrm>
        <a:graphic>
          <a:graphicData uri="http://schemas.openxmlformats.org/drawingml/2006/table">
            <a:tbl>
              <a:tblPr firstRow="1" bandRow="1">
                <a:tableStyleId>{10A1B5D5-9B99-4C35-A422-299274C87663}</a:tableStyleId>
              </a:tblPr>
              <a:tblGrid>
                <a:gridCol w="5791407">
                  <a:extLst>
                    <a:ext uri="{9D8B030D-6E8A-4147-A177-3AD203B41FA5}">
                      <a16:colId xmlns:a16="http://schemas.microsoft.com/office/drawing/2014/main" xmlns="" val="20000"/>
                    </a:ext>
                  </a:extLst>
                </a:gridCol>
                <a:gridCol w="1766572">
                  <a:extLst>
                    <a:ext uri="{9D8B030D-6E8A-4147-A177-3AD203B41FA5}">
                      <a16:colId xmlns:a16="http://schemas.microsoft.com/office/drawing/2014/main" xmlns="" val="20001"/>
                    </a:ext>
                  </a:extLst>
                </a:gridCol>
                <a:gridCol w="1855149">
                  <a:extLst>
                    <a:ext uri="{9D8B030D-6E8A-4147-A177-3AD203B41FA5}">
                      <a16:colId xmlns:a16="http://schemas.microsoft.com/office/drawing/2014/main" xmlns="" val="20002"/>
                    </a:ext>
                  </a:extLst>
                </a:gridCol>
              </a:tblGrid>
              <a:tr h="316363">
                <a:tc>
                  <a:txBody>
                    <a:bodyPr/>
                    <a:lstStyle/>
                    <a:p>
                      <a:pPr marL="68580">
                        <a:lnSpc>
                          <a:spcPct val="100000"/>
                        </a:lnSpc>
                      </a:pPr>
                      <a:r>
                        <a:rPr sz="1800" dirty="0">
                          <a:latin typeface="Arial" panose="020B0604020202020204" pitchFamily="34" charset="0"/>
                          <a:cs typeface="Arial" panose="020B0604020202020204" pitchFamily="34" charset="0"/>
                        </a:rPr>
                        <a:t>Action</a:t>
                      </a:r>
                    </a:p>
                  </a:txBody>
                  <a:tcPr marL="0" marR="0" marT="0" marB="0" anchor="ctr">
                    <a:solidFill>
                      <a:srgbClr val="00B050"/>
                    </a:solidFill>
                  </a:tcPr>
                </a:tc>
                <a:tc>
                  <a:txBody>
                    <a:bodyPr/>
                    <a:lstStyle/>
                    <a:p>
                      <a:pPr marL="68580">
                        <a:lnSpc>
                          <a:spcPct val="100000"/>
                        </a:lnSpc>
                      </a:pPr>
                      <a:r>
                        <a:rPr sz="1800" dirty="0">
                          <a:latin typeface="Arial" panose="020B0604020202020204" pitchFamily="34" charset="0"/>
                          <a:cs typeface="Arial" panose="020B0604020202020204" pitchFamily="34" charset="0"/>
                        </a:rPr>
                        <a:t>√</a:t>
                      </a:r>
                    </a:p>
                  </a:txBody>
                  <a:tcPr marL="0" marR="0" marT="0" marB="0" anchor="ctr">
                    <a:solidFill>
                      <a:srgbClr val="00B050"/>
                    </a:solidFill>
                  </a:tcPr>
                </a:tc>
                <a:tc>
                  <a:txBody>
                    <a:bodyPr/>
                    <a:lstStyle/>
                    <a:p>
                      <a:pPr marL="68580">
                        <a:lnSpc>
                          <a:spcPct val="100000"/>
                        </a:lnSpc>
                      </a:pPr>
                      <a:r>
                        <a:rPr lang="en-GB" sz="1800" spc="-5" dirty="0">
                          <a:latin typeface="Arial" panose="020B0604020202020204" pitchFamily="34" charset="0"/>
                          <a:cs typeface="Arial" panose="020B0604020202020204" pitchFamily="34" charset="0"/>
                        </a:rPr>
                        <a:t>C</a:t>
                      </a:r>
                      <a:r>
                        <a:rPr sz="1800" dirty="0" err="1">
                          <a:latin typeface="Arial" panose="020B0604020202020204" pitchFamily="34" charset="0"/>
                          <a:cs typeface="Arial" panose="020B0604020202020204" pitchFamily="34" charset="0"/>
                        </a:rPr>
                        <a:t>omme</a:t>
                      </a:r>
                      <a:r>
                        <a:rPr sz="1800" spc="-15" dirty="0" err="1">
                          <a:latin typeface="Arial" panose="020B0604020202020204" pitchFamily="34" charset="0"/>
                          <a:cs typeface="Arial" panose="020B0604020202020204" pitchFamily="34" charset="0"/>
                        </a:rPr>
                        <a:t>n</a:t>
                      </a:r>
                      <a:r>
                        <a:rPr sz="1800" dirty="0" err="1">
                          <a:latin typeface="Arial" panose="020B0604020202020204" pitchFamily="34" charset="0"/>
                          <a:cs typeface="Arial" panose="020B0604020202020204" pitchFamily="34" charset="0"/>
                        </a:rPr>
                        <a:t>ts</a:t>
                      </a:r>
                      <a:endParaRPr sz="1800" dirty="0">
                        <a:latin typeface="Arial" panose="020B0604020202020204" pitchFamily="34" charset="0"/>
                        <a:cs typeface="Arial" panose="020B0604020202020204" pitchFamily="34" charset="0"/>
                      </a:endParaRPr>
                    </a:p>
                  </a:txBody>
                  <a:tcPr marL="0" marR="0" marT="0" marB="0" anchor="ctr">
                    <a:solidFill>
                      <a:srgbClr val="00B050"/>
                    </a:solidFill>
                  </a:tcPr>
                </a:tc>
                <a:extLst>
                  <a:ext uri="{0D108BD9-81ED-4DB2-BD59-A6C34878D82A}">
                    <a16:rowId xmlns:a16="http://schemas.microsoft.com/office/drawing/2014/main" xmlns="" val="10000"/>
                  </a:ext>
                </a:extLst>
              </a:tr>
              <a:tr h="316365">
                <a:tc>
                  <a:txBody>
                    <a:bodyPr/>
                    <a:lstStyle/>
                    <a:p>
                      <a:pPr marL="67945">
                        <a:lnSpc>
                          <a:spcPct val="100000"/>
                        </a:lnSpc>
                      </a:pPr>
                      <a:r>
                        <a:rPr sz="1500" dirty="0">
                          <a:latin typeface="Arial" panose="020B0604020202020204" pitchFamily="34" charset="0"/>
                          <a:cs typeface="Arial" panose="020B0604020202020204" pitchFamily="34" charset="0"/>
                        </a:rPr>
                        <a:t>Conse</a:t>
                      </a:r>
                      <a:r>
                        <a:rPr sz="1500" spc="-10" dirty="0">
                          <a:latin typeface="Arial" panose="020B0604020202020204" pitchFamily="34" charset="0"/>
                          <a:cs typeface="Arial" panose="020B0604020202020204" pitchFamily="34" charset="0"/>
                        </a:rPr>
                        <a:t>n</a:t>
                      </a:r>
                      <a:r>
                        <a:rPr sz="1500" dirty="0">
                          <a:latin typeface="Arial" panose="020B0604020202020204" pitchFamily="34" charset="0"/>
                          <a:cs typeface="Arial" panose="020B0604020202020204" pitchFamily="34" charset="0"/>
                        </a:rPr>
                        <a:t>t and Explan</a:t>
                      </a:r>
                      <a:r>
                        <a:rPr sz="1500" spc="-10" dirty="0">
                          <a:latin typeface="Arial" panose="020B0604020202020204" pitchFamily="34" charset="0"/>
                          <a:cs typeface="Arial" panose="020B0604020202020204" pitchFamily="34" charset="0"/>
                        </a:rPr>
                        <a:t>a</a:t>
                      </a:r>
                      <a:r>
                        <a:rPr sz="1500" dirty="0">
                          <a:latin typeface="Arial" panose="020B0604020202020204" pitchFamily="34" charset="0"/>
                          <a:cs typeface="Arial" panose="020B0604020202020204" pitchFamily="34" charset="0"/>
                        </a:rPr>
                        <a:t>tion</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2"/>
                  </a:ext>
                </a:extLst>
              </a:tr>
              <a:tr h="316365">
                <a:tc>
                  <a:txBody>
                    <a:bodyPr/>
                    <a:lstStyle/>
                    <a:p>
                      <a:pPr marL="67945">
                        <a:lnSpc>
                          <a:spcPct val="100000"/>
                        </a:lnSpc>
                      </a:pPr>
                      <a:r>
                        <a:rPr sz="1500" dirty="0">
                          <a:latin typeface="Arial" panose="020B0604020202020204" pitchFamily="34" charset="0"/>
                          <a:cs typeface="Arial" panose="020B0604020202020204" pitchFamily="34" charset="0"/>
                        </a:rPr>
                        <a:t>All</a:t>
                      </a:r>
                      <a:r>
                        <a:rPr sz="1500" spc="-5" dirty="0">
                          <a:latin typeface="Arial" panose="020B0604020202020204" pitchFamily="34" charset="0"/>
                          <a:cs typeface="Arial" panose="020B0604020202020204" pitchFamily="34" charset="0"/>
                        </a:rPr>
                        <a:t>o</a:t>
                      </a:r>
                      <a:r>
                        <a:rPr sz="1500" dirty="0">
                          <a:latin typeface="Arial" panose="020B0604020202020204" pitchFamily="34" charset="0"/>
                          <a:cs typeface="Arial" panose="020B0604020202020204" pitchFamily="34" charset="0"/>
                        </a:rPr>
                        <a:t>w p</a:t>
                      </a:r>
                      <a:r>
                        <a:rPr sz="1500" spc="-15" dirty="0">
                          <a:latin typeface="Arial" panose="020B0604020202020204" pitchFamily="34" charset="0"/>
                          <a:cs typeface="Arial" panose="020B0604020202020204" pitchFamily="34" charset="0"/>
                        </a:rPr>
                        <a:t>a</a:t>
                      </a:r>
                      <a:r>
                        <a:rPr sz="1500" dirty="0">
                          <a:latin typeface="Arial" panose="020B0604020202020204" pitchFamily="34" charset="0"/>
                          <a:cs typeface="Arial" panose="020B0604020202020204" pitchFamily="34" charset="0"/>
                        </a:rPr>
                        <a:t>tie</a:t>
                      </a:r>
                      <a:r>
                        <a:rPr sz="1500" spc="-15" dirty="0">
                          <a:latin typeface="Arial" panose="020B0604020202020204" pitchFamily="34" charset="0"/>
                          <a:cs typeface="Arial" panose="020B0604020202020204" pitchFamily="34" charset="0"/>
                        </a:rPr>
                        <a:t>n</a:t>
                      </a:r>
                      <a:r>
                        <a:rPr sz="1500" dirty="0">
                          <a:latin typeface="Arial" panose="020B0604020202020204" pitchFamily="34" charset="0"/>
                          <a:cs typeface="Arial" panose="020B0604020202020204" pitchFamily="34" charset="0"/>
                        </a:rPr>
                        <a:t>t </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o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t>
                      </a:r>
                      <a:r>
                        <a:rPr sz="1500" spc="-15" dirty="0">
                          <a:latin typeface="Arial" panose="020B0604020202020204" pitchFamily="34" charset="0"/>
                          <a:cs typeface="Arial" panose="020B0604020202020204" pitchFamily="34" charset="0"/>
                        </a:rPr>
                        <a:t>s</a:t>
                      </a:r>
                      <a:r>
                        <a:rPr sz="1500" dirty="0">
                          <a:latin typeface="Arial" panose="020B0604020202020204" pitchFamily="34" charset="0"/>
                          <a:cs typeface="Arial" panose="020B0604020202020204" pitchFamily="34" charset="0"/>
                        </a:rPr>
                        <a:t>t </a:t>
                      </a:r>
                      <a:r>
                        <a:rPr sz="1500" spc="-25" dirty="0">
                          <a:latin typeface="Arial" panose="020B0604020202020204" pitchFamily="34" charset="0"/>
                          <a:cs typeface="Arial" panose="020B0604020202020204" pitchFamily="34" charset="0"/>
                        </a:rPr>
                        <a:t>f</a:t>
                      </a:r>
                      <a:r>
                        <a:rPr sz="1500" dirty="0">
                          <a:latin typeface="Arial" panose="020B0604020202020204" pitchFamily="34" charset="0"/>
                          <a:cs typeface="Arial" panose="020B0604020202020204" pitchFamily="34" charset="0"/>
                        </a:rPr>
                        <a:t>or 5 minu</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es if se</a:t>
                      </a:r>
                      <a:r>
                        <a:rPr sz="1500" spc="-15" dirty="0">
                          <a:latin typeface="Arial" panose="020B0604020202020204" pitchFamily="34" charset="0"/>
                          <a:cs typeface="Arial" panose="020B0604020202020204" pitchFamily="34" charset="0"/>
                        </a:rPr>
                        <a:t>at</a:t>
                      </a:r>
                      <a:r>
                        <a:rPr sz="1500" dirty="0">
                          <a:latin typeface="Arial" panose="020B0604020202020204" pitchFamily="34" charset="0"/>
                          <a:cs typeface="Arial" panose="020B0604020202020204" pitchFamily="34" charset="0"/>
                        </a:rPr>
                        <a:t>ed, 1 minu</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 if </a:t>
                      </a:r>
                      <a:r>
                        <a:rPr sz="1500" spc="-15" dirty="0">
                          <a:latin typeface="Arial" panose="020B0604020202020204" pitchFamily="34" charset="0"/>
                          <a:cs typeface="Arial" panose="020B0604020202020204" pitchFamily="34" charset="0"/>
                        </a:rPr>
                        <a:t>st</a:t>
                      </a:r>
                      <a:r>
                        <a:rPr sz="1500" dirty="0">
                          <a:latin typeface="Arial" panose="020B0604020202020204" pitchFamily="34" charset="0"/>
                          <a:cs typeface="Arial" panose="020B0604020202020204" pitchFamily="34" charset="0"/>
                        </a:rPr>
                        <a:t>anding</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3"/>
                  </a:ext>
                </a:extLst>
              </a:tr>
              <a:tr h="316365">
                <a:tc>
                  <a:txBody>
                    <a:bodyPr/>
                    <a:lstStyle/>
                    <a:p>
                      <a:pPr marL="67945">
                        <a:lnSpc>
                          <a:spcPct val="100000"/>
                        </a:lnSpc>
                      </a:pPr>
                      <a:r>
                        <a:rPr sz="1500" dirty="0">
                          <a:latin typeface="Arial" panose="020B0604020202020204" pitchFamily="34" charset="0"/>
                          <a:cs typeface="Arial" panose="020B0604020202020204" pitchFamily="34" charset="0"/>
                        </a:rPr>
                        <a:t>Ensu</a:t>
                      </a:r>
                      <a:r>
                        <a:rPr sz="1500" spc="-1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 l</a:t>
                      </a:r>
                      <a:r>
                        <a:rPr sz="1500" spc="-15" dirty="0">
                          <a:latin typeface="Arial" panose="020B0604020202020204" pitchFamily="34" charset="0"/>
                          <a:cs typeface="Arial" panose="020B0604020202020204" pitchFamily="34" charset="0"/>
                        </a:rPr>
                        <a:t>e</a:t>
                      </a:r>
                      <a:r>
                        <a:rPr sz="1500" dirty="0">
                          <a:latin typeface="Arial" panose="020B0604020202020204" pitchFamily="34" charset="0"/>
                          <a:cs typeface="Arial" panose="020B0604020202020204" pitchFamily="34" charset="0"/>
                        </a:rPr>
                        <a:t>ft upper arm is suppor</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ed </a:t>
                      </a:r>
                      <a:r>
                        <a:rPr sz="1500" spc="-15" dirty="0">
                          <a:latin typeface="Arial" panose="020B0604020202020204" pitchFamily="34" charset="0"/>
                          <a:cs typeface="Arial" panose="020B0604020202020204" pitchFamily="34" charset="0"/>
                        </a:rPr>
                        <a:t>a</a:t>
                      </a:r>
                      <a:r>
                        <a:rPr sz="1500" dirty="0">
                          <a:latin typeface="Arial" panose="020B0604020202020204" pitchFamily="34" charset="0"/>
                          <a:cs typeface="Arial" panose="020B0604020202020204" pitchFamily="34" charset="0"/>
                        </a:rPr>
                        <a:t>t heart l</a:t>
                      </a:r>
                      <a:r>
                        <a:rPr sz="1500" spc="-10" dirty="0">
                          <a:latin typeface="Arial" panose="020B0604020202020204" pitchFamily="34" charset="0"/>
                          <a:cs typeface="Arial" panose="020B0604020202020204" pitchFamily="34" charset="0"/>
                        </a:rPr>
                        <a:t>e</a:t>
                      </a:r>
                      <a:r>
                        <a:rPr sz="1500" spc="-15" dirty="0">
                          <a:latin typeface="Arial" panose="020B0604020202020204" pitchFamily="34" charset="0"/>
                          <a:cs typeface="Arial" panose="020B0604020202020204" pitchFamily="34" charset="0"/>
                        </a:rPr>
                        <a:t>v</a:t>
                      </a:r>
                      <a:r>
                        <a:rPr sz="1500" dirty="0">
                          <a:latin typeface="Arial" panose="020B0604020202020204" pitchFamily="34" charset="0"/>
                          <a:cs typeface="Arial" panose="020B0604020202020204" pitchFamily="34" charset="0"/>
                        </a:rPr>
                        <a:t>el with palm </a:t>
                      </a:r>
                      <a:r>
                        <a:rPr sz="1500" spc="-25" dirty="0">
                          <a:latin typeface="Arial" panose="020B0604020202020204" pitchFamily="34" charset="0"/>
                          <a:cs typeface="Arial" panose="020B0604020202020204" pitchFamily="34" charset="0"/>
                        </a:rPr>
                        <a:t>f</a:t>
                      </a:r>
                      <a:r>
                        <a:rPr sz="1500" dirty="0">
                          <a:latin typeface="Arial" panose="020B0604020202020204" pitchFamily="34" charset="0"/>
                          <a:cs typeface="Arial" panose="020B0604020202020204" pitchFamily="34" charset="0"/>
                        </a:rPr>
                        <a:t>acing u</a:t>
                      </a:r>
                      <a:r>
                        <a:rPr sz="1500" spc="-5" dirty="0">
                          <a:latin typeface="Arial" panose="020B0604020202020204" pitchFamily="34" charset="0"/>
                          <a:cs typeface="Arial" panose="020B0604020202020204" pitchFamily="34" charset="0"/>
                        </a:rPr>
                        <a:t>p</a:t>
                      </a:r>
                      <a:r>
                        <a:rPr sz="1500" spc="-15" dirty="0">
                          <a:latin typeface="Arial" panose="020B0604020202020204" pitchFamily="34" charset="0"/>
                          <a:cs typeface="Arial" panose="020B0604020202020204" pitchFamily="34" charset="0"/>
                        </a:rPr>
                        <a:t>w</a:t>
                      </a:r>
                      <a:r>
                        <a:rPr sz="1500" dirty="0">
                          <a:latin typeface="Arial" panose="020B0604020202020204" pitchFamily="34" charset="0"/>
                          <a:cs typeface="Arial" panose="020B0604020202020204" pitchFamily="34" charset="0"/>
                        </a:rPr>
                        <a:t>a</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d</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4"/>
                  </a:ext>
                </a:extLst>
              </a:tr>
              <a:tr h="316365">
                <a:tc>
                  <a:txBody>
                    <a:bodyPr/>
                    <a:lstStyle/>
                    <a:p>
                      <a:pPr marL="67945">
                        <a:lnSpc>
                          <a:spcPct val="100000"/>
                        </a:lnSpc>
                      </a:pPr>
                      <a:r>
                        <a:rPr sz="1500" dirty="0">
                          <a:latin typeface="Arial" panose="020B0604020202020204" pitchFamily="34" charset="0"/>
                          <a:cs typeface="Arial" panose="020B0604020202020204" pitchFamily="34" charset="0"/>
                        </a:rPr>
                        <a:t>Ensu</a:t>
                      </a:r>
                      <a:r>
                        <a:rPr sz="1500" spc="-1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 th</a:t>
                      </a:r>
                      <a:r>
                        <a:rPr sz="1500" spc="-15" dirty="0">
                          <a:latin typeface="Arial" panose="020B0604020202020204" pitchFamily="34" charset="0"/>
                          <a:cs typeface="Arial" panose="020B0604020202020204" pitchFamily="34" charset="0"/>
                        </a:rPr>
                        <a:t>a</a:t>
                      </a:r>
                      <a:r>
                        <a:rPr sz="1500" dirty="0">
                          <a:latin typeface="Arial" panose="020B0604020202020204" pitchFamily="34" charset="0"/>
                          <a:cs typeface="Arial" panose="020B0604020202020204" pitchFamily="34" charset="0"/>
                        </a:rPr>
                        <a:t>t tig</a:t>
                      </a:r>
                      <a:r>
                        <a:rPr sz="1500" spc="-15" dirty="0">
                          <a:latin typeface="Arial" panose="020B0604020202020204" pitchFamily="34" charset="0"/>
                          <a:cs typeface="Arial" panose="020B0604020202020204" pitchFamily="34" charset="0"/>
                        </a:rPr>
                        <a:t>h</a:t>
                      </a:r>
                      <a:r>
                        <a:rPr sz="1500" dirty="0">
                          <a:latin typeface="Arial" panose="020B0604020202020204" pitchFamily="34" charset="0"/>
                          <a:cs typeface="Arial" panose="020B0604020202020204" pitchFamily="34" charset="0"/>
                        </a:rPr>
                        <a:t>t or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t>
                      </a:r>
                      <a:r>
                        <a:rPr sz="1500" spc="-15" dirty="0">
                          <a:latin typeface="Arial" panose="020B0604020202020204" pitchFamily="34" charset="0"/>
                          <a:cs typeface="Arial" panose="020B0604020202020204" pitchFamily="34" charset="0"/>
                        </a:rPr>
                        <a:t>s</a:t>
                      </a:r>
                      <a:r>
                        <a:rPr sz="1500" dirty="0">
                          <a:latin typeface="Arial" panose="020B0604020202020204" pitchFamily="34" charset="0"/>
                          <a:cs typeface="Arial" panose="020B0604020202020204" pitchFamily="34" charset="0"/>
                        </a:rPr>
                        <a:t>tricti</a:t>
                      </a:r>
                      <a:r>
                        <a:rPr sz="1500" spc="-15" dirty="0">
                          <a:latin typeface="Arial" panose="020B0604020202020204" pitchFamily="34" charset="0"/>
                          <a:cs typeface="Arial" panose="020B0604020202020204" pitchFamily="34" charset="0"/>
                        </a:rPr>
                        <a:t>v</a:t>
                      </a:r>
                      <a:r>
                        <a:rPr sz="1500" dirty="0">
                          <a:latin typeface="Arial" panose="020B0604020202020204" pitchFamily="34" charset="0"/>
                          <a:cs typeface="Arial" panose="020B0604020202020204" pitchFamily="34" charset="0"/>
                        </a:rPr>
                        <a:t>e clothing is </a:t>
                      </a:r>
                      <a:r>
                        <a:rPr sz="1500" spc="-1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em</a:t>
                      </a:r>
                      <a:r>
                        <a:rPr sz="1500" spc="-10" dirty="0">
                          <a:latin typeface="Arial" panose="020B0604020202020204" pitchFamily="34" charset="0"/>
                          <a:cs typeface="Arial" panose="020B0604020202020204" pitchFamily="34" charset="0"/>
                        </a:rPr>
                        <a:t>o</a:t>
                      </a:r>
                      <a:r>
                        <a:rPr sz="1500" spc="-15" dirty="0">
                          <a:latin typeface="Arial" panose="020B0604020202020204" pitchFamily="34" charset="0"/>
                          <a:cs typeface="Arial" panose="020B0604020202020204" pitchFamily="34" charset="0"/>
                        </a:rPr>
                        <a:t>v</a:t>
                      </a:r>
                      <a:r>
                        <a:rPr sz="1500" dirty="0">
                          <a:latin typeface="Arial" panose="020B0604020202020204" pitchFamily="34" charset="0"/>
                          <a:cs typeface="Arial" panose="020B0604020202020204" pitchFamily="34" charset="0"/>
                        </a:rPr>
                        <a:t>ed f</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om the arm.</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5"/>
                  </a:ext>
                </a:extLst>
              </a:tr>
              <a:tr h="316363">
                <a:tc>
                  <a:txBody>
                    <a:bodyPr/>
                    <a:lstStyle/>
                    <a:p>
                      <a:pPr marL="67310">
                        <a:lnSpc>
                          <a:spcPct val="100000"/>
                        </a:lnSpc>
                      </a:pPr>
                      <a:r>
                        <a:rPr sz="1500" dirty="0">
                          <a:latin typeface="Arial" panose="020B0604020202020204" pitchFamily="34" charset="0"/>
                          <a:cs typeface="Arial" panose="020B0604020202020204" pitchFamily="34" charset="0"/>
                        </a:rPr>
                        <a:t>Check th</a:t>
                      </a:r>
                      <a:r>
                        <a:rPr sz="1500" spc="-15" dirty="0">
                          <a:latin typeface="Arial" panose="020B0604020202020204" pitchFamily="34" charset="0"/>
                          <a:cs typeface="Arial" panose="020B0604020202020204" pitchFamily="34" charset="0"/>
                        </a:rPr>
                        <a:t>a</a:t>
                      </a:r>
                      <a:r>
                        <a:rPr sz="1500" dirty="0">
                          <a:latin typeface="Arial" panose="020B0604020202020204" pitchFamily="34" charset="0"/>
                          <a:cs typeface="Arial" panose="020B0604020202020204" pitchFamily="34" charset="0"/>
                        </a:rPr>
                        <a:t>t the cuff is the </a:t>
                      </a:r>
                      <a:r>
                        <a:rPr sz="1500" spc="-10" dirty="0">
                          <a:latin typeface="Arial" panose="020B0604020202020204" pitchFamily="34" charset="0"/>
                          <a:cs typeface="Arial" panose="020B0604020202020204" pitchFamily="34" charset="0"/>
                        </a:rPr>
                        <a:t>c</a:t>
                      </a:r>
                      <a:r>
                        <a:rPr sz="1500" dirty="0">
                          <a:latin typeface="Arial" panose="020B0604020202020204" pitchFamily="34" charset="0"/>
                          <a:cs typeface="Arial" panose="020B0604020202020204" pitchFamily="34" charset="0"/>
                        </a:rPr>
                        <a:t>or</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ect si</a:t>
                      </a:r>
                      <a:r>
                        <a:rPr sz="1500" spc="-30" dirty="0">
                          <a:latin typeface="Arial" panose="020B0604020202020204" pitchFamily="34" charset="0"/>
                          <a:cs typeface="Arial" panose="020B0604020202020204" pitchFamily="34" charset="0"/>
                        </a:rPr>
                        <a:t>z</a:t>
                      </a:r>
                      <a:r>
                        <a:rPr sz="1500" dirty="0">
                          <a:latin typeface="Arial" panose="020B0604020202020204" pitchFamily="34" charset="0"/>
                          <a:cs typeface="Arial" panose="020B0604020202020204" pitchFamily="34" charset="0"/>
                        </a:rPr>
                        <a:t>e</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6"/>
                  </a:ext>
                </a:extLst>
              </a:tr>
              <a:tr h="522646">
                <a:tc>
                  <a:txBody>
                    <a:bodyPr/>
                    <a:lstStyle/>
                    <a:p>
                      <a:pPr marL="67310">
                        <a:lnSpc>
                          <a:spcPct val="100000"/>
                        </a:lnSpc>
                      </a:pPr>
                      <a:r>
                        <a:rPr sz="1500" spc="-40" dirty="0">
                          <a:latin typeface="Arial" panose="020B0604020202020204" pitchFamily="34" charset="0"/>
                          <a:cs typeface="Arial" panose="020B0604020202020204" pitchFamily="34" charset="0"/>
                        </a:rPr>
                        <a:t>W</a:t>
                      </a:r>
                      <a:r>
                        <a:rPr sz="1500" spc="-2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ap cuff snugly a</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ound the arm with the ce</a:t>
                      </a:r>
                      <a:r>
                        <a:rPr sz="1500" spc="-10" dirty="0">
                          <a:latin typeface="Arial" panose="020B0604020202020204" pitchFamily="34" charset="0"/>
                          <a:cs typeface="Arial" panose="020B0604020202020204" pitchFamily="34" charset="0"/>
                        </a:rPr>
                        <a:t>n</a:t>
                      </a:r>
                      <a:r>
                        <a:rPr sz="1500" dirty="0">
                          <a:latin typeface="Arial" panose="020B0604020202020204" pitchFamily="34" charset="0"/>
                          <a:cs typeface="Arial" panose="020B0604020202020204" pitchFamily="34" charset="0"/>
                        </a:rPr>
                        <a:t>t</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 of the bladder </a:t>
                      </a:r>
                      <a:r>
                        <a:rPr sz="1500" spc="-10" dirty="0">
                          <a:latin typeface="Arial" panose="020B0604020202020204" pitchFamily="34" charset="0"/>
                          <a:cs typeface="Arial" panose="020B0604020202020204" pitchFamily="34" charset="0"/>
                        </a:rPr>
                        <a:t>c</a:t>
                      </a:r>
                      <a:r>
                        <a:rPr sz="1500" spc="-5" dirty="0">
                          <a:latin typeface="Arial" panose="020B0604020202020204" pitchFamily="34" charset="0"/>
                          <a:cs typeface="Arial" panose="020B0604020202020204" pitchFamily="34" charset="0"/>
                        </a:rPr>
                        <a:t>o</a:t>
                      </a:r>
                      <a:r>
                        <a:rPr sz="1500" spc="-15" dirty="0">
                          <a:latin typeface="Arial" panose="020B0604020202020204" pitchFamily="34" charset="0"/>
                          <a:cs typeface="Arial" panose="020B0604020202020204" pitchFamily="34" charset="0"/>
                        </a:rPr>
                        <a:t>v</a:t>
                      </a:r>
                      <a:r>
                        <a:rPr sz="1500" dirty="0">
                          <a:latin typeface="Arial" panose="020B0604020202020204" pitchFamily="34" charset="0"/>
                          <a:cs typeface="Arial" panose="020B0604020202020204" pitchFamily="34" charset="0"/>
                        </a:rPr>
                        <a:t>ering the b</a:t>
                      </a:r>
                      <a:r>
                        <a:rPr sz="1500" spc="-2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achial ar</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a:t>
                      </a:r>
                      <a:r>
                        <a:rPr sz="1500" spc="5" dirty="0">
                          <a:latin typeface="Arial" panose="020B0604020202020204" pitchFamily="34" charset="0"/>
                          <a:cs typeface="Arial" panose="020B0604020202020204" pitchFamily="34" charset="0"/>
                        </a:rPr>
                        <a:t>r</a:t>
                      </a:r>
                      <a:r>
                        <a:rPr sz="1500" spc="-80" dirty="0">
                          <a:latin typeface="Arial" panose="020B0604020202020204" pitchFamily="34" charset="0"/>
                          <a:cs typeface="Arial" panose="020B0604020202020204" pitchFamily="34" charset="0"/>
                        </a:rPr>
                        <a:t>y</a:t>
                      </a:r>
                      <a:r>
                        <a:rPr sz="1500" dirty="0">
                          <a:latin typeface="Arial" panose="020B0604020202020204" pitchFamily="34" charset="0"/>
                          <a:cs typeface="Arial" panose="020B0604020202020204" pitchFamily="34" charset="0"/>
                        </a:rPr>
                        <a:t>.</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7"/>
                  </a:ext>
                </a:extLst>
              </a:tr>
              <a:tr h="316365">
                <a:tc>
                  <a:txBody>
                    <a:bodyPr/>
                    <a:lstStyle/>
                    <a:p>
                      <a:pPr marL="67310">
                        <a:lnSpc>
                          <a:spcPct val="100000"/>
                        </a:lnSpc>
                      </a:pPr>
                      <a:r>
                        <a:rPr sz="1500" spc="-7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urn on the machine </a:t>
                      </a:r>
                      <a:r>
                        <a:rPr sz="1500" spc="-5" dirty="0">
                          <a:latin typeface="Arial" panose="020B0604020202020204" pitchFamily="34" charset="0"/>
                          <a:cs typeface="Arial" panose="020B0604020202020204" pitchFamily="34" charset="0"/>
                        </a:rPr>
                        <a:t>b</a:t>
                      </a:r>
                      <a:r>
                        <a:rPr sz="1500" dirty="0">
                          <a:latin typeface="Arial" panose="020B0604020202020204" pitchFamily="34" charset="0"/>
                          <a:cs typeface="Arial" panose="020B0604020202020204" pitchFamily="34" charset="0"/>
                        </a:rPr>
                        <a:t>y p</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essing the la</a:t>
                      </a:r>
                      <a:r>
                        <a:rPr sz="1500" spc="-20" dirty="0">
                          <a:latin typeface="Arial" panose="020B0604020202020204" pitchFamily="34" charset="0"/>
                          <a:cs typeface="Arial" panose="020B0604020202020204" pitchFamily="34" charset="0"/>
                        </a:rPr>
                        <a:t>r</a:t>
                      </a:r>
                      <a:r>
                        <a:rPr sz="1500" spc="-15" dirty="0">
                          <a:latin typeface="Arial" panose="020B0604020202020204" pitchFamily="34" charset="0"/>
                          <a:cs typeface="Arial" panose="020B0604020202020204" pitchFamily="34" charset="0"/>
                        </a:rPr>
                        <a:t>g</a:t>
                      </a:r>
                      <a:r>
                        <a:rPr sz="1500" dirty="0">
                          <a:latin typeface="Arial" panose="020B0604020202020204" pitchFamily="34" charset="0"/>
                          <a:cs typeface="Arial" panose="020B0604020202020204" pitchFamily="34" charset="0"/>
                        </a:rPr>
                        <a:t>e blue but</a:t>
                      </a:r>
                      <a:r>
                        <a:rPr sz="1500" spc="-10"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on.</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1564421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ED3AB4E5-5805-9A42-B75F-99110E2C2F50}"/>
              </a:ext>
            </a:extLst>
          </p:cNvPr>
          <p:cNvSpPr>
            <a:spLocks noGrp="1"/>
          </p:cNvSpPr>
          <p:nvPr>
            <p:ph type="sldNum" sz="quarter" idx="12"/>
          </p:nvPr>
        </p:nvSpPr>
        <p:spPr/>
        <p:txBody>
          <a:bodyPr/>
          <a:lstStyle/>
          <a:p>
            <a:fld id="{5FCE7002-8CF6-784B-9A24-69DF51357AB2}" type="slidenum">
              <a:rPr lang="en-US" smtClean="0"/>
              <a:t>23</a:t>
            </a:fld>
            <a:endParaRPr lang="en-US"/>
          </a:p>
        </p:txBody>
      </p:sp>
      <p:sp>
        <p:nvSpPr>
          <p:cNvPr id="3" name="object 3">
            <a:extLst>
              <a:ext uri="{FF2B5EF4-FFF2-40B4-BE49-F238E27FC236}">
                <a16:creationId xmlns:a16="http://schemas.microsoft.com/office/drawing/2014/main" xmlns="" id="{AE6A5C54-16B4-8142-8EA2-E53F82459DA0}"/>
              </a:ext>
            </a:extLst>
          </p:cNvPr>
          <p:cNvSpPr txBox="1"/>
          <p:nvPr/>
        </p:nvSpPr>
        <p:spPr>
          <a:xfrm>
            <a:off x="798828" y="4051362"/>
            <a:ext cx="2268801" cy="215444"/>
          </a:xfrm>
          <a:prstGeom prst="rect">
            <a:avLst/>
          </a:prstGeom>
        </p:spPr>
        <p:txBody>
          <a:bodyPr vert="horz" wrap="square" lIns="0" tIns="0" rIns="0" bIns="0" rtlCol="0">
            <a:spAutoFit/>
          </a:bodyPr>
          <a:lstStyle/>
          <a:p>
            <a:pPr marL="12700">
              <a:lnSpc>
                <a:spcPct val="100000"/>
              </a:lnSpc>
            </a:pPr>
            <a:r>
              <a:rPr lang="en-GB" sz="1400" b="1" kern="0" dirty="0">
                <a:solidFill>
                  <a:srgbClr val="00B050"/>
                </a:solidFill>
                <a:latin typeface="Arial" pitchFamily="34" charset="0"/>
                <a:cs typeface="Arial" pitchFamily="34" charset="0"/>
              </a:rPr>
              <a:t>Interpretation of Readings</a:t>
            </a:r>
            <a:endParaRPr sz="1500" b="1" dirty="0">
              <a:solidFill>
                <a:srgbClr val="00B050"/>
              </a:solidFill>
              <a:latin typeface="Calibri"/>
              <a:cs typeface="Calibri"/>
            </a:endParaRPr>
          </a:p>
        </p:txBody>
      </p:sp>
      <p:graphicFrame>
        <p:nvGraphicFramePr>
          <p:cNvPr id="4" name="object 2">
            <a:extLst>
              <a:ext uri="{FF2B5EF4-FFF2-40B4-BE49-F238E27FC236}">
                <a16:creationId xmlns:a16="http://schemas.microsoft.com/office/drawing/2014/main" xmlns="" id="{694EBB07-3586-0441-A6D2-BDE4A4F9C732}"/>
              </a:ext>
            </a:extLst>
          </p:cNvPr>
          <p:cNvGraphicFramePr>
            <a:graphicFrameLocks noGrp="1"/>
          </p:cNvGraphicFramePr>
          <p:nvPr>
            <p:extLst>
              <p:ext uri="{D42A27DB-BD31-4B8C-83A1-F6EECF244321}">
                <p14:modId xmlns:p14="http://schemas.microsoft.com/office/powerpoint/2010/main" val="2973782153"/>
              </p:ext>
            </p:extLst>
          </p:nvPr>
        </p:nvGraphicFramePr>
        <p:xfrm>
          <a:off x="811530" y="969387"/>
          <a:ext cx="9149887" cy="2606397"/>
        </p:xfrm>
        <a:graphic>
          <a:graphicData uri="http://schemas.openxmlformats.org/drawingml/2006/table">
            <a:tbl>
              <a:tblPr firstRow="1" bandRow="1">
                <a:tableStyleId>{10A1B5D5-9B99-4C35-A422-299274C87663}</a:tableStyleId>
              </a:tblPr>
              <a:tblGrid>
                <a:gridCol w="6137910">
                  <a:extLst>
                    <a:ext uri="{9D8B030D-6E8A-4147-A177-3AD203B41FA5}">
                      <a16:colId xmlns:a16="http://schemas.microsoft.com/office/drawing/2014/main" xmlns="" val="20000"/>
                    </a:ext>
                  </a:extLst>
                </a:gridCol>
                <a:gridCol w="1208708">
                  <a:extLst>
                    <a:ext uri="{9D8B030D-6E8A-4147-A177-3AD203B41FA5}">
                      <a16:colId xmlns:a16="http://schemas.microsoft.com/office/drawing/2014/main" xmlns="" val="20001"/>
                    </a:ext>
                  </a:extLst>
                </a:gridCol>
                <a:gridCol w="1803269">
                  <a:extLst>
                    <a:ext uri="{9D8B030D-6E8A-4147-A177-3AD203B41FA5}">
                      <a16:colId xmlns:a16="http://schemas.microsoft.com/office/drawing/2014/main" xmlns="" val="20002"/>
                    </a:ext>
                  </a:extLst>
                </a:gridCol>
              </a:tblGrid>
              <a:tr h="386077">
                <a:tc>
                  <a:txBody>
                    <a:bodyPr/>
                    <a:lstStyle/>
                    <a:p>
                      <a:pPr marL="68580">
                        <a:lnSpc>
                          <a:spcPct val="100000"/>
                        </a:lnSpc>
                      </a:pPr>
                      <a:r>
                        <a:rPr sz="1800" dirty="0">
                          <a:latin typeface="Arial" panose="020B0604020202020204" pitchFamily="34" charset="0"/>
                          <a:cs typeface="Arial" panose="020B0604020202020204" pitchFamily="34" charset="0"/>
                        </a:rPr>
                        <a:t>Action</a:t>
                      </a:r>
                    </a:p>
                  </a:txBody>
                  <a:tcPr marL="0" marR="0" marT="0" marB="0" anchor="ctr">
                    <a:solidFill>
                      <a:srgbClr val="00B050"/>
                    </a:solidFill>
                  </a:tcPr>
                </a:tc>
                <a:tc>
                  <a:txBody>
                    <a:bodyPr/>
                    <a:lstStyle/>
                    <a:p>
                      <a:pPr marL="68580">
                        <a:lnSpc>
                          <a:spcPct val="100000"/>
                        </a:lnSpc>
                      </a:pPr>
                      <a:r>
                        <a:rPr sz="1800" dirty="0">
                          <a:latin typeface="Arial" panose="020B0604020202020204" pitchFamily="34" charset="0"/>
                          <a:cs typeface="Arial" panose="020B0604020202020204" pitchFamily="34" charset="0"/>
                        </a:rPr>
                        <a:t>√</a:t>
                      </a:r>
                    </a:p>
                  </a:txBody>
                  <a:tcPr marL="0" marR="0" marT="0" marB="0" anchor="ctr">
                    <a:solidFill>
                      <a:srgbClr val="00B050"/>
                    </a:solidFill>
                  </a:tcPr>
                </a:tc>
                <a:tc>
                  <a:txBody>
                    <a:bodyPr/>
                    <a:lstStyle/>
                    <a:p>
                      <a:pPr marL="68580">
                        <a:lnSpc>
                          <a:spcPct val="100000"/>
                        </a:lnSpc>
                      </a:pPr>
                      <a:r>
                        <a:rPr lang="en-GB" sz="1800" spc="-5" dirty="0">
                          <a:latin typeface="Arial" panose="020B0604020202020204" pitchFamily="34" charset="0"/>
                          <a:cs typeface="Arial" panose="020B0604020202020204" pitchFamily="34" charset="0"/>
                        </a:rPr>
                        <a:t>C</a:t>
                      </a:r>
                      <a:r>
                        <a:rPr sz="1800" dirty="0" err="1">
                          <a:latin typeface="Arial" panose="020B0604020202020204" pitchFamily="34" charset="0"/>
                          <a:cs typeface="Arial" panose="020B0604020202020204" pitchFamily="34" charset="0"/>
                        </a:rPr>
                        <a:t>omme</a:t>
                      </a:r>
                      <a:r>
                        <a:rPr sz="1800" spc="-15" dirty="0" err="1">
                          <a:latin typeface="Arial" panose="020B0604020202020204" pitchFamily="34" charset="0"/>
                          <a:cs typeface="Arial" panose="020B0604020202020204" pitchFamily="34" charset="0"/>
                        </a:rPr>
                        <a:t>n</a:t>
                      </a:r>
                      <a:r>
                        <a:rPr sz="1800" dirty="0" err="1">
                          <a:latin typeface="Arial" panose="020B0604020202020204" pitchFamily="34" charset="0"/>
                          <a:cs typeface="Arial" panose="020B0604020202020204" pitchFamily="34" charset="0"/>
                        </a:rPr>
                        <a:t>ts</a:t>
                      </a:r>
                      <a:endParaRPr sz="1800" dirty="0">
                        <a:latin typeface="Arial" panose="020B0604020202020204" pitchFamily="34" charset="0"/>
                        <a:cs typeface="Arial" panose="020B0604020202020204" pitchFamily="34" charset="0"/>
                      </a:endParaRPr>
                    </a:p>
                  </a:txBody>
                  <a:tcPr marL="0" marR="0" marT="0" marB="0" anchor="ctr">
                    <a:solidFill>
                      <a:srgbClr val="00B050"/>
                    </a:solidFill>
                  </a:tcPr>
                </a:tc>
                <a:extLst>
                  <a:ext uri="{0D108BD9-81ED-4DB2-BD59-A6C34878D82A}">
                    <a16:rowId xmlns:a16="http://schemas.microsoft.com/office/drawing/2014/main" xmlns="" val="10000"/>
                  </a:ext>
                </a:extLst>
              </a:tr>
              <a:tr h="565344">
                <a:tc>
                  <a:txBody>
                    <a:bodyPr/>
                    <a:lstStyle/>
                    <a:p>
                      <a:pPr marL="68580" marR="126364">
                        <a:lnSpc>
                          <a:spcPct val="100000"/>
                        </a:lnSpc>
                      </a:pPr>
                      <a:r>
                        <a:rPr sz="1500" spc="-45" dirty="0">
                          <a:latin typeface="Arial" panose="020B0604020202020204" pitchFamily="34" charset="0"/>
                          <a:cs typeface="Arial" panose="020B0604020202020204" pitchFamily="34" charset="0"/>
                        </a:rPr>
                        <a:t>W</a:t>
                      </a:r>
                      <a:r>
                        <a:rPr sz="1500" dirty="0">
                          <a:latin typeface="Arial" panose="020B0604020202020204" pitchFamily="34" charset="0"/>
                          <a:cs typeface="Arial" panose="020B0604020202020204" pitchFamily="34" charset="0"/>
                        </a:rPr>
                        <a:t>ait while the machine i</a:t>
                      </a:r>
                      <a:r>
                        <a:rPr sz="1500" spc="-5" dirty="0">
                          <a:latin typeface="Arial" panose="020B0604020202020204" pitchFamily="34" charset="0"/>
                          <a:cs typeface="Arial" panose="020B0604020202020204" pitchFamily="34" charset="0"/>
                        </a:rPr>
                        <a:t>n</a:t>
                      </a:r>
                      <a:r>
                        <a:rPr sz="1500" dirty="0">
                          <a:latin typeface="Arial" panose="020B0604020202020204" pitchFamily="34" charset="0"/>
                          <a:cs typeface="Arial" panose="020B0604020202020204" pitchFamily="34" charset="0"/>
                        </a:rPr>
                        <a:t>fl</a:t>
                      </a:r>
                      <a:r>
                        <a:rPr sz="1500" spc="-15" dirty="0">
                          <a:latin typeface="Arial" panose="020B0604020202020204" pitchFamily="34" charset="0"/>
                          <a:cs typeface="Arial" panose="020B0604020202020204" pitchFamily="34" charset="0"/>
                        </a:rPr>
                        <a:t>at</a:t>
                      </a:r>
                      <a:r>
                        <a:rPr sz="1500" dirty="0">
                          <a:latin typeface="Arial" panose="020B0604020202020204" pitchFamily="34" charset="0"/>
                          <a:cs typeface="Arial" panose="020B0604020202020204" pitchFamily="34" charset="0"/>
                        </a:rPr>
                        <a:t>es the cuff and d</a:t>
                      </a:r>
                      <a:r>
                        <a:rPr sz="1500" spc="-10" dirty="0">
                          <a:latin typeface="Arial" panose="020B0604020202020204" pitchFamily="34" charset="0"/>
                          <a:cs typeface="Arial" panose="020B0604020202020204" pitchFamily="34" charset="0"/>
                        </a:rPr>
                        <a:t>e</a:t>
                      </a:r>
                      <a:r>
                        <a:rPr sz="1500" dirty="0">
                          <a:latin typeface="Arial" panose="020B0604020202020204" pitchFamily="34" charset="0"/>
                          <a:cs typeface="Arial" panose="020B0604020202020204" pitchFamily="34" charset="0"/>
                        </a:rPr>
                        <a:t>fl</a:t>
                      </a:r>
                      <a:r>
                        <a:rPr sz="1500" spc="-15" dirty="0">
                          <a:latin typeface="Arial" panose="020B0604020202020204" pitchFamily="34" charset="0"/>
                          <a:cs typeface="Arial" panose="020B0604020202020204" pitchFamily="34" charset="0"/>
                        </a:rPr>
                        <a:t>at</a:t>
                      </a:r>
                      <a:r>
                        <a:rPr sz="1500" dirty="0">
                          <a:latin typeface="Arial" panose="020B0604020202020204" pitchFamily="34" charset="0"/>
                          <a:cs typeface="Arial" panose="020B0604020202020204" pitchFamily="34" charset="0"/>
                        </a:rPr>
                        <a:t>es. Then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ead the numbe</a:t>
                      </a:r>
                      <a:r>
                        <a:rPr sz="1500" spc="-2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s on the sc</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een and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t>
                      </a:r>
                      <a:r>
                        <a:rPr sz="1500" spc="-15" dirty="0">
                          <a:latin typeface="Arial" panose="020B0604020202020204" pitchFamily="34" charset="0"/>
                          <a:cs typeface="Arial" panose="020B0604020202020204" pitchFamily="34" charset="0"/>
                        </a:rPr>
                        <a:t>c</a:t>
                      </a:r>
                      <a:r>
                        <a:rPr sz="1500" dirty="0">
                          <a:latin typeface="Arial" panose="020B0604020202020204" pitchFamily="34" charset="0"/>
                          <a:cs typeface="Arial" panose="020B0604020202020204" pitchFamily="34" charset="0"/>
                        </a:rPr>
                        <a:t>o</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d them</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1"/>
                  </a:ext>
                </a:extLst>
              </a:tr>
              <a:tr h="330994">
                <a:tc>
                  <a:txBody>
                    <a:bodyPr/>
                    <a:lstStyle/>
                    <a:p>
                      <a:pPr marL="68580">
                        <a:lnSpc>
                          <a:spcPct val="100000"/>
                        </a:lnSpc>
                      </a:pPr>
                      <a:r>
                        <a:rPr sz="1500" spc="-25" dirty="0">
                          <a:latin typeface="Arial" panose="020B0604020202020204" pitchFamily="34" charset="0"/>
                          <a:cs typeface="Arial" panose="020B0604020202020204" pitchFamily="34" charset="0"/>
                        </a:rPr>
                        <a:t>K</a:t>
                      </a:r>
                      <a:r>
                        <a:rPr sz="1500" dirty="0">
                          <a:latin typeface="Arial" panose="020B0604020202020204" pitchFamily="34" charset="0"/>
                          <a:cs typeface="Arial" panose="020B0604020202020204" pitchFamily="34" charset="0"/>
                        </a:rPr>
                        <a:t>eep the cuff on the arm and do another measu</a:t>
                      </a:r>
                      <a:r>
                        <a:rPr sz="1500" spc="-1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eme</a:t>
                      </a:r>
                      <a:r>
                        <a:rPr sz="1500" spc="-15" dirty="0">
                          <a:latin typeface="Arial" panose="020B0604020202020204" pitchFamily="34" charset="0"/>
                          <a:cs typeface="Arial" panose="020B0604020202020204" pitchFamily="34" charset="0"/>
                        </a:rPr>
                        <a:t>n</a:t>
                      </a:r>
                      <a:r>
                        <a:rPr sz="1500" dirty="0">
                          <a:latin typeface="Arial" panose="020B0604020202020204" pitchFamily="34" charset="0"/>
                          <a:cs typeface="Arial" panose="020B0604020202020204" pitchFamily="34" charset="0"/>
                        </a:rPr>
                        <a:t>t </a:t>
                      </a:r>
                      <a:r>
                        <a:rPr sz="1500" spc="-10" dirty="0">
                          <a:latin typeface="Arial" panose="020B0604020202020204" pitchFamily="34" charset="0"/>
                          <a:cs typeface="Arial" panose="020B0604020202020204" pitchFamily="34" charset="0"/>
                        </a:rPr>
                        <a:t>a</a:t>
                      </a:r>
                      <a:r>
                        <a:rPr sz="1500" dirty="0">
                          <a:latin typeface="Arial" panose="020B0604020202020204" pitchFamily="34" charset="0"/>
                          <a:cs typeface="Arial" panose="020B0604020202020204" pitchFamily="34" charset="0"/>
                        </a:rPr>
                        <a:t>f</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er 2 minu</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es</a:t>
                      </a:r>
                      <a:endParaRPr sz="1500">
                        <a:latin typeface="Arial" panose="020B0604020202020204" pitchFamily="34" charset="0"/>
                        <a:cs typeface="Arial" panose="020B0604020202020204" pitchFamily="34" charset="0"/>
                      </a:endParaRP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2"/>
                  </a:ext>
                </a:extLst>
              </a:tr>
              <a:tr h="330996">
                <a:tc>
                  <a:txBody>
                    <a:bodyPr/>
                    <a:lstStyle/>
                    <a:p>
                      <a:pPr marL="67945">
                        <a:lnSpc>
                          <a:spcPct val="100000"/>
                        </a:lnSpc>
                      </a:pPr>
                      <a:r>
                        <a:rPr sz="1500" spc="-2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t>
                      </a:r>
                      <a:r>
                        <a:rPr sz="1500" spc="-15" dirty="0">
                          <a:latin typeface="Arial" panose="020B0604020202020204" pitchFamily="34" charset="0"/>
                          <a:cs typeface="Arial" panose="020B0604020202020204" pitchFamily="34" charset="0"/>
                        </a:rPr>
                        <a:t>c</a:t>
                      </a:r>
                      <a:r>
                        <a:rPr sz="1500" spc="-5" dirty="0">
                          <a:latin typeface="Arial" panose="020B0604020202020204" pitchFamily="34" charset="0"/>
                          <a:cs typeface="Arial" panose="020B0604020202020204" pitchFamily="34" charset="0"/>
                        </a:rPr>
                        <a:t>o</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d</a:t>
                      </a:r>
                      <a:r>
                        <a:rPr sz="1500" spc="-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the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eading</a:t>
                      </a:r>
                      <a:endParaRPr sz="1500">
                        <a:latin typeface="Arial" panose="020B0604020202020204" pitchFamily="34" charset="0"/>
                        <a:cs typeface="Arial" panose="020B0604020202020204" pitchFamily="34" charset="0"/>
                      </a:endParaRP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3"/>
                  </a:ext>
                </a:extLst>
              </a:tr>
              <a:tr h="330996">
                <a:tc>
                  <a:txBody>
                    <a:bodyPr/>
                    <a:lstStyle/>
                    <a:p>
                      <a:pPr marL="67945">
                        <a:lnSpc>
                          <a:spcPct val="100000"/>
                        </a:lnSpc>
                      </a:pPr>
                      <a:r>
                        <a:rPr sz="1500" dirty="0">
                          <a:latin typeface="Arial" panose="020B0604020202020204" pitchFamily="34" charset="0"/>
                          <a:cs typeface="Arial" panose="020B0604020202020204" pitchFamily="34" charset="0"/>
                        </a:rPr>
                        <a:t>Af</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er the la</a:t>
                      </a:r>
                      <a:r>
                        <a:rPr sz="1500" spc="-15" dirty="0">
                          <a:latin typeface="Arial" panose="020B0604020202020204" pitchFamily="34" charset="0"/>
                          <a:cs typeface="Arial" panose="020B0604020202020204" pitchFamily="34" charset="0"/>
                        </a:rPr>
                        <a:t>s</a:t>
                      </a:r>
                      <a:r>
                        <a:rPr sz="1500" dirty="0">
                          <a:latin typeface="Arial" panose="020B0604020202020204" pitchFamily="34" charset="0"/>
                          <a:cs typeface="Arial" panose="020B0604020202020204" pitchFamily="34" charset="0"/>
                        </a:rPr>
                        <a:t>t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eading </a:t>
                      </a:r>
                      <a:r>
                        <a:rPr sz="1500" spc="-15" dirty="0">
                          <a:latin typeface="Arial" panose="020B0604020202020204" pitchFamily="34" charset="0"/>
                          <a:cs typeface="Arial" panose="020B0604020202020204" pitchFamily="34" charset="0"/>
                        </a:rPr>
                        <a:t>y</a:t>
                      </a:r>
                      <a:r>
                        <a:rPr sz="1500" dirty="0">
                          <a:latin typeface="Arial" panose="020B0604020202020204" pitchFamily="34" charset="0"/>
                          <a:cs typeface="Arial" panose="020B0604020202020204" pitchFamily="34" charset="0"/>
                        </a:rPr>
                        <a:t>ou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em</a:t>
                      </a:r>
                      <a:r>
                        <a:rPr sz="1500" spc="-10" dirty="0">
                          <a:latin typeface="Arial" panose="020B0604020202020204" pitchFamily="34" charset="0"/>
                          <a:cs typeface="Arial" panose="020B0604020202020204" pitchFamily="34" charset="0"/>
                        </a:rPr>
                        <a:t>o</a:t>
                      </a:r>
                      <a:r>
                        <a:rPr sz="1500" spc="-15" dirty="0">
                          <a:latin typeface="Arial" panose="020B0604020202020204" pitchFamily="34" charset="0"/>
                          <a:cs typeface="Arial" panose="020B0604020202020204" pitchFamily="34" charset="0"/>
                        </a:rPr>
                        <a:t>v</a:t>
                      </a:r>
                      <a:r>
                        <a:rPr sz="1500" dirty="0">
                          <a:latin typeface="Arial" panose="020B0604020202020204" pitchFamily="34" charset="0"/>
                          <a:cs typeface="Arial" panose="020B0604020202020204" pitchFamily="34" charset="0"/>
                        </a:rPr>
                        <a:t>e the cuff</a:t>
                      </a:r>
                      <a:endParaRPr sz="1500">
                        <a:latin typeface="Arial" panose="020B0604020202020204" pitchFamily="34" charset="0"/>
                        <a:cs typeface="Arial" panose="020B0604020202020204" pitchFamily="34" charset="0"/>
                      </a:endParaRP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4"/>
                  </a:ext>
                </a:extLst>
              </a:tr>
              <a:tr h="330996">
                <a:tc>
                  <a:txBody>
                    <a:bodyPr/>
                    <a:lstStyle/>
                    <a:p>
                      <a:pPr marL="67945">
                        <a:lnSpc>
                          <a:spcPct val="100000"/>
                        </a:lnSpc>
                      </a:pPr>
                      <a:r>
                        <a:rPr sz="1500" spc="-2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t>
                      </a:r>
                      <a:r>
                        <a:rPr sz="1500" spc="-15" dirty="0">
                          <a:latin typeface="Arial" panose="020B0604020202020204" pitchFamily="34" charset="0"/>
                          <a:cs typeface="Arial" panose="020B0604020202020204" pitchFamily="34" charset="0"/>
                        </a:rPr>
                        <a:t>c</a:t>
                      </a:r>
                      <a:r>
                        <a:rPr sz="1500" spc="-5" dirty="0">
                          <a:latin typeface="Arial" panose="020B0604020202020204" pitchFamily="34" charset="0"/>
                          <a:cs typeface="Arial" panose="020B0604020202020204" pitchFamily="34" charset="0"/>
                        </a:rPr>
                        <a:t>o</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d</a:t>
                      </a:r>
                      <a:r>
                        <a:rPr sz="1500" spc="-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the </a:t>
                      </a:r>
                      <a:r>
                        <a:rPr sz="1500" spc="-5" dirty="0">
                          <a:latin typeface="Arial" panose="020B0604020202020204" pitchFamily="34" charset="0"/>
                          <a:cs typeface="Arial" panose="020B0604020202020204" pitchFamily="34" charset="0"/>
                        </a:rPr>
                        <a:t>se</a:t>
                      </a:r>
                      <a:r>
                        <a:rPr sz="1500" spc="-10" dirty="0">
                          <a:latin typeface="Arial" panose="020B0604020202020204" pitchFamily="34" charset="0"/>
                          <a:cs typeface="Arial" panose="020B0604020202020204" pitchFamily="34" charset="0"/>
                        </a:rPr>
                        <a:t>c</a:t>
                      </a:r>
                      <a:r>
                        <a:rPr sz="1500" spc="-5" dirty="0">
                          <a:latin typeface="Arial" panose="020B0604020202020204" pitchFamily="34" charset="0"/>
                          <a:cs typeface="Arial" panose="020B0604020202020204" pitchFamily="34" charset="0"/>
                        </a:rPr>
                        <a:t>on</a:t>
                      </a:r>
                      <a:r>
                        <a:rPr sz="1500" dirty="0">
                          <a:latin typeface="Arial" panose="020B0604020202020204" pitchFamily="34" charset="0"/>
                          <a:cs typeface="Arial" panose="020B0604020202020204" pitchFamily="34" charset="0"/>
                        </a:rPr>
                        <a:t>d </a:t>
                      </a:r>
                      <a:r>
                        <a:rPr sz="1500" spc="-1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eading</a:t>
                      </a:r>
                      <a:r>
                        <a:rPr sz="1500" spc="-10" dirty="0">
                          <a:latin typeface="Arial" panose="020B0604020202020204" pitchFamily="34" charset="0"/>
                          <a:cs typeface="Arial" panose="020B0604020202020204" pitchFamily="34" charset="0"/>
                        </a:rPr>
                        <a:t> </a:t>
                      </a:r>
                      <a:r>
                        <a:rPr sz="1500" spc="-5" dirty="0">
                          <a:latin typeface="Arial" panose="020B0604020202020204" pitchFamily="34" charset="0"/>
                          <a:cs typeface="Arial" panose="020B0604020202020204" pitchFamily="34" charset="0"/>
                        </a:rPr>
                        <a:t>o</a:t>
                      </a:r>
                      <a:r>
                        <a:rPr sz="1500" dirty="0">
                          <a:latin typeface="Arial" panose="020B0604020202020204" pitchFamily="34" charset="0"/>
                          <a:cs typeface="Arial" panose="020B0604020202020204" pitchFamily="34" charset="0"/>
                        </a:rPr>
                        <a:t>n the </a:t>
                      </a:r>
                      <a:r>
                        <a:rPr sz="1500" spc="-5" dirty="0">
                          <a:latin typeface="Arial" panose="020B0604020202020204" pitchFamily="34" charset="0"/>
                          <a:cs typeface="Arial" panose="020B0604020202020204" pitchFamily="34" charset="0"/>
                        </a:rPr>
                        <a:t>d</a:t>
                      </a:r>
                      <a:r>
                        <a:rPr sz="1500" spc="-10" dirty="0">
                          <a:latin typeface="Arial" panose="020B0604020202020204" pitchFamily="34" charset="0"/>
                          <a:cs typeface="Arial" panose="020B0604020202020204" pitchFamily="34" charset="0"/>
                        </a:rPr>
                        <a:t>a</a:t>
                      </a:r>
                      <a:r>
                        <a:rPr sz="1500" spc="-15" dirty="0">
                          <a:latin typeface="Arial" panose="020B0604020202020204" pitchFamily="34" charset="0"/>
                          <a:cs typeface="Arial" panose="020B0604020202020204" pitchFamily="34" charset="0"/>
                        </a:rPr>
                        <a:t>t</a:t>
                      </a:r>
                      <a:r>
                        <a:rPr sz="1500" dirty="0">
                          <a:latin typeface="Arial" panose="020B0604020202020204" pitchFamily="34" charset="0"/>
                          <a:cs typeface="Arial" panose="020B0604020202020204" pitchFamily="34" charset="0"/>
                        </a:rPr>
                        <a:t>a </a:t>
                      </a:r>
                      <a:r>
                        <a:rPr sz="1500" spc="-5" dirty="0">
                          <a:latin typeface="Arial" panose="020B0604020202020204" pitchFamily="34" charset="0"/>
                          <a:cs typeface="Arial" panose="020B0604020202020204" pitchFamily="34" charset="0"/>
                        </a:rPr>
                        <a:t>she</a:t>
                      </a:r>
                      <a:r>
                        <a:rPr sz="1500" spc="-10" dirty="0">
                          <a:latin typeface="Arial" panose="020B0604020202020204" pitchFamily="34" charset="0"/>
                          <a:cs typeface="Arial" panose="020B0604020202020204" pitchFamily="34" charset="0"/>
                        </a:rPr>
                        <a:t>e</a:t>
                      </a:r>
                      <a:r>
                        <a:rPr sz="1500" dirty="0">
                          <a:latin typeface="Arial" panose="020B0604020202020204" pitchFamily="34" charset="0"/>
                          <a:cs typeface="Arial" panose="020B0604020202020204" pitchFamily="34" charset="0"/>
                        </a:rPr>
                        <a:t>t</a:t>
                      </a: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5"/>
                  </a:ext>
                </a:extLst>
              </a:tr>
              <a:tr h="330994">
                <a:tc>
                  <a:txBody>
                    <a:bodyPr/>
                    <a:lstStyle/>
                    <a:p>
                      <a:pPr marL="67945">
                        <a:lnSpc>
                          <a:spcPct val="100000"/>
                        </a:lnSpc>
                      </a:pPr>
                      <a:r>
                        <a:rPr sz="1500" dirty="0">
                          <a:latin typeface="Arial" panose="020B0604020202020204" pitchFamily="34" charset="0"/>
                          <a:cs typeface="Arial" panose="020B0604020202020204" pitchFamily="34" charset="0"/>
                        </a:rPr>
                        <a:t>Sha</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 the </a:t>
                      </a:r>
                      <a:r>
                        <a:rPr sz="1500" spc="-20"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esult with the clie</a:t>
                      </a:r>
                      <a:r>
                        <a:rPr sz="1500" spc="-10" dirty="0">
                          <a:latin typeface="Arial" panose="020B0604020202020204" pitchFamily="34" charset="0"/>
                          <a:cs typeface="Arial" panose="020B0604020202020204" pitchFamily="34" charset="0"/>
                        </a:rPr>
                        <a:t>n</a:t>
                      </a:r>
                      <a:r>
                        <a:rPr sz="1500" dirty="0">
                          <a:latin typeface="Arial" panose="020B0604020202020204" pitchFamily="34" charset="0"/>
                          <a:cs typeface="Arial" panose="020B0604020202020204" pitchFamily="34" charset="0"/>
                        </a:rPr>
                        <a:t>t and </a:t>
                      </a:r>
                      <a:r>
                        <a:rPr sz="1500" spc="-20" dirty="0">
                          <a:latin typeface="Arial" panose="020B0604020202020204" pitchFamily="34" charset="0"/>
                          <a:cs typeface="Arial" panose="020B0604020202020204" pitchFamily="34" charset="0"/>
                        </a:rPr>
                        <a:t>e</a:t>
                      </a:r>
                      <a:r>
                        <a:rPr sz="1500" dirty="0">
                          <a:latin typeface="Arial" panose="020B0604020202020204" pitchFamily="34" charset="0"/>
                          <a:cs typeface="Arial" panose="020B0604020202020204" pitchFamily="34" charset="0"/>
                        </a:rPr>
                        <a:t>xplain the meaning of the </a:t>
                      </a:r>
                      <a:r>
                        <a:rPr sz="1500" spc="-15" dirty="0">
                          <a:latin typeface="Arial" panose="020B0604020202020204" pitchFamily="34" charset="0"/>
                          <a:cs typeface="Arial" panose="020B0604020202020204" pitchFamily="34" charset="0"/>
                        </a:rPr>
                        <a:t>r</a:t>
                      </a:r>
                      <a:r>
                        <a:rPr sz="1500" dirty="0">
                          <a:latin typeface="Arial" panose="020B0604020202020204" pitchFamily="34" charset="0"/>
                          <a:cs typeface="Arial" panose="020B0604020202020204" pitchFamily="34" charset="0"/>
                        </a:rPr>
                        <a:t>esult</a:t>
                      </a:r>
                      <a:endParaRPr sz="1500">
                        <a:latin typeface="Arial" panose="020B0604020202020204" pitchFamily="34" charset="0"/>
                        <a:cs typeface="Arial" panose="020B0604020202020204" pitchFamily="34" charset="0"/>
                      </a:endParaRPr>
                    </a:p>
                  </a:txBody>
                  <a:tcPr marL="0" marR="0" marT="0" marB="0" anchor="ctr"/>
                </a:tc>
                <a:tc>
                  <a:txBody>
                    <a:bodyPr/>
                    <a:lstStyle/>
                    <a:p>
                      <a:endParaRPr sz="1500">
                        <a:latin typeface="Arial" panose="020B0604020202020204" pitchFamily="34" charset="0"/>
                        <a:cs typeface="Arial" panose="020B0604020202020204" pitchFamily="34" charset="0"/>
                      </a:endParaRPr>
                    </a:p>
                  </a:txBody>
                  <a:tcPr marL="0" marR="0" marT="0" marB="0" anchor="ctr"/>
                </a:tc>
                <a:tc>
                  <a:txBody>
                    <a:bodyPr/>
                    <a:lstStyle/>
                    <a:p>
                      <a:endParaRPr sz="15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xmlns="" val="10006"/>
                  </a:ext>
                </a:extLst>
              </a:tr>
            </a:tbl>
          </a:graphicData>
        </a:graphic>
      </p:graphicFrame>
      <p:graphicFrame>
        <p:nvGraphicFramePr>
          <p:cNvPr id="5" name="object 4">
            <a:extLst>
              <a:ext uri="{FF2B5EF4-FFF2-40B4-BE49-F238E27FC236}">
                <a16:creationId xmlns:a16="http://schemas.microsoft.com/office/drawing/2014/main" xmlns="" id="{D35EDCB1-D21A-484A-9790-1C995FCA6EA8}"/>
              </a:ext>
            </a:extLst>
          </p:cNvPr>
          <p:cNvGraphicFramePr>
            <a:graphicFrameLocks noGrp="1"/>
          </p:cNvGraphicFramePr>
          <p:nvPr>
            <p:extLst>
              <p:ext uri="{D42A27DB-BD31-4B8C-83A1-F6EECF244321}">
                <p14:modId xmlns:p14="http://schemas.microsoft.com/office/powerpoint/2010/main" val="2903114988"/>
              </p:ext>
            </p:extLst>
          </p:nvPr>
        </p:nvGraphicFramePr>
        <p:xfrm>
          <a:off x="811530" y="4614355"/>
          <a:ext cx="9149889" cy="2012356"/>
        </p:xfrm>
        <a:graphic>
          <a:graphicData uri="http://schemas.openxmlformats.org/drawingml/2006/table">
            <a:tbl>
              <a:tblPr firstRow="1" bandRow="1">
                <a:tableStyleId>{10A1B5D5-9B99-4C35-A422-299274C87663}</a:tableStyleId>
              </a:tblPr>
              <a:tblGrid>
                <a:gridCol w="2009373">
                  <a:extLst>
                    <a:ext uri="{9D8B030D-6E8A-4147-A177-3AD203B41FA5}">
                      <a16:colId xmlns:a16="http://schemas.microsoft.com/office/drawing/2014/main" xmlns="" val="20000"/>
                    </a:ext>
                  </a:extLst>
                </a:gridCol>
                <a:gridCol w="2402261">
                  <a:extLst>
                    <a:ext uri="{9D8B030D-6E8A-4147-A177-3AD203B41FA5}">
                      <a16:colId xmlns:a16="http://schemas.microsoft.com/office/drawing/2014/main" xmlns="" val="20001"/>
                    </a:ext>
                  </a:extLst>
                </a:gridCol>
                <a:gridCol w="4738255">
                  <a:extLst>
                    <a:ext uri="{9D8B030D-6E8A-4147-A177-3AD203B41FA5}">
                      <a16:colId xmlns:a16="http://schemas.microsoft.com/office/drawing/2014/main" xmlns="" val="20002"/>
                    </a:ext>
                  </a:extLst>
                </a:gridCol>
              </a:tblGrid>
              <a:tr h="327522">
                <a:tc>
                  <a:txBody>
                    <a:bodyPr/>
                    <a:lstStyle/>
                    <a:p>
                      <a:pPr marL="50800">
                        <a:lnSpc>
                          <a:spcPct val="100000"/>
                        </a:lnSpc>
                      </a:pPr>
                      <a:r>
                        <a:rPr lang="en-US" sz="1300" dirty="0">
                          <a:solidFill>
                            <a:schemeClr val="bg1"/>
                          </a:solidFill>
                          <a:latin typeface="Arial" panose="020B0604020202020204" pitchFamily="34" charset="0"/>
                          <a:cs typeface="Arial" panose="020B0604020202020204" pitchFamily="34" charset="0"/>
                        </a:rPr>
                        <a:t>Upper</a:t>
                      </a:r>
                      <a:r>
                        <a:rPr sz="1300" dirty="0">
                          <a:solidFill>
                            <a:schemeClr val="bg1"/>
                          </a:solidFill>
                          <a:latin typeface="Arial" panose="020B0604020202020204" pitchFamily="34" charset="0"/>
                          <a:cs typeface="Arial" panose="020B0604020202020204" pitchFamily="34" charset="0"/>
                        </a:rPr>
                        <a:t> number</a:t>
                      </a:r>
                      <a:r>
                        <a:rPr sz="1300" spc="-5" dirty="0">
                          <a:solidFill>
                            <a:schemeClr val="bg1"/>
                          </a:solidFill>
                          <a:latin typeface="Arial" panose="020B0604020202020204" pitchFamily="34" charset="0"/>
                          <a:cs typeface="Arial" panose="020B0604020202020204" pitchFamily="34" charset="0"/>
                        </a:rPr>
                        <a:t> </a:t>
                      </a:r>
                      <a:r>
                        <a:rPr sz="1300" dirty="0">
                          <a:solidFill>
                            <a:schemeClr val="bg1"/>
                          </a:solidFill>
                          <a:latin typeface="Arial" panose="020B0604020202020204" pitchFamily="34" charset="0"/>
                          <a:cs typeface="Arial" panose="020B0604020202020204" pitchFamily="34" charset="0"/>
                        </a:rPr>
                        <a:t>(</a:t>
                      </a:r>
                      <a:r>
                        <a:rPr sz="1300" spc="-20" dirty="0">
                          <a:solidFill>
                            <a:schemeClr val="bg1"/>
                          </a:solidFill>
                          <a:latin typeface="Arial" panose="020B0604020202020204" pitchFamily="34" charset="0"/>
                          <a:cs typeface="Arial" panose="020B0604020202020204" pitchFamily="34" charset="0"/>
                        </a:rPr>
                        <a:t>s</a:t>
                      </a:r>
                      <a:r>
                        <a:rPr sz="1300" spc="-10" dirty="0">
                          <a:solidFill>
                            <a:schemeClr val="bg1"/>
                          </a:solidFill>
                          <a:latin typeface="Arial" panose="020B0604020202020204" pitchFamily="34" charset="0"/>
                          <a:cs typeface="Arial" panose="020B0604020202020204" pitchFamily="34" charset="0"/>
                        </a:rPr>
                        <a:t>y</a:t>
                      </a:r>
                      <a:r>
                        <a:rPr sz="1300" spc="-15" dirty="0">
                          <a:solidFill>
                            <a:schemeClr val="bg1"/>
                          </a:solidFill>
                          <a:latin typeface="Arial" panose="020B0604020202020204" pitchFamily="34" charset="0"/>
                          <a:cs typeface="Arial" panose="020B0604020202020204" pitchFamily="34" charset="0"/>
                        </a:rPr>
                        <a:t>st</a:t>
                      </a:r>
                      <a:r>
                        <a:rPr sz="1300" dirty="0">
                          <a:solidFill>
                            <a:schemeClr val="bg1"/>
                          </a:solidFill>
                          <a:latin typeface="Arial" panose="020B0604020202020204" pitchFamily="34" charset="0"/>
                          <a:cs typeface="Arial" panose="020B0604020202020204" pitchFamily="34" charset="0"/>
                        </a:rPr>
                        <a:t>olic)</a:t>
                      </a:r>
                    </a:p>
                  </a:txBody>
                  <a:tcPr marL="0" marR="0" marT="0" marB="0" anchor="ctr">
                    <a:solidFill>
                      <a:srgbClr val="00B050"/>
                    </a:solidFill>
                  </a:tcPr>
                </a:tc>
                <a:tc>
                  <a:txBody>
                    <a:bodyPr/>
                    <a:lstStyle/>
                    <a:p>
                      <a:pPr marL="50800">
                        <a:lnSpc>
                          <a:spcPct val="100000"/>
                        </a:lnSpc>
                      </a:pPr>
                      <a:r>
                        <a:rPr lang="en-US" sz="1300" spc="0" dirty="0">
                          <a:solidFill>
                            <a:schemeClr val="bg1"/>
                          </a:solidFill>
                          <a:latin typeface="Arial" panose="020B0604020202020204" pitchFamily="34" charset="0"/>
                          <a:cs typeface="Arial" panose="020B0604020202020204" pitchFamily="34" charset="0"/>
                        </a:rPr>
                        <a:t>Lower</a:t>
                      </a:r>
                      <a:r>
                        <a:rPr sz="1300" spc="-5" dirty="0">
                          <a:solidFill>
                            <a:schemeClr val="bg1"/>
                          </a:solidFill>
                          <a:latin typeface="Arial" panose="020B0604020202020204" pitchFamily="34" charset="0"/>
                          <a:cs typeface="Arial" panose="020B0604020202020204" pitchFamily="34" charset="0"/>
                        </a:rPr>
                        <a:t> </a:t>
                      </a:r>
                      <a:r>
                        <a:rPr sz="1300" dirty="0">
                          <a:solidFill>
                            <a:schemeClr val="bg1"/>
                          </a:solidFill>
                          <a:latin typeface="Arial" panose="020B0604020202020204" pitchFamily="34" charset="0"/>
                          <a:cs typeface="Arial" panose="020B0604020202020204" pitchFamily="34" charset="0"/>
                        </a:rPr>
                        <a:t>number</a:t>
                      </a:r>
                      <a:r>
                        <a:rPr sz="1300" spc="-5" dirty="0">
                          <a:solidFill>
                            <a:schemeClr val="bg1"/>
                          </a:solidFill>
                          <a:latin typeface="Arial" panose="020B0604020202020204" pitchFamily="34" charset="0"/>
                          <a:cs typeface="Arial" panose="020B0604020202020204" pitchFamily="34" charset="0"/>
                        </a:rPr>
                        <a:t> </a:t>
                      </a:r>
                      <a:r>
                        <a:rPr sz="1300" dirty="0">
                          <a:solidFill>
                            <a:schemeClr val="bg1"/>
                          </a:solidFill>
                          <a:latin typeface="Arial" panose="020B0604020202020204" pitchFamily="34" charset="0"/>
                          <a:cs typeface="Arial" panose="020B0604020202020204" pitchFamily="34" charset="0"/>
                        </a:rPr>
                        <a:t>(</a:t>
                      </a:r>
                      <a:r>
                        <a:rPr sz="1300" spc="-5" dirty="0">
                          <a:solidFill>
                            <a:schemeClr val="bg1"/>
                          </a:solidFill>
                          <a:latin typeface="Arial" panose="020B0604020202020204" pitchFamily="34" charset="0"/>
                          <a:cs typeface="Arial" panose="020B0604020202020204" pitchFamily="34" charset="0"/>
                        </a:rPr>
                        <a:t>d</a:t>
                      </a:r>
                      <a:r>
                        <a:rPr sz="1300" dirty="0">
                          <a:solidFill>
                            <a:schemeClr val="bg1"/>
                          </a:solidFill>
                          <a:latin typeface="Arial" panose="020B0604020202020204" pitchFamily="34" charset="0"/>
                          <a:cs typeface="Arial" panose="020B0604020202020204" pitchFamily="34" charset="0"/>
                        </a:rPr>
                        <a:t>ia</a:t>
                      </a:r>
                      <a:r>
                        <a:rPr sz="1300" spc="-20" dirty="0">
                          <a:solidFill>
                            <a:schemeClr val="bg1"/>
                          </a:solidFill>
                          <a:latin typeface="Arial" panose="020B0604020202020204" pitchFamily="34" charset="0"/>
                          <a:cs typeface="Arial" panose="020B0604020202020204" pitchFamily="34" charset="0"/>
                        </a:rPr>
                        <a:t>s</a:t>
                      </a:r>
                      <a:r>
                        <a:rPr sz="1300" spc="-15" dirty="0">
                          <a:solidFill>
                            <a:schemeClr val="bg1"/>
                          </a:solidFill>
                          <a:latin typeface="Arial" panose="020B0604020202020204" pitchFamily="34" charset="0"/>
                          <a:cs typeface="Arial" panose="020B0604020202020204" pitchFamily="34" charset="0"/>
                        </a:rPr>
                        <a:t>t</a:t>
                      </a:r>
                      <a:r>
                        <a:rPr sz="1300" dirty="0">
                          <a:solidFill>
                            <a:schemeClr val="bg1"/>
                          </a:solidFill>
                          <a:latin typeface="Arial" panose="020B0604020202020204" pitchFamily="34" charset="0"/>
                          <a:cs typeface="Arial" panose="020B0604020202020204" pitchFamily="34" charset="0"/>
                        </a:rPr>
                        <a:t>olic)</a:t>
                      </a:r>
                    </a:p>
                  </a:txBody>
                  <a:tcPr marL="0" marR="0" marT="0" marB="0" anchor="ctr">
                    <a:solidFill>
                      <a:srgbClr val="00B050"/>
                    </a:solidFill>
                  </a:tcPr>
                </a:tc>
                <a:tc>
                  <a:txBody>
                    <a:bodyPr/>
                    <a:lstStyle/>
                    <a:p>
                      <a:pPr marL="50165">
                        <a:lnSpc>
                          <a:spcPct val="100000"/>
                        </a:lnSpc>
                      </a:pPr>
                      <a:r>
                        <a:rPr lang="en-US" sz="1300" spc="-20" dirty="0">
                          <a:solidFill>
                            <a:schemeClr val="bg1"/>
                          </a:solidFill>
                          <a:latin typeface="Arial" panose="020B0604020202020204" pitchFamily="34" charset="0"/>
                          <a:cs typeface="Arial" panose="020B0604020202020204" pitchFamily="34" charset="0"/>
                        </a:rPr>
                        <a:t>R</a:t>
                      </a:r>
                      <a:r>
                        <a:rPr sz="1300" spc="-5" dirty="0">
                          <a:solidFill>
                            <a:schemeClr val="bg1"/>
                          </a:solidFill>
                          <a:latin typeface="Arial" panose="020B0604020202020204" pitchFamily="34" charset="0"/>
                          <a:cs typeface="Arial" panose="020B0604020202020204" pitchFamily="34" charset="0"/>
                        </a:rPr>
                        <a:t>esults</a:t>
                      </a:r>
                      <a:r>
                        <a:rPr sz="1300" spc="-55" dirty="0">
                          <a:solidFill>
                            <a:schemeClr val="bg1"/>
                          </a:solidFill>
                          <a:latin typeface="Arial" panose="020B0604020202020204" pitchFamily="34" charset="0"/>
                          <a:cs typeface="Arial" panose="020B0604020202020204" pitchFamily="34" charset="0"/>
                        </a:rPr>
                        <a:t>/</a:t>
                      </a:r>
                      <a:r>
                        <a:rPr sz="1300" dirty="0">
                          <a:solidFill>
                            <a:schemeClr val="bg1"/>
                          </a:solidFill>
                          <a:latin typeface="Arial" panose="020B0604020202020204" pitchFamily="34" charset="0"/>
                          <a:cs typeface="Arial" panose="020B0604020202020204" pitchFamily="34" charset="0"/>
                        </a:rPr>
                        <a:t>advise</a:t>
                      </a:r>
                    </a:p>
                  </a:txBody>
                  <a:tcPr marL="0" marR="0" marT="0" marB="0" anchor="ctr">
                    <a:solidFill>
                      <a:srgbClr val="00B050"/>
                    </a:solidFill>
                  </a:tcPr>
                </a:tc>
                <a:extLst>
                  <a:ext uri="{0D108BD9-81ED-4DB2-BD59-A6C34878D82A}">
                    <a16:rowId xmlns:a16="http://schemas.microsoft.com/office/drawing/2014/main" xmlns="" val="10000"/>
                  </a:ext>
                </a:extLst>
              </a:tr>
              <a:tr h="736488">
                <a:tc>
                  <a:txBody>
                    <a:bodyPr/>
                    <a:lstStyle/>
                    <a:p>
                      <a:pPr marL="50800">
                        <a:lnSpc>
                          <a:spcPct val="100000"/>
                        </a:lnSpc>
                      </a:pPr>
                      <a:r>
                        <a:rPr sz="1600" dirty="0">
                          <a:latin typeface="Arial" panose="020B0604020202020204" pitchFamily="34" charset="0"/>
                          <a:cs typeface="Arial" panose="020B0604020202020204" pitchFamily="34" charset="0"/>
                        </a:rPr>
                        <a:t>100 -139</a:t>
                      </a:r>
                    </a:p>
                  </a:txBody>
                  <a:tcPr marL="0" marR="0" marT="0" marB="0" anchor="ctr"/>
                </a:tc>
                <a:tc>
                  <a:txBody>
                    <a:bodyPr/>
                    <a:lstStyle/>
                    <a:p>
                      <a:pPr marL="50800">
                        <a:lnSpc>
                          <a:spcPct val="100000"/>
                        </a:lnSpc>
                      </a:pPr>
                      <a:r>
                        <a:rPr sz="1600" dirty="0">
                          <a:latin typeface="Arial" panose="020B0604020202020204" pitchFamily="34" charset="0"/>
                          <a:cs typeface="Arial" panose="020B0604020202020204" pitchFamily="34" charset="0"/>
                        </a:rPr>
                        <a:t>60-89</a:t>
                      </a:r>
                    </a:p>
                  </a:txBody>
                  <a:tcPr marL="0" marR="0" marT="0" marB="0" anchor="ctr"/>
                </a:tc>
                <a:tc>
                  <a:txBody>
                    <a:bodyPr/>
                    <a:lstStyle/>
                    <a:p>
                      <a:pPr marL="50165">
                        <a:lnSpc>
                          <a:spcPct val="100000"/>
                        </a:lnSpc>
                      </a:pPr>
                      <a:r>
                        <a:rPr sz="1600" dirty="0">
                          <a:solidFill>
                            <a:schemeClr val="dk1"/>
                          </a:solidFill>
                          <a:latin typeface="Arial" panose="020B0604020202020204" pitchFamily="34" charset="0"/>
                          <a:ea typeface="+mn-ea"/>
                          <a:cs typeface="Arial" panose="020B0604020202020204" pitchFamily="34" charset="0"/>
                        </a:rPr>
                        <a:t>Advise on healthy living</a:t>
                      </a:r>
                      <a:endParaRPr lang="en-US" sz="1600" dirty="0">
                        <a:solidFill>
                          <a:schemeClr val="dk1"/>
                        </a:solidFill>
                        <a:latin typeface="Arial" panose="020B0604020202020204" pitchFamily="34" charset="0"/>
                        <a:ea typeface="+mn-ea"/>
                        <a:cs typeface="Arial" panose="020B0604020202020204" pitchFamily="34" charset="0"/>
                      </a:endParaRPr>
                    </a:p>
                    <a:p>
                      <a:pPr marL="50165">
                        <a:lnSpc>
                          <a:spcPct val="100000"/>
                        </a:lnSpc>
                      </a:pPr>
                      <a:r>
                        <a:rPr lang="en-US" sz="1600" dirty="0">
                          <a:solidFill>
                            <a:schemeClr val="dk1"/>
                          </a:solidFill>
                          <a:latin typeface="Arial" panose="020B0604020202020204" pitchFamily="34" charset="0"/>
                          <a:ea typeface="+mn-ea"/>
                          <a:cs typeface="Arial" panose="020B0604020202020204" pitchFamily="34" charset="0"/>
                        </a:rPr>
                        <a:t>Monitor blood pressure regularly</a:t>
                      </a:r>
                      <a:endParaRPr sz="1600" dirty="0">
                        <a:solidFill>
                          <a:schemeClr val="dk1"/>
                        </a:solidFill>
                        <a:latin typeface="Arial" panose="020B0604020202020204" pitchFamily="34" charset="0"/>
                        <a:ea typeface="+mn-ea"/>
                        <a:cs typeface="Arial" panose="020B0604020202020204" pitchFamily="34" charset="0"/>
                      </a:endParaRPr>
                    </a:p>
                  </a:txBody>
                  <a:tcPr marL="0" marR="0" marT="0" marB="0" anchor="ctr"/>
                </a:tc>
                <a:extLst>
                  <a:ext uri="{0D108BD9-81ED-4DB2-BD59-A6C34878D82A}">
                    <a16:rowId xmlns:a16="http://schemas.microsoft.com/office/drawing/2014/main" xmlns="" val="10001"/>
                  </a:ext>
                </a:extLst>
              </a:tr>
              <a:tr h="948346">
                <a:tc>
                  <a:txBody>
                    <a:bodyPr/>
                    <a:lstStyle/>
                    <a:p>
                      <a:pPr marL="50800">
                        <a:lnSpc>
                          <a:spcPct val="100000"/>
                        </a:lnSpc>
                      </a:pPr>
                      <a:r>
                        <a:rPr sz="1600" dirty="0">
                          <a:latin typeface="Arial" panose="020B0604020202020204" pitchFamily="34" charset="0"/>
                          <a:cs typeface="Arial" panose="020B0604020202020204" pitchFamily="34" charset="0"/>
                        </a:rPr>
                        <a:t>140 and ab</a:t>
                      </a:r>
                      <a:r>
                        <a:rPr sz="1600" spc="-5" dirty="0">
                          <a:latin typeface="Arial" panose="020B0604020202020204" pitchFamily="34" charset="0"/>
                          <a:cs typeface="Arial" panose="020B0604020202020204" pitchFamily="34" charset="0"/>
                        </a:rPr>
                        <a:t>o</a:t>
                      </a:r>
                      <a:r>
                        <a:rPr sz="1600" spc="-15" dirty="0">
                          <a:latin typeface="Arial" panose="020B0604020202020204" pitchFamily="34" charset="0"/>
                          <a:cs typeface="Arial" panose="020B0604020202020204" pitchFamily="34" charset="0"/>
                        </a:rPr>
                        <a:t>v</a:t>
                      </a:r>
                      <a:r>
                        <a:rPr sz="1600" dirty="0">
                          <a:latin typeface="Arial" panose="020B0604020202020204" pitchFamily="34" charset="0"/>
                          <a:cs typeface="Arial" panose="020B0604020202020204" pitchFamily="34" charset="0"/>
                        </a:rPr>
                        <a:t>e</a:t>
                      </a:r>
                      <a:endParaRPr sz="1600">
                        <a:latin typeface="Arial" panose="020B0604020202020204" pitchFamily="34" charset="0"/>
                        <a:cs typeface="Arial" panose="020B0604020202020204" pitchFamily="34" charset="0"/>
                      </a:endParaRPr>
                    </a:p>
                  </a:txBody>
                  <a:tcPr marL="0" marR="0" marT="0" marB="0" anchor="ctr"/>
                </a:tc>
                <a:tc>
                  <a:txBody>
                    <a:bodyPr/>
                    <a:lstStyle/>
                    <a:p>
                      <a:pPr marL="50800">
                        <a:lnSpc>
                          <a:spcPct val="100000"/>
                        </a:lnSpc>
                      </a:pPr>
                      <a:r>
                        <a:rPr sz="1600" dirty="0">
                          <a:latin typeface="Arial" panose="020B0604020202020204" pitchFamily="34" charset="0"/>
                          <a:cs typeface="Arial" panose="020B0604020202020204" pitchFamily="34" charset="0"/>
                        </a:rPr>
                        <a:t>90 and ab</a:t>
                      </a:r>
                      <a:r>
                        <a:rPr sz="1600" spc="-5" dirty="0">
                          <a:latin typeface="Arial" panose="020B0604020202020204" pitchFamily="34" charset="0"/>
                          <a:cs typeface="Arial" panose="020B0604020202020204" pitchFamily="34" charset="0"/>
                        </a:rPr>
                        <a:t>o</a:t>
                      </a:r>
                      <a:r>
                        <a:rPr sz="1600" spc="-15" dirty="0">
                          <a:latin typeface="Arial" panose="020B0604020202020204" pitchFamily="34" charset="0"/>
                          <a:cs typeface="Arial" panose="020B0604020202020204" pitchFamily="34" charset="0"/>
                        </a:rPr>
                        <a:t>v</a:t>
                      </a:r>
                      <a:r>
                        <a:rPr sz="1600" dirty="0">
                          <a:latin typeface="Arial" panose="020B0604020202020204" pitchFamily="34" charset="0"/>
                          <a:cs typeface="Arial" panose="020B0604020202020204" pitchFamily="34" charset="0"/>
                        </a:rPr>
                        <a:t>e</a:t>
                      </a:r>
                    </a:p>
                  </a:txBody>
                  <a:tcPr marL="0" marR="0" marT="0" marB="0" anchor="ctr"/>
                </a:tc>
                <a:tc>
                  <a:txBody>
                    <a:bodyPr/>
                    <a:lstStyle/>
                    <a:p>
                      <a:pPr marL="50165" marR="374015">
                        <a:lnSpc>
                          <a:spcPct val="100000"/>
                        </a:lnSpc>
                      </a:pPr>
                      <a:r>
                        <a:rPr sz="1600" spc="-90" dirty="0">
                          <a:latin typeface="Arial" panose="020B0604020202020204" pitchFamily="34" charset="0"/>
                          <a:cs typeface="Arial" panose="020B0604020202020204" pitchFamily="34" charset="0"/>
                        </a:rPr>
                        <a:t>Y</a:t>
                      </a:r>
                      <a:r>
                        <a:rPr sz="1600" dirty="0">
                          <a:latin typeface="Arial" panose="020B0604020202020204" pitchFamily="34" charset="0"/>
                          <a:cs typeface="Arial" panose="020B0604020202020204" pitchFamily="34" charset="0"/>
                        </a:rPr>
                        <a:t>ou</a:t>
                      </a:r>
                      <a:r>
                        <a:rPr lang="en-US" sz="1600" dirty="0">
                          <a:latin typeface="Arial" panose="020B0604020202020204" pitchFamily="34" charset="0"/>
                          <a:cs typeface="Arial" panose="020B0604020202020204" pitchFamily="34" charset="0"/>
                        </a:rPr>
                        <a:t>r</a:t>
                      </a:r>
                      <a:r>
                        <a:rPr sz="1600" dirty="0">
                          <a:latin typeface="Arial" panose="020B0604020202020204" pitchFamily="34" charset="0"/>
                          <a:cs typeface="Arial" panose="020B0604020202020204" pitchFamily="34" charset="0"/>
                        </a:rPr>
                        <a:t> blood </a:t>
                      </a:r>
                      <a:r>
                        <a:rPr sz="1600" dirty="0">
                          <a:solidFill>
                            <a:schemeClr val="dk1"/>
                          </a:solidFill>
                          <a:latin typeface="Arial" panose="020B0604020202020204" pitchFamily="34" charset="0"/>
                          <a:ea typeface="+mn-ea"/>
                          <a:cs typeface="Arial" panose="020B0604020202020204" pitchFamily="34" charset="0"/>
                        </a:rPr>
                        <a:t>pressure </a:t>
                      </a:r>
                      <a:r>
                        <a:rPr lang="en-US" sz="1600" dirty="0">
                          <a:solidFill>
                            <a:schemeClr val="dk1"/>
                          </a:solidFill>
                          <a:latin typeface="Arial" panose="020B0604020202020204" pitchFamily="34" charset="0"/>
                          <a:ea typeface="+mn-ea"/>
                          <a:cs typeface="Arial" panose="020B0604020202020204" pitchFamily="34" charset="0"/>
                        </a:rPr>
                        <a:t>is high </a:t>
                      </a:r>
                      <a:r>
                        <a:rPr sz="1600" dirty="0">
                          <a:solidFill>
                            <a:schemeClr val="dk1"/>
                          </a:solidFill>
                          <a:latin typeface="Arial" panose="020B0604020202020204" pitchFamily="34" charset="0"/>
                          <a:ea typeface="+mn-ea"/>
                          <a:cs typeface="Arial" panose="020B0604020202020204" pitchFamily="34" charset="0"/>
                        </a:rPr>
                        <a:t>today </a:t>
                      </a:r>
                      <a:r>
                        <a:rPr sz="1600" dirty="0">
                          <a:latin typeface="Arial" panose="020B0604020202020204" pitchFamily="34" charset="0"/>
                          <a:cs typeface="Arial" panose="020B0604020202020204" pitchFamily="34" charset="0"/>
                        </a:rPr>
                        <a:t>and need </a:t>
                      </a:r>
                      <a:r>
                        <a:rPr sz="1600" spc="-15" dirty="0">
                          <a:latin typeface="Arial" panose="020B0604020202020204" pitchFamily="34" charset="0"/>
                          <a:cs typeface="Arial" panose="020B0604020202020204" pitchFamily="34" charset="0"/>
                        </a:rPr>
                        <a:t>t</a:t>
                      </a:r>
                      <a:r>
                        <a:rPr sz="1600" dirty="0">
                          <a:latin typeface="Arial" panose="020B0604020202020204" pitchFamily="34" charset="0"/>
                          <a:cs typeface="Arial" panose="020B0604020202020204" pitchFamily="34" charset="0"/>
                        </a:rPr>
                        <a:t>o be seen in a health </a:t>
                      </a:r>
                      <a:r>
                        <a:rPr sz="1600" spc="-25" dirty="0">
                          <a:latin typeface="Arial" panose="020B0604020202020204" pitchFamily="34" charset="0"/>
                          <a:cs typeface="Arial" panose="020B0604020202020204" pitchFamily="34" charset="0"/>
                        </a:rPr>
                        <a:t>f</a:t>
                      </a:r>
                      <a:r>
                        <a:rPr sz="1600" dirty="0">
                          <a:latin typeface="Arial" panose="020B0604020202020204" pitchFamily="34" charset="0"/>
                          <a:cs typeface="Arial" panose="020B0604020202020204" pitchFamily="34" charset="0"/>
                        </a:rPr>
                        <a:t>acility </a:t>
                      </a:r>
                      <a:r>
                        <a:rPr sz="1600" spc="-15" dirty="0">
                          <a:latin typeface="Arial" panose="020B0604020202020204" pitchFamily="34" charset="0"/>
                          <a:cs typeface="Arial" panose="020B0604020202020204" pitchFamily="34" charset="0"/>
                        </a:rPr>
                        <a:t>t</a:t>
                      </a:r>
                      <a:r>
                        <a:rPr sz="1600" dirty="0">
                          <a:latin typeface="Arial" panose="020B0604020202020204" pitchFamily="34" charset="0"/>
                          <a:cs typeface="Arial" panose="020B0604020202020204" pitchFamily="34" charset="0"/>
                        </a:rPr>
                        <a:t>o assess </a:t>
                      </a:r>
                      <a:r>
                        <a:rPr sz="1600" spc="-25" dirty="0">
                          <a:latin typeface="Arial" panose="020B0604020202020204" pitchFamily="34" charset="0"/>
                          <a:cs typeface="Arial" panose="020B0604020202020204" pitchFamily="34" charset="0"/>
                        </a:rPr>
                        <a:t>f</a:t>
                      </a:r>
                      <a:r>
                        <a:rPr sz="1600" dirty="0">
                          <a:latin typeface="Arial" panose="020B0604020202020204" pitchFamily="34" charset="0"/>
                          <a:cs typeface="Arial" panose="020B0604020202020204" pitchFamily="34" charset="0"/>
                        </a:rPr>
                        <a:t>or </a:t>
                      </a:r>
                      <a:r>
                        <a:rPr sz="1600" spc="-25" dirty="0">
                          <a:latin typeface="Arial" panose="020B0604020202020204" pitchFamily="34" charset="0"/>
                          <a:cs typeface="Arial" panose="020B0604020202020204" pitchFamily="34" charset="0"/>
                        </a:rPr>
                        <a:t>h</a:t>
                      </a:r>
                      <a:r>
                        <a:rPr sz="1600" dirty="0">
                          <a:latin typeface="Arial" panose="020B0604020202020204" pitchFamily="34" charset="0"/>
                          <a:cs typeface="Arial" panose="020B0604020202020204" pitchFamily="34" charset="0"/>
                        </a:rPr>
                        <a:t>yper</a:t>
                      </a:r>
                      <a:r>
                        <a:rPr sz="1600" spc="-15" dirty="0">
                          <a:latin typeface="Arial" panose="020B0604020202020204" pitchFamily="34" charset="0"/>
                          <a:cs typeface="Arial" panose="020B0604020202020204" pitchFamily="34" charset="0"/>
                        </a:rPr>
                        <a:t>t</a:t>
                      </a:r>
                      <a:r>
                        <a:rPr sz="1600" dirty="0">
                          <a:latin typeface="Arial" panose="020B0604020202020204" pitchFamily="34" charset="0"/>
                          <a:cs typeface="Arial" panose="020B0604020202020204" pitchFamily="34" charset="0"/>
                        </a:rPr>
                        <a:t>ension. (</a:t>
                      </a:r>
                      <a:r>
                        <a:rPr sz="1600" spc="-20" dirty="0">
                          <a:latin typeface="Arial" panose="020B0604020202020204" pitchFamily="34" charset="0"/>
                          <a:cs typeface="Arial" panose="020B0604020202020204" pitchFamily="34" charset="0"/>
                        </a:rPr>
                        <a:t>R</a:t>
                      </a:r>
                      <a:r>
                        <a:rPr sz="1600" spc="-15" dirty="0">
                          <a:latin typeface="Arial" panose="020B0604020202020204" pitchFamily="34" charset="0"/>
                          <a:cs typeface="Arial" panose="020B0604020202020204" pitchFamily="34" charset="0"/>
                        </a:rPr>
                        <a:t>e</a:t>
                      </a:r>
                      <a:r>
                        <a:rPr sz="1600" spc="-30" dirty="0">
                          <a:latin typeface="Arial" panose="020B0604020202020204" pitchFamily="34" charset="0"/>
                          <a:cs typeface="Arial" panose="020B0604020202020204" pitchFamily="34" charset="0"/>
                        </a:rPr>
                        <a:t>f</a:t>
                      </a:r>
                      <a:r>
                        <a:rPr sz="1600" dirty="0">
                          <a:latin typeface="Arial" panose="020B0604020202020204" pitchFamily="34" charset="0"/>
                          <a:cs typeface="Arial" panose="020B0604020202020204" pitchFamily="34" charset="0"/>
                        </a:rPr>
                        <a:t>er </a:t>
                      </a:r>
                      <a:r>
                        <a:rPr sz="1600" spc="-15" dirty="0">
                          <a:latin typeface="Arial" panose="020B0604020202020204" pitchFamily="34" charset="0"/>
                          <a:cs typeface="Arial" panose="020B0604020202020204" pitchFamily="34" charset="0"/>
                        </a:rPr>
                        <a:t>t</a:t>
                      </a:r>
                      <a:r>
                        <a:rPr sz="1600" dirty="0">
                          <a:latin typeface="Arial" panose="020B0604020202020204" pitchFamily="34" charset="0"/>
                          <a:cs typeface="Arial" panose="020B0604020202020204" pitchFamily="34" charset="0"/>
                        </a:rPr>
                        <a:t>o a health </a:t>
                      </a:r>
                      <a:r>
                        <a:rPr sz="1600" spc="-25" dirty="0">
                          <a:latin typeface="Arial" panose="020B0604020202020204" pitchFamily="34" charset="0"/>
                          <a:cs typeface="Arial" panose="020B0604020202020204" pitchFamily="34" charset="0"/>
                        </a:rPr>
                        <a:t>f</a:t>
                      </a:r>
                      <a:r>
                        <a:rPr sz="1600" dirty="0">
                          <a:latin typeface="Arial" panose="020B0604020202020204" pitchFamily="34" charset="0"/>
                          <a:cs typeface="Arial" panose="020B0604020202020204" pitchFamily="34" charset="0"/>
                        </a:rPr>
                        <a:t>acility)</a:t>
                      </a:r>
                    </a:p>
                  </a:txBody>
                  <a:tcPr marL="0" marR="0" marT="0" marB="0" anchor="ct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764132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E6E3F123-0D55-4047-8825-3D3A49E58DEA}"/>
              </a:ext>
            </a:extLst>
          </p:cNvPr>
          <p:cNvSpPr>
            <a:spLocks noGrp="1"/>
          </p:cNvSpPr>
          <p:nvPr>
            <p:ph type="sldNum" sz="quarter" idx="12"/>
          </p:nvPr>
        </p:nvSpPr>
        <p:spPr/>
        <p:txBody>
          <a:bodyPr/>
          <a:lstStyle/>
          <a:p>
            <a:fld id="{5FCE7002-8CF6-784B-9A24-69DF51357AB2}" type="slidenum">
              <a:rPr lang="en-US" smtClean="0"/>
              <a:t>24</a:t>
            </a:fld>
            <a:endParaRPr lang="en-US"/>
          </a:p>
        </p:txBody>
      </p:sp>
      <p:sp>
        <p:nvSpPr>
          <p:cNvPr id="5" name="object 2">
            <a:extLst>
              <a:ext uri="{FF2B5EF4-FFF2-40B4-BE49-F238E27FC236}">
                <a16:creationId xmlns:a16="http://schemas.microsoft.com/office/drawing/2014/main" xmlns="" id="{BAF71D9F-1D4D-6C4C-BFAB-18733F3B4485}"/>
              </a:ext>
            </a:extLst>
          </p:cNvPr>
          <p:cNvSpPr/>
          <p:nvPr/>
        </p:nvSpPr>
        <p:spPr>
          <a:xfrm>
            <a:off x="713415" y="935612"/>
            <a:ext cx="9541947" cy="6043281"/>
          </a:xfrm>
          <a:custGeom>
            <a:avLst/>
            <a:gdLst/>
            <a:ahLst/>
            <a:cxnLst/>
            <a:rect l="l" t="t" r="r" b="b"/>
            <a:pathLst>
              <a:path w="9545955" h="4536440">
                <a:moveTo>
                  <a:pt x="107933" y="0"/>
                </a:moveTo>
                <a:lnTo>
                  <a:pt x="62515" y="496"/>
                </a:lnTo>
                <a:lnTo>
                  <a:pt x="21471" y="7761"/>
                </a:lnTo>
                <a:lnTo>
                  <a:pt x="1654" y="45262"/>
                </a:lnTo>
                <a:lnTo>
                  <a:pt x="0" y="82639"/>
                </a:lnTo>
                <a:lnTo>
                  <a:pt x="7" y="4453368"/>
                </a:lnTo>
                <a:lnTo>
                  <a:pt x="3906" y="4503902"/>
                </a:lnTo>
                <a:lnTo>
                  <a:pt x="31722" y="4531955"/>
                </a:lnTo>
                <a:lnTo>
                  <a:pt x="82572" y="4535941"/>
                </a:lnTo>
                <a:lnTo>
                  <a:pt x="9462344" y="4535946"/>
                </a:lnTo>
                <a:lnTo>
                  <a:pt x="9483000" y="4535511"/>
                </a:lnTo>
                <a:lnTo>
                  <a:pt x="9524044" y="4528247"/>
                </a:lnTo>
                <a:lnTo>
                  <a:pt x="9543861" y="4490745"/>
                </a:lnTo>
                <a:lnTo>
                  <a:pt x="9545515" y="4453368"/>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sz="1959"/>
          </a:p>
        </p:txBody>
      </p:sp>
      <p:sp>
        <p:nvSpPr>
          <p:cNvPr id="6" name="object 3">
            <a:extLst>
              <a:ext uri="{FF2B5EF4-FFF2-40B4-BE49-F238E27FC236}">
                <a16:creationId xmlns:a16="http://schemas.microsoft.com/office/drawing/2014/main" xmlns="" id="{54470871-3474-8348-B07D-1C83BB688EE8}"/>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sz="1799" b="1" spc="-640" dirty="0">
                <a:solidFill>
                  <a:schemeClr val="bg1"/>
                </a:solidFill>
                <a:latin typeface="Arial Black"/>
                <a:cs typeface="Arial Black"/>
              </a:rPr>
              <a:t>1</a:t>
            </a:r>
            <a:endParaRPr sz="1799" dirty="0">
              <a:solidFill>
                <a:schemeClr val="bg1"/>
              </a:solidFill>
              <a:latin typeface="Arial Black"/>
              <a:cs typeface="Arial Black"/>
            </a:endParaRPr>
          </a:p>
        </p:txBody>
      </p:sp>
      <p:sp>
        <p:nvSpPr>
          <p:cNvPr id="7" name="object 4">
            <a:extLst>
              <a:ext uri="{FF2B5EF4-FFF2-40B4-BE49-F238E27FC236}">
                <a16:creationId xmlns:a16="http://schemas.microsoft.com/office/drawing/2014/main" xmlns="" id="{04E9A2CC-5625-E246-ABB2-320A06B2461B}"/>
              </a:ext>
            </a:extLst>
          </p:cNvPr>
          <p:cNvSpPr txBox="1"/>
          <p:nvPr/>
        </p:nvSpPr>
        <p:spPr>
          <a:xfrm>
            <a:off x="2826585" y="1201896"/>
            <a:ext cx="6920633" cy="307777"/>
          </a:xfrm>
          <a:prstGeom prst="rect">
            <a:avLst/>
          </a:prstGeom>
        </p:spPr>
        <p:txBody>
          <a:bodyPr vert="horz" wrap="square" lIns="0" tIns="0" rIns="0" bIns="0" rtlCol="0">
            <a:spAutoFit/>
          </a:bodyPr>
          <a:lstStyle/>
          <a:p>
            <a:pPr marL="12695"/>
            <a:r>
              <a:rPr sz="2000" i="1" spc="145" dirty="0">
                <a:solidFill>
                  <a:srgbClr val="231F20"/>
                </a:solidFill>
                <a:latin typeface="Arial" panose="020B0604020202020204" pitchFamily="34" charset="0"/>
                <a:cs typeface="Arial" panose="020B0604020202020204" pitchFamily="34" charset="0"/>
              </a:rPr>
              <a:t>Demon</a:t>
            </a:r>
            <a:r>
              <a:rPr sz="2000" i="1" spc="70" dirty="0">
                <a:solidFill>
                  <a:srgbClr val="231F20"/>
                </a:solidFill>
                <a:latin typeface="Arial" panose="020B0604020202020204" pitchFamily="34" charset="0"/>
                <a:cs typeface="Arial" panose="020B0604020202020204" pitchFamily="34" charset="0"/>
              </a:rPr>
              <a:t>s</a:t>
            </a:r>
            <a:r>
              <a:rPr sz="2000" i="1" spc="110" dirty="0">
                <a:solidFill>
                  <a:srgbClr val="231F20"/>
                </a:solidFill>
                <a:latin typeface="Arial" panose="020B0604020202020204" pitchFamily="34" charset="0"/>
                <a:cs typeface="Arial" panose="020B0604020202020204" pitchFamily="34" charset="0"/>
              </a:rPr>
              <a:t>tration</a:t>
            </a:r>
            <a:r>
              <a:rPr sz="2000" i="1" spc="50" dirty="0">
                <a:solidFill>
                  <a:srgbClr val="231F20"/>
                </a:solidFill>
                <a:latin typeface="Arial" panose="020B0604020202020204" pitchFamily="34" charset="0"/>
                <a:cs typeface="Arial" panose="020B0604020202020204" pitchFamily="34" charset="0"/>
              </a:rPr>
              <a:t> </a:t>
            </a:r>
            <a:r>
              <a:rPr sz="2000" i="1" spc="100" dirty="0">
                <a:solidFill>
                  <a:srgbClr val="231F20"/>
                </a:solidFill>
                <a:latin typeface="Arial" panose="020B0604020202020204" pitchFamily="34" charset="0"/>
                <a:cs typeface="Arial" panose="020B0604020202020204" pitchFamily="34" charset="0"/>
              </a:rPr>
              <a:t>on</a:t>
            </a:r>
            <a:r>
              <a:rPr sz="2000" i="1" spc="50" dirty="0">
                <a:solidFill>
                  <a:srgbClr val="231F20"/>
                </a:solidFill>
                <a:latin typeface="Arial" panose="020B0604020202020204" pitchFamily="34" charset="0"/>
                <a:cs typeface="Arial" panose="020B0604020202020204" pitchFamily="34" charset="0"/>
              </a:rPr>
              <a:t> </a:t>
            </a:r>
            <a:r>
              <a:rPr sz="2000" i="1" spc="114" dirty="0">
                <a:solidFill>
                  <a:srgbClr val="231F20"/>
                </a:solidFill>
                <a:latin typeface="Arial" panose="020B0604020202020204" pitchFamily="34" charset="0"/>
                <a:cs typeface="Arial" panose="020B0604020202020204" pitchFamily="34" charset="0"/>
              </a:rPr>
              <a:t>measuring</a:t>
            </a:r>
            <a:r>
              <a:rPr sz="2000" i="1" spc="50" dirty="0">
                <a:solidFill>
                  <a:srgbClr val="231F20"/>
                </a:solidFill>
                <a:latin typeface="Arial" panose="020B0604020202020204" pitchFamily="34" charset="0"/>
                <a:cs typeface="Arial" panose="020B0604020202020204" pitchFamily="34" charset="0"/>
              </a:rPr>
              <a:t> </a:t>
            </a:r>
            <a:r>
              <a:rPr sz="2000" i="1" spc="95" dirty="0">
                <a:solidFill>
                  <a:srgbClr val="231F20"/>
                </a:solidFill>
                <a:latin typeface="Arial" panose="020B0604020202020204" pitchFamily="34" charset="0"/>
                <a:cs typeface="Arial" panose="020B0604020202020204" pitchFamily="34" charset="0"/>
              </a:rPr>
              <a:t>blood</a:t>
            </a:r>
            <a:r>
              <a:rPr sz="2000" i="1" spc="50" dirty="0">
                <a:solidFill>
                  <a:srgbClr val="231F20"/>
                </a:solidFill>
                <a:latin typeface="Arial" panose="020B0604020202020204" pitchFamily="34" charset="0"/>
                <a:cs typeface="Arial" panose="020B0604020202020204" pitchFamily="34" charset="0"/>
              </a:rPr>
              <a:t> </a:t>
            </a:r>
            <a:r>
              <a:rPr sz="2000" i="1" spc="135" dirty="0">
                <a:solidFill>
                  <a:srgbClr val="231F20"/>
                </a:solidFill>
                <a:latin typeface="Arial" panose="020B0604020202020204" pitchFamily="34" charset="0"/>
                <a:cs typeface="Arial" panose="020B0604020202020204" pitchFamily="34" charset="0"/>
              </a:rPr>
              <a:t>pressure</a:t>
            </a:r>
            <a:endParaRPr sz="2000" i="1" dirty="0">
              <a:latin typeface="Arial" panose="020B0604020202020204" pitchFamily="34" charset="0"/>
              <a:cs typeface="Arial" panose="020B0604020202020204" pitchFamily="34" charset="0"/>
            </a:endParaRPr>
          </a:p>
        </p:txBody>
      </p:sp>
      <p:sp>
        <p:nvSpPr>
          <p:cNvPr id="8" name="object 5">
            <a:extLst>
              <a:ext uri="{FF2B5EF4-FFF2-40B4-BE49-F238E27FC236}">
                <a16:creationId xmlns:a16="http://schemas.microsoft.com/office/drawing/2014/main" xmlns="" id="{FBCBF146-2633-0145-AB1A-E54C96CFFDE6}"/>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9" name="object 6">
            <a:extLst>
              <a:ext uri="{FF2B5EF4-FFF2-40B4-BE49-F238E27FC236}">
                <a16:creationId xmlns:a16="http://schemas.microsoft.com/office/drawing/2014/main" xmlns="" id="{20336048-D654-B044-95AA-7EDEBD98E030}"/>
              </a:ext>
            </a:extLst>
          </p:cNvPr>
          <p:cNvSpPr txBox="1"/>
          <p:nvPr/>
        </p:nvSpPr>
        <p:spPr>
          <a:xfrm>
            <a:off x="982184" y="1594780"/>
            <a:ext cx="8765034" cy="5050422"/>
          </a:xfrm>
          <a:prstGeom prst="rect">
            <a:avLst/>
          </a:prstGeom>
        </p:spPr>
        <p:txBody>
          <a:bodyPr vert="horz" wrap="square" lIns="0" tIns="0" rIns="0" bIns="0" rtlCol="0">
            <a:spAutoFit/>
          </a:bodyPr>
          <a:lstStyle/>
          <a:p>
            <a:pPr marL="12695">
              <a:lnSpc>
                <a:spcPct val="130000"/>
              </a:lnSpc>
            </a:pPr>
            <a:r>
              <a:rPr sz="2000" b="1" spc="-10" dirty="0">
                <a:solidFill>
                  <a:srgbClr val="00B050"/>
                </a:solidFill>
                <a:latin typeface="Arial" panose="020B0604020202020204" pitchFamily="34" charset="0"/>
                <a:cs typeface="Arial" panose="020B0604020202020204" pitchFamily="34" charset="0"/>
              </a:rPr>
              <a:t>Objecti</a:t>
            </a:r>
            <a:r>
              <a:rPr sz="2000" b="1" spc="-30" dirty="0">
                <a:solidFill>
                  <a:srgbClr val="00B050"/>
                </a:solidFill>
                <a:latin typeface="Arial" panose="020B0604020202020204" pitchFamily="34" charset="0"/>
                <a:cs typeface="Arial" panose="020B0604020202020204" pitchFamily="34" charset="0"/>
              </a:rPr>
              <a:t>v</a:t>
            </a:r>
            <a:r>
              <a:rPr sz="2000" b="1" dirty="0">
                <a:solidFill>
                  <a:srgbClr val="00B050"/>
                </a:solidFill>
                <a:latin typeface="Arial" panose="020B0604020202020204" pitchFamily="34" charset="0"/>
                <a:cs typeface="Arial" panose="020B0604020202020204" pitchFamily="34" charset="0"/>
              </a:rPr>
              <a:t>e</a:t>
            </a:r>
            <a:r>
              <a:rPr sz="2000" b="1" spc="-5" dirty="0">
                <a:solidFill>
                  <a:srgbClr val="00B050"/>
                </a:solidFill>
                <a:latin typeface="Arial" panose="020B0604020202020204" pitchFamily="34" charset="0"/>
                <a:cs typeface="Arial" panose="020B0604020202020204" pitchFamily="34" charset="0"/>
              </a:rPr>
              <a:t> </a:t>
            </a:r>
            <a:r>
              <a:rPr sz="2000" b="1" spc="-10" dirty="0">
                <a:solidFill>
                  <a:srgbClr val="00B050"/>
                </a:solidFill>
                <a:latin typeface="Arial" panose="020B0604020202020204" pitchFamily="34" charset="0"/>
                <a:cs typeface="Arial" panose="020B0604020202020204" pitchFamily="34" charset="0"/>
              </a:rPr>
              <a:t>of</a:t>
            </a:r>
            <a:r>
              <a:rPr sz="2000" b="1" spc="-5" dirty="0">
                <a:solidFill>
                  <a:srgbClr val="00B050"/>
                </a:solidFill>
                <a:latin typeface="Arial" panose="020B0604020202020204" pitchFamily="34" charset="0"/>
                <a:cs typeface="Arial" panose="020B0604020202020204" pitchFamily="34" charset="0"/>
              </a:rPr>
              <a:t> th</a:t>
            </a:r>
            <a:r>
              <a:rPr sz="2000" b="1" dirty="0">
                <a:solidFill>
                  <a:srgbClr val="00B050"/>
                </a:solidFill>
                <a:latin typeface="Arial" panose="020B0604020202020204" pitchFamily="34" charset="0"/>
                <a:cs typeface="Arial" panose="020B0604020202020204" pitchFamily="34" charset="0"/>
              </a:rPr>
              <a:t>e </a:t>
            </a:r>
            <a:r>
              <a:rPr sz="2000" b="1" spc="-5" dirty="0">
                <a:solidFill>
                  <a:srgbClr val="00B050"/>
                </a:solidFill>
                <a:latin typeface="Arial" panose="020B0604020202020204" pitchFamily="34" charset="0"/>
                <a:cs typeface="Arial" panose="020B0604020202020204" pitchFamily="34" charset="0"/>
              </a:rPr>
              <a:t>activit</a:t>
            </a:r>
            <a:r>
              <a:rPr sz="2000" b="1" spc="-20" dirty="0">
                <a:solidFill>
                  <a:srgbClr val="00B050"/>
                </a:solidFill>
                <a:latin typeface="Arial" panose="020B0604020202020204" pitchFamily="34" charset="0"/>
                <a:cs typeface="Arial" panose="020B0604020202020204" pitchFamily="34" charset="0"/>
              </a:rPr>
              <a:t>y</a:t>
            </a:r>
            <a:r>
              <a:rPr sz="2000" b="1" spc="-5" dirty="0">
                <a:solidFill>
                  <a:srgbClr val="00B050"/>
                </a:solidFill>
                <a:latin typeface="Arial" panose="020B0604020202020204" pitchFamily="34" charset="0"/>
                <a:cs typeface="Arial" panose="020B0604020202020204" pitchFamily="34" charset="0"/>
              </a:rPr>
              <a:t>:</a:t>
            </a:r>
            <a:endParaRPr sz="2000" b="1" dirty="0">
              <a:solidFill>
                <a:srgbClr val="00B050"/>
              </a:solidFill>
              <a:latin typeface="Arial" panose="020B0604020202020204" pitchFamily="34" charset="0"/>
              <a:cs typeface="Arial" panose="020B0604020202020204" pitchFamily="34" charset="0"/>
            </a:endParaRPr>
          </a:p>
          <a:p>
            <a:pPr marL="12695">
              <a:lnSpc>
                <a:spcPct val="130000"/>
              </a:lnSpc>
              <a:spcBef>
                <a:spcPts val="545"/>
              </a:spcBef>
            </a:pPr>
            <a:r>
              <a:rPr sz="1800" spc="-8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help</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gai</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practica</a:t>
            </a:r>
            <a:r>
              <a:rPr sz="1800" spc="-5" dirty="0">
                <a:solidFill>
                  <a:srgbClr val="231F20"/>
                </a:solidFill>
                <a:latin typeface="Arial" panose="020B0604020202020204" pitchFamily="34" charset="0"/>
                <a:cs typeface="Arial" panose="020B0604020202020204" pitchFamily="34" charset="0"/>
              </a:rPr>
              <a:t>l</a:t>
            </a:r>
            <a:r>
              <a:rPr sz="1800" dirty="0">
                <a:solidFill>
                  <a:srgbClr val="231F20"/>
                </a:solidFill>
                <a:latin typeface="Arial" panose="020B0604020202020204" pitchFamily="34" charset="0"/>
                <a:cs typeface="Arial" panose="020B0604020202020204" pitchFamily="34" charset="0"/>
              </a:rPr>
              <a:t> skills</a:t>
            </a:r>
            <a:r>
              <a:rPr sz="1800" spc="-5" dirty="0">
                <a:solidFill>
                  <a:srgbClr val="231F20"/>
                </a:solidFill>
                <a:latin typeface="Arial" panose="020B0604020202020204" pitchFamily="34" charset="0"/>
                <a:cs typeface="Arial" panose="020B0604020202020204" pitchFamily="34" charset="0"/>
              </a:rPr>
              <a:t> of </a:t>
            </a:r>
            <a:r>
              <a:rPr sz="1800" dirty="0">
                <a:solidFill>
                  <a:srgbClr val="231F20"/>
                </a:solidFill>
                <a:latin typeface="Arial" panose="020B0604020202020204" pitchFamily="34" charset="0"/>
                <a:cs typeface="Arial" panose="020B0604020202020204" pitchFamily="34" charset="0"/>
              </a:rPr>
              <a:t>taking</a:t>
            </a:r>
            <a:r>
              <a:rPr sz="1800" spc="-5" dirty="0">
                <a:solidFill>
                  <a:srgbClr val="231F20"/>
                </a:solidFill>
                <a:latin typeface="Arial" panose="020B0604020202020204" pitchFamily="34" charset="0"/>
                <a:cs typeface="Arial" panose="020B0604020202020204" pitchFamily="34" charset="0"/>
              </a:rPr>
              <a:t> B</a:t>
            </a:r>
            <a:r>
              <a:rPr sz="1800" dirty="0">
                <a:solidFill>
                  <a:srgbClr val="231F20"/>
                </a:solidFill>
                <a:latin typeface="Arial" panose="020B0604020202020204" pitchFamily="34" charset="0"/>
                <a:cs typeface="Arial" panose="020B0604020202020204" pitchFamily="34" charset="0"/>
              </a:rPr>
              <a:t>P </a:t>
            </a:r>
            <a:r>
              <a:rPr sz="1800" spc="-10" dirty="0">
                <a:solidFill>
                  <a:srgbClr val="231F20"/>
                </a:solidFill>
                <a:latin typeface="Arial" panose="020B0604020202020204" pitchFamily="34" charset="0"/>
                <a:cs typeface="Arial" panose="020B0604020202020204" pitchFamily="34" charset="0"/>
              </a:rPr>
              <a:t>measurements</a:t>
            </a:r>
            <a:endParaRPr sz="1800" dirty="0">
              <a:latin typeface="Arial" panose="020B0604020202020204" pitchFamily="34" charset="0"/>
              <a:cs typeface="Arial" panose="020B0604020202020204" pitchFamily="34" charset="0"/>
            </a:endParaRPr>
          </a:p>
          <a:p>
            <a:pPr marL="12695">
              <a:lnSpc>
                <a:spcPct val="130000"/>
              </a:lnSpc>
              <a:spcBef>
                <a:spcPts val="585"/>
              </a:spcBef>
            </a:pPr>
            <a:r>
              <a:rPr sz="2000" b="1" spc="-10" dirty="0">
                <a:solidFill>
                  <a:srgbClr val="00B050"/>
                </a:solidFill>
                <a:latin typeface="Arial" panose="020B0604020202020204" pitchFamily="34" charset="0"/>
                <a:cs typeface="Arial" panose="020B0604020202020204" pitchFamily="34" charset="0"/>
              </a:rPr>
              <a:t>Instructions </a:t>
            </a:r>
            <a:r>
              <a:rPr sz="2000" b="1" spc="-30" dirty="0">
                <a:solidFill>
                  <a:srgbClr val="00B050"/>
                </a:solidFill>
                <a:latin typeface="Arial" panose="020B0604020202020204" pitchFamily="34" charset="0"/>
                <a:cs typeface="Arial" panose="020B0604020202020204" pitchFamily="34" charset="0"/>
              </a:rPr>
              <a:t>t</a:t>
            </a:r>
            <a:r>
              <a:rPr sz="2000" b="1" spc="-10" dirty="0">
                <a:solidFill>
                  <a:srgbClr val="00B050"/>
                </a:solidFill>
                <a:latin typeface="Arial" panose="020B0604020202020204" pitchFamily="34" charset="0"/>
                <a:cs typeface="Arial" panose="020B0604020202020204" pitchFamily="34" charset="0"/>
              </a:rPr>
              <a:t>o</a:t>
            </a:r>
            <a:r>
              <a:rPr sz="2000" b="1" dirty="0">
                <a:solidFill>
                  <a:srgbClr val="00B050"/>
                </a:solidFill>
                <a:latin typeface="Arial" panose="020B0604020202020204" pitchFamily="34" charset="0"/>
                <a:cs typeface="Arial" panose="020B0604020202020204" pitchFamily="34" charset="0"/>
              </a:rPr>
              <a:t> </a:t>
            </a:r>
            <a:r>
              <a:rPr sz="2000" b="1" spc="-5" dirty="0">
                <a:solidFill>
                  <a:srgbClr val="00B050"/>
                </a:solidFill>
                <a:latin typeface="Arial" panose="020B0604020202020204" pitchFamily="34" charset="0"/>
                <a:cs typeface="Arial" panose="020B0604020202020204" pitchFamily="34" charset="0"/>
              </a:rPr>
              <a:t>th</a:t>
            </a:r>
            <a:r>
              <a:rPr sz="2000" b="1" dirty="0">
                <a:solidFill>
                  <a:srgbClr val="00B050"/>
                </a:solidFill>
                <a:latin typeface="Arial" panose="020B0604020202020204" pitchFamily="34" charset="0"/>
                <a:cs typeface="Arial" panose="020B0604020202020204" pitchFamily="34" charset="0"/>
              </a:rPr>
              <a:t>e </a:t>
            </a:r>
            <a:r>
              <a:rPr sz="2000" b="1" spc="-5" dirty="0">
                <a:solidFill>
                  <a:srgbClr val="00B050"/>
                </a:solidFill>
                <a:latin typeface="Arial" panose="020B0604020202020204" pitchFamily="34" charset="0"/>
                <a:cs typeface="Arial" panose="020B0604020202020204" pitchFamily="34" charset="0"/>
              </a:rPr>
              <a:t>facilita</a:t>
            </a:r>
            <a:r>
              <a:rPr sz="2000" b="1" spc="-30" dirty="0">
                <a:solidFill>
                  <a:srgbClr val="00B050"/>
                </a:solidFill>
                <a:latin typeface="Arial" panose="020B0604020202020204" pitchFamily="34" charset="0"/>
                <a:cs typeface="Arial" panose="020B0604020202020204" pitchFamily="34" charset="0"/>
              </a:rPr>
              <a:t>t</a:t>
            </a:r>
            <a:r>
              <a:rPr sz="2000" b="1" spc="-10" dirty="0">
                <a:solidFill>
                  <a:srgbClr val="00B050"/>
                </a:solidFill>
                <a:latin typeface="Arial" panose="020B0604020202020204" pitchFamily="34" charset="0"/>
                <a:cs typeface="Arial" panose="020B0604020202020204" pitchFamily="34" charset="0"/>
              </a:rPr>
              <a:t>or</a:t>
            </a:r>
            <a:endParaRPr sz="2000" b="1" dirty="0">
              <a:solidFill>
                <a:srgbClr val="00B050"/>
              </a:solidFill>
              <a:latin typeface="Arial" panose="020B0604020202020204" pitchFamily="34" charset="0"/>
              <a:cs typeface="Arial" panose="020B0604020202020204" pitchFamily="34" charset="0"/>
            </a:endParaRPr>
          </a:p>
          <a:p>
            <a:pPr marL="264054" indent="-228509">
              <a:lnSpc>
                <a:spcPts val="3060"/>
              </a:lnSpc>
              <a:spcBef>
                <a:spcPts val="545"/>
              </a:spcBef>
              <a:buClr>
                <a:srgbClr val="231F20"/>
              </a:buClr>
              <a:buFont typeface="Franklin Gothic Book"/>
              <a:buAutoNum type="arabicPeriod"/>
              <a:tabLst>
                <a:tab pos="264689" algn="l"/>
              </a:tabLst>
            </a:pPr>
            <a:r>
              <a:rPr sz="1800" dirty="0">
                <a:solidFill>
                  <a:srgbClr val="231F20"/>
                </a:solidFill>
                <a:latin typeface="Arial" panose="020B0604020202020204" pitchFamily="34" charset="0"/>
                <a:cs typeface="Arial" panose="020B0604020202020204" pitchFamily="34" charset="0"/>
              </a:rPr>
              <a:t>Divide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in</a:t>
            </a:r>
            <a:r>
              <a:rPr sz="1800" spc="-2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oups</a:t>
            </a:r>
            <a:r>
              <a:rPr sz="1800" spc="-5" dirty="0">
                <a:solidFill>
                  <a:srgbClr val="231F20"/>
                </a:solidFill>
                <a:latin typeface="Arial" panose="020B0604020202020204" pitchFamily="34" charset="0"/>
                <a:cs typeface="Arial" panose="020B0604020202020204" pitchFamily="34" charset="0"/>
              </a:rPr>
              <a:t> of </a:t>
            </a:r>
            <a:r>
              <a:rPr sz="1800" dirty="0">
                <a:solidFill>
                  <a:srgbClr val="231F20"/>
                </a:solidFill>
                <a:latin typeface="Arial" panose="020B0604020202020204" pitchFamily="34" charset="0"/>
                <a:cs typeface="Arial" panose="020B0604020202020204" pitchFamily="34" charset="0"/>
              </a:rPr>
              <a:t>4</a:t>
            </a:r>
            <a:r>
              <a:rPr lang="en-US"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marR="5078" indent="-228509">
              <a:lnSpc>
                <a:spcPts val="3060"/>
              </a:lnSpc>
              <a:spcBef>
                <a:spcPts val="280"/>
              </a:spcBef>
              <a:buClr>
                <a:srgbClr val="231F20"/>
              </a:buClr>
              <a:buFont typeface="Franklin Gothic Book"/>
              <a:buAutoNum type="arabicPeriod"/>
              <a:tabLst>
                <a:tab pos="264689" algn="l"/>
              </a:tabLst>
            </a:pPr>
            <a:r>
              <a:rPr sz="1800" spc="-10" dirty="0">
                <a:solidFill>
                  <a:srgbClr val="231F20"/>
                </a:solidFill>
                <a:latin typeface="Arial" panose="020B0604020202020204" pitchFamily="34" charset="0"/>
                <a:cs typeface="Arial" panose="020B0604020202020204" pitchFamily="34" charset="0"/>
              </a:rPr>
              <a:t>One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should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patient</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ther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lang="en-ZA" sz="1800" spc="-5" dirty="0">
                <a:solidFill>
                  <a:srgbClr val="231F20"/>
                </a:solidFill>
                <a:latin typeface="Arial" panose="020B0604020202020204" pitchFamily="34" charset="0"/>
                <a:cs typeface="Arial" panose="020B0604020202020204" pitchFamily="34" charset="0"/>
              </a:rPr>
              <a:t>B</a:t>
            </a:r>
            <a:r>
              <a:rPr lang="en-ZA" sz="1800" dirty="0">
                <a:solidFill>
                  <a:srgbClr val="231F20"/>
                </a:solidFill>
                <a:latin typeface="Arial" panose="020B0604020202020204" pitchFamily="34" charset="0"/>
                <a:cs typeface="Arial" panose="020B0604020202020204" pitchFamily="34" charset="0"/>
              </a:rPr>
              <a:t>P</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measurements,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ther t</a:t>
            </a:r>
            <a:r>
              <a:rPr sz="1800" spc="-3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obse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s.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ocess should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all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eam</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membe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until </a:t>
            </a:r>
            <a:r>
              <a:rPr sz="1800" spc="-10" dirty="0">
                <a:solidFill>
                  <a:srgbClr val="231F20"/>
                </a:solidFill>
                <a:latin typeface="Arial" panose="020B0604020202020204" pitchFamily="34" charset="0"/>
                <a:cs typeface="Arial" panose="020B0604020202020204" pitchFamily="34" charset="0"/>
              </a:rPr>
              <a:t>each</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member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has</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practiced</a:t>
            </a:r>
            <a:r>
              <a:rPr lang="en-US" sz="1800" spc="-15"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indent="-228509">
              <a:lnSpc>
                <a:spcPts val="3060"/>
              </a:lnSpc>
              <a:spcBef>
                <a:spcPts val="280"/>
              </a:spcBef>
              <a:buClr>
                <a:srgbClr val="231F20"/>
              </a:buClr>
              <a:buFont typeface="Franklin Gothic Book"/>
              <a:buAutoNum type="arabicPeriod"/>
              <a:tabLst>
                <a:tab pos="264689" algn="l"/>
              </a:tabLst>
            </a:pPr>
            <a:r>
              <a:rPr sz="1800" spc="-10" dirty="0">
                <a:solidFill>
                  <a:srgbClr val="231F20"/>
                </a:solidFill>
                <a:latin typeface="Arial" panose="020B0604020202020204" pitchFamily="34" charset="0"/>
                <a:cs typeface="Arial" panose="020B0604020202020204" pitchFamily="34" charset="0"/>
              </a:rPr>
              <a:t>H</a:t>
            </a:r>
            <a:r>
              <a:rPr sz="1800" spc="-40"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rest 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eam</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membe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checklist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check</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wh</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ther all </a:t>
            </a:r>
            <a:r>
              <a:rPr sz="1800" spc="-10" dirty="0">
                <a:solidFill>
                  <a:srgbClr val="231F20"/>
                </a:solidFill>
                <a:latin typeface="Arial" panose="020B0604020202020204" pitchFamily="34" charset="0"/>
                <a:cs typeface="Arial" panose="020B0604020202020204" pitchFamily="34" charset="0"/>
              </a:rPr>
              <a:t>s</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eps</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ere</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oll</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ed</a:t>
            </a:r>
            <a:r>
              <a:rPr lang="en-US" sz="1800" spc="-1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marR="142818" indent="-228509">
              <a:lnSpc>
                <a:spcPts val="3060"/>
              </a:lnSpc>
              <a:spcBef>
                <a:spcPts val="280"/>
              </a:spcBef>
              <a:buClr>
                <a:srgbClr val="231F20"/>
              </a:buClr>
              <a:buFont typeface="Franklin Gothic Book"/>
              <a:buAutoNum type="arabicPeriod"/>
              <a:tabLst>
                <a:tab pos="264689" algn="l"/>
              </a:tabLst>
            </a:pPr>
            <a:r>
              <a:rPr sz="1800" spc="-30" dirty="0">
                <a:solidFill>
                  <a:srgbClr val="231F20"/>
                </a:solidFill>
                <a:latin typeface="Arial" panose="020B0604020202020204" pitchFamily="34" charset="0"/>
                <a:cs typeface="Arial" panose="020B0604020202020204" pitchFamily="34" charset="0"/>
              </a:rPr>
              <a:t>A</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end</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each</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demonstration, 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ticipant</a:t>
            </a:r>
            <a:r>
              <a:rPr sz="1800" spc="-10"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taking</a:t>
            </a:r>
            <a:r>
              <a:rPr sz="1800" spc="-5" dirty="0">
                <a:solidFill>
                  <a:srgbClr val="231F20"/>
                </a:solidFill>
                <a:latin typeface="Arial" panose="020B0604020202020204" pitchFamily="34" charset="0"/>
                <a:cs typeface="Arial" panose="020B0604020202020204" pitchFamily="34" charset="0"/>
              </a:rPr>
              <a:t> </a:t>
            </a:r>
            <a:r>
              <a:rPr lang="en-ZA" sz="1800" spc="-5" dirty="0">
                <a:solidFill>
                  <a:srgbClr val="231F20"/>
                </a:solidFill>
                <a:latin typeface="Arial" panose="020B0604020202020204" pitchFamily="34" charset="0"/>
                <a:cs typeface="Arial" panose="020B0604020202020204" pitchFamily="34" charset="0"/>
              </a:rPr>
              <a:t>B</a:t>
            </a:r>
            <a:r>
              <a:rPr lang="en-ZA" sz="1800" dirty="0">
                <a:solidFill>
                  <a:srgbClr val="231F20"/>
                </a:solidFill>
                <a:latin typeface="Arial" panose="020B0604020202020204" pitchFamily="34" charset="0"/>
                <a:cs typeface="Arial" panose="020B0604020202020204" pitchFamily="34" charset="0"/>
              </a:rPr>
              <a:t>P</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measurements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gi</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turn</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self-</a:t>
            </a:r>
            <a:r>
              <a:rPr sz="1800" spc="-35" dirty="0">
                <a:solidFill>
                  <a:srgbClr val="231F20"/>
                </a:solidFill>
                <a:latin typeface="Arial" panose="020B0604020202020204" pitchFamily="34" charset="0"/>
                <a:cs typeface="Arial" panose="020B0604020202020204" pitchFamily="34" charset="0"/>
              </a:rPr>
              <a:t>e</a:t>
            </a:r>
            <a:r>
              <a:rPr sz="1800" spc="-1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alua</a:t>
            </a:r>
            <a:r>
              <a:rPr sz="1800" spc="-3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e, </a:t>
            </a:r>
            <a:r>
              <a:rPr sz="1800" spc="-10" dirty="0">
                <a:solidFill>
                  <a:srgbClr val="231F20"/>
                </a:solidFill>
                <a:latin typeface="Arial" panose="020B0604020202020204" pitchFamily="34" charset="0"/>
                <a:cs typeface="Arial" panose="020B0604020202020204" pitchFamily="34" charset="0"/>
              </a:rPr>
              <a:t>then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obse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gi</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eedback</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base</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checklist</a:t>
            </a:r>
            <a:r>
              <a:rPr lang="en-US" sz="1800" spc="-5"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indent="-228509">
              <a:lnSpc>
                <a:spcPts val="3060"/>
              </a:lnSpc>
              <a:spcBef>
                <a:spcPts val="280"/>
              </a:spcBef>
              <a:buClr>
                <a:srgbClr val="231F20"/>
              </a:buClr>
              <a:buFont typeface="Franklin Gothic Book"/>
              <a:buAutoNum type="arabicPeriod"/>
              <a:tabLst>
                <a:tab pos="264689" algn="l"/>
              </a:tabLst>
            </a:pPr>
            <a:r>
              <a:rPr sz="1800" spc="-10" dirty="0">
                <a:solidFill>
                  <a:srgbClr val="231F20"/>
                </a:solidFill>
                <a:latin typeface="Arial" panose="020B0604020202020204" pitchFamily="34" charset="0"/>
                <a:cs typeface="Arial" panose="020B0604020202020204" pitchFamily="34" charset="0"/>
              </a:rPr>
              <a:t>H</a:t>
            </a:r>
            <a:r>
              <a:rPr sz="1800" spc="-40"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plena</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eedback</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session</a:t>
            </a:r>
            <a:r>
              <a:rPr sz="1800" spc="-5"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entire </a:t>
            </a:r>
            <a:r>
              <a:rPr sz="1800" dirty="0">
                <a:solidFill>
                  <a:srgbClr val="231F20"/>
                </a:solidFill>
                <a:latin typeface="Arial" panose="020B0604020202020204" pitchFamily="34" charset="0"/>
                <a:cs typeface="Arial" panose="020B0604020202020204" pitchFamily="34" charset="0"/>
              </a:rPr>
              <a:t>activity</a:t>
            </a:r>
            <a:r>
              <a:rPr lang="en-US" sz="1800" dirty="0">
                <a:solidFill>
                  <a:srgbClr val="231F20"/>
                </a:solidFill>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xmlns="" id="{64E377E7-FD5A-454F-BC0E-DBDDB5F7E335}"/>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9248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92A8FEA-E899-3D4E-85F4-683BB7D3EC87}"/>
              </a:ext>
            </a:extLst>
          </p:cNvPr>
          <p:cNvSpPr>
            <a:spLocks noGrp="1"/>
          </p:cNvSpPr>
          <p:nvPr>
            <p:ph type="sldNum" sz="quarter" idx="12"/>
          </p:nvPr>
        </p:nvSpPr>
        <p:spPr/>
        <p:txBody>
          <a:bodyPr/>
          <a:lstStyle/>
          <a:p>
            <a:fld id="{5FCE7002-8CF6-784B-9A24-69DF51357AB2}" type="slidenum">
              <a:rPr lang="en-US" smtClean="0"/>
              <a:t>25</a:t>
            </a:fld>
            <a:endParaRPr lang="en-US"/>
          </a:p>
        </p:txBody>
      </p:sp>
      <p:sp>
        <p:nvSpPr>
          <p:cNvPr id="5" name="object 2">
            <a:extLst>
              <a:ext uri="{FF2B5EF4-FFF2-40B4-BE49-F238E27FC236}">
                <a16:creationId xmlns:a16="http://schemas.microsoft.com/office/drawing/2014/main" xmlns="" id="{D4B50F89-5A7D-3D48-A27C-3F91D62DB683}"/>
              </a:ext>
            </a:extLst>
          </p:cNvPr>
          <p:cNvSpPr/>
          <p:nvPr/>
        </p:nvSpPr>
        <p:spPr>
          <a:xfrm>
            <a:off x="713415" y="935612"/>
            <a:ext cx="9541947" cy="6043281"/>
          </a:xfrm>
          <a:custGeom>
            <a:avLst/>
            <a:gdLst/>
            <a:ahLst/>
            <a:cxnLst/>
            <a:rect l="l" t="t" r="r" b="b"/>
            <a:pathLst>
              <a:path w="9545955" h="4536440">
                <a:moveTo>
                  <a:pt x="107933" y="0"/>
                </a:moveTo>
                <a:lnTo>
                  <a:pt x="62515" y="496"/>
                </a:lnTo>
                <a:lnTo>
                  <a:pt x="21471" y="7761"/>
                </a:lnTo>
                <a:lnTo>
                  <a:pt x="1654" y="45262"/>
                </a:lnTo>
                <a:lnTo>
                  <a:pt x="0" y="82639"/>
                </a:lnTo>
                <a:lnTo>
                  <a:pt x="7" y="4453368"/>
                </a:lnTo>
                <a:lnTo>
                  <a:pt x="3906" y="4503902"/>
                </a:lnTo>
                <a:lnTo>
                  <a:pt x="31722" y="4531955"/>
                </a:lnTo>
                <a:lnTo>
                  <a:pt x="82572" y="4535941"/>
                </a:lnTo>
                <a:lnTo>
                  <a:pt x="9462344" y="4535946"/>
                </a:lnTo>
                <a:lnTo>
                  <a:pt x="9483000" y="4535511"/>
                </a:lnTo>
                <a:lnTo>
                  <a:pt x="9524044" y="4528247"/>
                </a:lnTo>
                <a:lnTo>
                  <a:pt x="9543861" y="4490745"/>
                </a:lnTo>
                <a:lnTo>
                  <a:pt x="9545515" y="4453368"/>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sz="1959"/>
          </a:p>
        </p:txBody>
      </p:sp>
      <p:sp>
        <p:nvSpPr>
          <p:cNvPr id="6" name="object 3">
            <a:extLst>
              <a:ext uri="{FF2B5EF4-FFF2-40B4-BE49-F238E27FC236}">
                <a16:creationId xmlns:a16="http://schemas.microsoft.com/office/drawing/2014/main" xmlns="" id="{E1282DD7-3D7E-AB4F-8B00-0C79B32A107C}"/>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sz="1799" b="1" spc="-640" dirty="0">
                <a:solidFill>
                  <a:schemeClr val="bg1"/>
                </a:solidFill>
                <a:latin typeface="Arial Black"/>
                <a:cs typeface="Arial Black"/>
              </a:rPr>
              <a:t>1</a:t>
            </a:r>
            <a:endParaRPr sz="1799" dirty="0">
              <a:solidFill>
                <a:schemeClr val="bg1"/>
              </a:solidFill>
              <a:latin typeface="Arial Black"/>
              <a:cs typeface="Arial Black"/>
            </a:endParaRPr>
          </a:p>
        </p:txBody>
      </p:sp>
      <p:sp>
        <p:nvSpPr>
          <p:cNvPr id="7" name="object 4">
            <a:extLst>
              <a:ext uri="{FF2B5EF4-FFF2-40B4-BE49-F238E27FC236}">
                <a16:creationId xmlns:a16="http://schemas.microsoft.com/office/drawing/2014/main" xmlns="" id="{78CE6F81-3CE4-9B43-931F-7FE3C5939FF8}"/>
              </a:ext>
            </a:extLst>
          </p:cNvPr>
          <p:cNvSpPr txBox="1"/>
          <p:nvPr/>
        </p:nvSpPr>
        <p:spPr>
          <a:xfrm>
            <a:off x="2826585" y="1201896"/>
            <a:ext cx="6920633" cy="307777"/>
          </a:xfrm>
          <a:prstGeom prst="rect">
            <a:avLst/>
          </a:prstGeom>
        </p:spPr>
        <p:txBody>
          <a:bodyPr vert="horz" wrap="square" lIns="0" tIns="0" rIns="0" bIns="0" rtlCol="0">
            <a:spAutoFit/>
          </a:bodyPr>
          <a:lstStyle/>
          <a:p>
            <a:pPr marL="12695"/>
            <a:r>
              <a:rPr sz="2000" i="1" spc="145" dirty="0">
                <a:solidFill>
                  <a:srgbClr val="231F20"/>
                </a:solidFill>
                <a:latin typeface="Arial" panose="020B0604020202020204" pitchFamily="34" charset="0"/>
                <a:cs typeface="Arial" panose="020B0604020202020204" pitchFamily="34" charset="0"/>
              </a:rPr>
              <a:t>Demon</a:t>
            </a:r>
            <a:r>
              <a:rPr sz="2000" i="1" spc="70" dirty="0">
                <a:solidFill>
                  <a:srgbClr val="231F20"/>
                </a:solidFill>
                <a:latin typeface="Arial" panose="020B0604020202020204" pitchFamily="34" charset="0"/>
                <a:cs typeface="Arial" panose="020B0604020202020204" pitchFamily="34" charset="0"/>
              </a:rPr>
              <a:t>s</a:t>
            </a:r>
            <a:r>
              <a:rPr sz="2000" i="1" spc="110" dirty="0">
                <a:solidFill>
                  <a:srgbClr val="231F20"/>
                </a:solidFill>
                <a:latin typeface="Arial" panose="020B0604020202020204" pitchFamily="34" charset="0"/>
                <a:cs typeface="Arial" panose="020B0604020202020204" pitchFamily="34" charset="0"/>
              </a:rPr>
              <a:t>tration</a:t>
            </a:r>
            <a:r>
              <a:rPr sz="2000" i="1" spc="50" dirty="0">
                <a:solidFill>
                  <a:srgbClr val="231F20"/>
                </a:solidFill>
                <a:latin typeface="Arial" panose="020B0604020202020204" pitchFamily="34" charset="0"/>
                <a:cs typeface="Arial" panose="020B0604020202020204" pitchFamily="34" charset="0"/>
              </a:rPr>
              <a:t> </a:t>
            </a:r>
            <a:r>
              <a:rPr sz="2000" i="1" spc="100" dirty="0">
                <a:solidFill>
                  <a:srgbClr val="231F20"/>
                </a:solidFill>
                <a:latin typeface="Arial" panose="020B0604020202020204" pitchFamily="34" charset="0"/>
                <a:cs typeface="Arial" panose="020B0604020202020204" pitchFamily="34" charset="0"/>
              </a:rPr>
              <a:t>on</a:t>
            </a:r>
            <a:r>
              <a:rPr sz="2000" i="1" spc="50" dirty="0">
                <a:solidFill>
                  <a:srgbClr val="231F20"/>
                </a:solidFill>
                <a:latin typeface="Arial" panose="020B0604020202020204" pitchFamily="34" charset="0"/>
                <a:cs typeface="Arial" panose="020B0604020202020204" pitchFamily="34" charset="0"/>
              </a:rPr>
              <a:t> </a:t>
            </a:r>
            <a:r>
              <a:rPr sz="2000" i="1" spc="114" dirty="0">
                <a:solidFill>
                  <a:srgbClr val="231F20"/>
                </a:solidFill>
                <a:latin typeface="Arial" panose="020B0604020202020204" pitchFamily="34" charset="0"/>
                <a:cs typeface="Arial" panose="020B0604020202020204" pitchFamily="34" charset="0"/>
              </a:rPr>
              <a:t>measuring</a:t>
            </a:r>
            <a:r>
              <a:rPr sz="2000" i="1" spc="50" dirty="0">
                <a:solidFill>
                  <a:srgbClr val="231F20"/>
                </a:solidFill>
                <a:latin typeface="Arial" panose="020B0604020202020204" pitchFamily="34" charset="0"/>
                <a:cs typeface="Arial" panose="020B0604020202020204" pitchFamily="34" charset="0"/>
              </a:rPr>
              <a:t> </a:t>
            </a:r>
            <a:r>
              <a:rPr sz="2000" i="1" spc="95" dirty="0">
                <a:solidFill>
                  <a:srgbClr val="231F20"/>
                </a:solidFill>
                <a:latin typeface="Arial" panose="020B0604020202020204" pitchFamily="34" charset="0"/>
                <a:cs typeface="Arial" panose="020B0604020202020204" pitchFamily="34" charset="0"/>
              </a:rPr>
              <a:t>blood</a:t>
            </a:r>
            <a:r>
              <a:rPr sz="2000" i="1" spc="50" dirty="0">
                <a:solidFill>
                  <a:srgbClr val="231F20"/>
                </a:solidFill>
                <a:latin typeface="Arial" panose="020B0604020202020204" pitchFamily="34" charset="0"/>
                <a:cs typeface="Arial" panose="020B0604020202020204" pitchFamily="34" charset="0"/>
              </a:rPr>
              <a:t> </a:t>
            </a:r>
            <a:r>
              <a:rPr sz="2000" i="1" spc="135" dirty="0">
                <a:solidFill>
                  <a:srgbClr val="231F20"/>
                </a:solidFill>
                <a:latin typeface="Arial" panose="020B0604020202020204" pitchFamily="34" charset="0"/>
                <a:cs typeface="Arial" panose="020B0604020202020204" pitchFamily="34" charset="0"/>
              </a:rPr>
              <a:t>pressure</a:t>
            </a:r>
            <a:endParaRPr sz="2000" i="1" dirty="0">
              <a:latin typeface="Arial" panose="020B0604020202020204" pitchFamily="34" charset="0"/>
              <a:cs typeface="Arial" panose="020B0604020202020204" pitchFamily="34" charset="0"/>
            </a:endParaRPr>
          </a:p>
        </p:txBody>
      </p:sp>
      <p:sp>
        <p:nvSpPr>
          <p:cNvPr id="8" name="object 5">
            <a:extLst>
              <a:ext uri="{FF2B5EF4-FFF2-40B4-BE49-F238E27FC236}">
                <a16:creationId xmlns:a16="http://schemas.microsoft.com/office/drawing/2014/main" xmlns="" id="{70DBD653-AFF9-AF4B-8907-976C0DB35B3D}"/>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9" name="object 6">
            <a:extLst>
              <a:ext uri="{FF2B5EF4-FFF2-40B4-BE49-F238E27FC236}">
                <a16:creationId xmlns:a16="http://schemas.microsoft.com/office/drawing/2014/main" xmlns="" id="{774103C5-B76C-8241-9EE8-DDCAD4877F64}"/>
              </a:ext>
            </a:extLst>
          </p:cNvPr>
          <p:cNvSpPr txBox="1"/>
          <p:nvPr/>
        </p:nvSpPr>
        <p:spPr>
          <a:xfrm>
            <a:off x="982184" y="1594780"/>
            <a:ext cx="8765034" cy="2026773"/>
          </a:xfrm>
          <a:prstGeom prst="rect">
            <a:avLst/>
          </a:prstGeom>
        </p:spPr>
        <p:txBody>
          <a:bodyPr vert="horz" wrap="square" lIns="0" tIns="0" rIns="0" bIns="0" rtlCol="0">
            <a:spAutoFit/>
          </a:bodyPr>
          <a:lstStyle/>
          <a:p>
            <a:pPr marL="12695">
              <a:lnSpc>
                <a:spcPct val="130000"/>
              </a:lnSpc>
              <a:spcBef>
                <a:spcPts val="869"/>
              </a:spcBef>
            </a:pPr>
            <a:r>
              <a:rPr sz="2000" b="1" spc="-15" dirty="0">
                <a:solidFill>
                  <a:srgbClr val="00B050"/>
                </a:solidFill>
                <a:latin typeface="Arial" panose="020B0604020202020204" pitchFamily="34" charset="0"/>
                <a:cs typeface="Arial" panose="020B0604020202020204" pitchFamily="34" charset="0"/>
              </a:rPr>
              <a:t>Commo</a:t>
            </a:r>
            <a:r>
              <a:rPr sz="2000" b="1" spc="-10" dirty="0">
                <a:solidFill>
                  <a:srgbClr val="00B050"/>
                </a:solidFill>
                <a:latin typeface="Arial" panose="020B0604020202020204" pitchFamily="34" charset="0"/>
                <a:cs typeface="Arial" panose="020B0604020202020204" pitchFamily="34" charset="0"/>
              </a:rPr>
              <a:t>n</a:t>
            </a:r>
            <a:r>
              <a:rPr sz="2000" b="1" dirty="0">
                <a:solidFill>
                  <a:srgbClr val="00B050"/>
                </a:solidFill>
                <a:latin typeface="Arial" panose="020B0604020202020204" pitchFamily="34" charset="0"/>
                <a:cs typeface="Arial" panose="020B0604020202020204" pitchFamily="34" charset="0"/>
              </a:rPr>
              <a:t> </a:t>
            </a:r>
            <a:r>
              <a:rPr sz="2000" b="1" spc="-15" dirty="0">
                <a:solidFill>
                  <a:srgbClr val="00B050"/>
                </a:solidFill>
                <a:latin typeface="Arial" panose="020B0604020202020204" pitchFamily="34" charset="0"/>
                <a:cs typeface="Arial" panose="020B0604020202020204" pitchFamily="34" charset="0"/>
              </a:rPr>
              <a:t>err</a:t>
            </a:r>
            <a:r>
              <a:rPr sz="2000" b="1" spc="-10" dirty="0">
                <a:solidFill>
                  <a:srgbClr val="00B050"/>
                </a:solidFill>
                <a:latin typeface="Arial" panose="020B0604020202020204" pitchFamily="34" charset="0"/>
                <a:cs typeface="Arial" panose="020B0604020202020204" pitchFamily="34" charset="0"/>
              </a:rPr>
              <a:t>o</a:t>
            </a:r>
            <a:r>
              <a:rPr sz="2000" b="1" spc="5" dirty="0">
                <a:solidFill>
                  <a:srgbClr val="00B050"/>
                </a:solidFill>
                <a:latin typeface="Arial" panose="020B0604020202020204" pitchFamily="34" charset="0"/>
                <a:cs typeface="Arial" panose="020B0604020202020204" pitchFamily="34" charset="0"/>
              </a:rPr>
              <a:t>r</a:t>
            </a:r>
            <a:r>
              <a:rPr sz="2000" b="1" dirty="0">
                <a:solidFill>
                  <a:srgbClr val="00B050"/>
                </a:solidFill>
                <a:latin typeface="Arial" panose="020B0604020202020204" pitchFamily="34" charset="0"/>
                <a:cs typeface="Arial" panose="020B0604020202020204" pitchFamily="34" charset="0"/>
              </a:rPr>
              <a:t>s</a:t>
            </a:r>
            <a:r>
              <a:rPr sz="2000" b="1" spc="-5" dirty="0">
                <a:solidFill>
                  <a:srgbClr val="00B050"/>
                </a:solidFill>
                <a:latin typeface="Arial" panose="020B0604020202020204" pitchFamily="34" charset="0"/>
                <a:cs typeface="Arial" panose="020B0604020202020204" pitchFamily="34" charset="0"/>
              </a:rPr>
              <a:t> </a:t>
            </a:r>
            <a:r>
              <a:rPr sz="2000" b="1" spc="-10" dirty="0">
                <a:solidFill>
                  <a:srgbClr val="00B050"/>
                </a:solidFill>
                <a:latin typeface="Arial" panose="020B0604020202020204" pitchFamily="34" charset="0"/>
                <a:cs typeface="Arial" panose="020B0604020202020204" pitchFamily="34" charset="0"/>
              </a:rPr>
              <a:t>in</a:t>
            </a:r>
            <a:r>
              <a:rPr sz="2000" b="1" dirty="0">
                <a:solidFill>
                  <a:srgbClr val="00B050"/>
                </a:solidFill>
                <a:latin typeface="Arial" panose="020B0604020202020204" pitchFamily="34" charset="0"/>
                <a:cs typeface="Arial" panose="020B0604020202020204" pitchFamily="34" charset="0"/>
              </a:rPr>
              <a:t> </a:t>
            </a:r>
            <a:r>
              <a:rPr sz="2000" b="1" spc="-15" dirty="0">
                <a:solidFill>
                  <a:srgbClr val="00B050"/>
                </a:solidFill>
                <a:latin typeface="Arial" panose="020B0604020202020204" pitchFamily="34" charset="0"/>
                <a:cs typeface="Arial" panose="020B0604020202020204" pitchFamily="34" charset="0"/>
              </a:rPr>
              <a:t>Bloo</a:t>
            </a:r>
            <a:r>
              <a:rPr sz="2000" b="1" spc="-10" dirty="0">
                <a:solidFill>
                  <a:srgbClr val="00B050"/>
                </a:solidFill>
                <a:latin typeface="Arial" panose="020B0604020202020204" pitchFamily="34" charset="0"/>
                <a:cs typeface="Arial" panose="020B0604020202020204" pitchFamily="34" charset="0"/>
              </a:rPr>
              <a:t>d</a:t>
            </a:r>
            <a:r>
              <a:rPr sz="2000" b="1" spc="5" dirty="0">
                <a:solidFill>
                  <a:srgbClr val="00B050"/>
                </a:solidFill>
                <a:latin typeface="Arial" panose="020B0604020202020204" pitchFamily="34" charset="0"/>
                <a:cs typeface="Arial" panose="020B0604020202020204" pitchFamily="34" charset="0"/>
              </a:rPr>
              <a:t> </a:t>
            </a:r>
            <a:r>
              <a:rPr sz="2000" b="1" spc="-15" dirty="0">
                <a:solidFill>
                  <a:srgbClr val="00B050"/>
                </a:solidFill>
                <a:latin typeface="Arial" panose="020B0604020202020204" pitchFamily="34" charset="0"/>
                <a:cs typeface="Arial" panose="020B0604020202020204" pitchFamily="34" charset="0"/>
              </a:rPr>
              <a:t>Pressur</a:t>
            </a:r>
            <a:r>
              <a:rPr sz="2000" b="1" spc="-10" dirty="0">
                <a:solidFill>
                  <a:srgbClr val="00B050"/>
                </a:solidFill>
                <a:latin typeface="Arial" panose="020B0604020202020204" pitchFamily="34" charset="0"/>
                <a:cs typeface="Arial" panose="020B0604020202020204" pitchFamily="34" charset="0"/>
              </a:rPr>
              <a:t>e</a:t>
            </a:r>
            <a:r>
              <a:rPr sz="2000" b="1" dirty="0">
                <a:solidFill>
                  <a:srgbClr val="00B050"/>
                </a:solidFill>
                <a:latin typeface="Arial" panose="020B0604020202020204" pitchFamily="34" charset="0"/>
                <a:cs typeface="Arial" panose="020B0604020202020204" pitchFamily="34" charset="0"/>
              </a:rPr>
              <a:t> </a:t>
            </a:r>
            <a:r>
              <a:rPr sz="2000" b="1" spc="-15" dirty="0">
                <a:solidFill>
                  <a:srgbClr val="00B050"/>
                </a:solidFill>
                <a:latin typeface="Arial" panose="020B0604020202020204" pitchFamily="34" charset="0"/>
                <a:cs typeface="Arial" panose="020B0604020202020204" pitchFamily="34" charset="0"/>
              </a:rPr>
              <a:t>measurement</a:t>
            </a:r>
            <a:endParaRPr sz="2000" b="1" dirty="0">
              <a:solidFill>
                <a:srgbClr val="00B050"/>
              </a:solidFill>
              <a:latin typeface="Arial" panose="020B0604020202020204" pitchFamily="34" charset="0"/>
              <a:cs typeface="Arial" panose="020B0604020202020204" pitchFamily="34" charset="0"/>
            </a:endParaRPr>
          </a:p>
          <a:p>
            <a:pPr marL="264054" indent="-228509">
              <a:lnSpc>
                <a:spcPts val="2860"/>
              </a:lnSpc>
              <a:spcBef>
                <a:spcPts val="545"/>
              </a:spcBef>
              <a:buClr>
                <a:srgbClr val="231F20"/>
              </a:buClr>
              <a:buFont typeface="Franklin Gothic Book"/>
              <a:buAutoNum type="arabicPeriod"/>
              <a:tabLst>
                <a:tab pos="264689" algn="l"/>
              </a:tabLst>
            </a:pPr>
            <a:r>
              <a:rPr sz="1800" dirty="0">
                <a:solidFill>
                  <a:srgbClr val="231F20"/>
                </a:solidFill>
                <a:latin typeface="Arial" panose="020B0604020202020204" pitchFamily="34" charset="0"/>
                <a:cs typeface="Arial" panose="020B0604020202020204" pitchFamily="34" charset="0"/>
              </a:rPr>
              <a:t>Using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inapp</a:t>
            </a:r>
            <a:r>
              <a:rPr sz="1800" spc="-2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opria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 size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client</a:t>
            </a:r>
            <a:r>
              <a:rPr lang="en-US" sz="1800" spc="-5"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indent="-228509">
              <a:lnSpc>
                <a:spcPts val="2860"/>
              </a:lnSpc>
              <a:spcBef>
                <a:spcPts val="280"/>
              </a:spcBef>
              <a:buClr>
                <a:srgbClr val="231F20"/>
              </a:buClr>
              <a:buFont typeface="Franklin Gothic Book"/>
              <a:buAutoNum type="arabicPeriod"/>
              <a:tabLst>
                <a:tab pos="264689" algn="l"/>
              </a:tabLst>
            </a:pPr>
            <a:r>
              <a:rPr sz="1800" spc="-5" dirty="0">
                <a:solidFill>
                  <a:srgbClr val="231F20"/>
                </a:solidFill>
                <a:latin typeface="Arial" panose="020B0604020202020204" pitchFamily="34" charset="0"/>
                <a:cs typeface="Arial" panose="020B0604020202020204" pitchFamily="34" charset="0"/>
              </a:rPr>
              <a:t>Placin</a:t>
            </a:r>
            <a:r>
              <a:rPr sz="1800" dirty="0">
                <a:solidFill>
                  <a:srgbClr val="231F20"/>
                </a:solidFill>
                <a:latin typeface="Arial" panose="020B0604020202020204" pitchFamily="34" charset="0"/>
                <a:cs typeface="Arial" panose="020B0604020202020204" pitchFamily="34" charset="0"/>
              </a:rPr>
              <a:t>g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w</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ong</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plac</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arm</a:t>
            </a:r>
            <a:r>
              <a:rPr lang="en-US" sz="1800" spc="-1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indent="-228509">
              <a:lnSpc>
                <a:spcPts val="2860"/>
              </a:lnSpc>
              <a:spcBef>
                <a:spcPts val="280"/>
              </a:spcBef>
              <a:buClr>
                <a:srgbClr val="231F20"/>
              </a:buClr>
              <a:buFont typeface="Franklin Gothic Book"/>
              <a:buAutoNum type="arabicPeriod"/>
              <a:tabLst>
                <a:tab pos="264689" algn="l"/>
              </a:tabLst>
            </a:pPr>
            <a:r>
              <a:rPr sz="1800" spc="-10" dirty="0">
                <a:solidFill>
                  <a:srgbClr val="231F20"/>
                </a:solidFill>
                <a:latin typeface="Arial" panose="020B0604020202020204" pitchFamily="34" charset="0"/>
                <a:cs typeface="Arial" panose="020B0604020202020204" pitchFamily="34" charset="0"/>
              </a:rPr>
              <a:t>Holding on</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cu</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whil</a:t>
            </a:r>
            <a:r>
              <a:rPr sz="1800" dirty="0">
                <a:solidFill>
                  <a:srgbClr val="231F20"/>
                </a:solidFill>
                <a:latin typeface="Arial" panose="020B0604020202020204" pitchFamily="34" charset="0"/>
                <a:cs typeface="Arial" panose="020B0604020202020204" pitchFamily="34" charset="0"/>
              </a:rPr>
              <a:t>e taking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lang="en-ZA" sz="1800" spc="-5" dirty="0">
                <a:solidFill>
                  <a:srgbClr val="231F20"/>
                </a:solidFill>
                <a:latin typeface="Arial" panose="020B0604020202020204" pitchFamily="34" charset="0"/>
                <a:cs typeface="Arial" panose="020B0604020202020204" pitchFamily="34" charset="0"/>
              </a:rPr>
              <a:t>B</a:t>
            </a:r>
            <a:r>
              <a:rPr lang="en-ZA" sz="1800" dirty="0">
                <a:solidFill>
                  <a:srgbClr val="231F20"/>
                </a:solidFill>
                <a:latin typeface="Arial" panose="020B0604020202020204" pitchFamily="34" charset="0"/>
                <a:cs typeface="Arial" panose="020B0604020202020204" pitchFamily="34" charset="0"/>
              </a:rPr>
              <a:t>P</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measurement</a:t>
            </a:r>
            <a:r>
              <a:rPr lang="en-US" sz="1800" spc="-1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054" indent="-228509">
              <a:lnSpc>
                <a:spcPts val="2860"/>
              </a:lnSpc>
              <a:spcBef>
                <a:spcPts val="280"/>
              </a:spcBef>
              <a:buClr>
                <a:srgbClr val="231F20"/>
              </a:buClr>
              <a:buFont typeface="Franklin Gothic Book"/>
              <a:buAutoNum type="arabicPeriod"/>
              <a:tabLst>
                <a:tab pos="264689" algn="l"/>
              </a:tabLst>
            </a:pPr>
            <a:r>
              <a:rPr sz="1800" spc="-80"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aking</a:t>
            </a:r>
            <a:r>
              <a:rPr sz="1800" spc="-5" dirty="0">
                <a:solidFill>
                  <a:srgbClr val="231F20"/>
                </a:solidFill>
                <a:latin typeface="Arial" panose="020B0604020202020204" pitchFamily="34" charset="0"/>
                <a:cs typeface="Arial" panose="020B0604020202020204" pitchFamily="34" charset="0"/>
              </a:rPr>
              <a:t> B</a:t>
            </a:r>
            <a:r>
              <a:rPr sz="1800" dirty="0">
                <a:solidFill>
                  <a:srgbClr val="231F20"/>
                </a:solidFill>
                <a:latin typeface="Arial" panose="020B0604020202020204" pitchFamily="34" charset="0"/>
                <a:cs typeface="Arial" panose="020B0604020202020204" pitchFamily="34" charset="0"/>
              </a:rPr>
              <a:t>P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tight cl</a:t>
            </a:r>
            <a:r>
              <a:rPr sz="1800" spc="-2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thes, </a:t>
            </a:r>
            <a:r>
              <a:rPr sz="1800" spc="-10" dirty="0">
                <a:solidFill>
                  <a:srgbClr val="231F20"/>
                </a:solidFill>
                <a:latin typeface="Arial" panose="020B0604020202020204" pitchFamily="34" charset="0"/>
                <a:cs typeface="Arial" panose="020B0604020202020204" pitchFamily="34" charset="0"/>
              </a:rPr>
              <a:t>hence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causing</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arm</a:t>
            </a:r>
            <a:r>
              <a:rPr lang="en-US" sz="1800" spc="-1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xmlns="" id="{EB38BDFB-1052-384D-AEB8-75BA8D1882D7}"/>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03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DD194AB3-9847-1F4C-A2BF-4E1E5A97EEC1}"/>
              </a:ext>
            </a:extLst>
          </p:cNvPr>
          <p:cNvSpPr>
            <a:spLocks noGrp="1"/>
          </p:cNvSpPr>
          <p:nvPr>
            <p:ph type="sldNum" sz="quarter" idx="12"/>
          </p:nvPr>
        </p:nvSpPr>
        <p:spPr/>
        <p:txBody>
          <a:bodyPr/>
          <a:lstStyle/>
          <a:p>
            <a:fld id="{5FCE7002-8CF6-784B-9A24-69DF51357AB2}" type="slidenum">
              <a:rPr lang="en-US" smtClean="0"/>
              <a:t>26</a:t>
            </a:fld>
            <a:endParaRPr lang="en-US"/>
          </a:p>
        </p:txBody>
      </p:sp>
      <p:sp>
        <p:nvSpPr>
          <p:cNvPr id="5" name="object 2">
            <a:extLst>
              <a:ext uri="{FF2B5EF4-FFF2-40B4-BE49-F238E27FC236}">
                <a16:creationId xmlns:a16="http://schemas.microsoft.com/office/drawing/2014/main" xmlns="" id="{4D9818D1-E878-0B42-911D-61680B33E2EC}"/>
              </a:ext>
            </a:extLst>
          </p:cNvPr>
          <p:cNvSpPr txBox="1"/>
          <p:nvPr/>
        </p:nvSpPr>
        <p:spPr>
          <a:xfrm>
            <a:off x="7797" y="423417"/>
            <a:ext cx="2053015" cy="430887"/>
          </a:xfrm>
          <a:prstGeom prst="rect">
            <a:avLst/>
          </a:prstGeom>
          <a:solidFill>
            <a:srgbClr val="00B050"/>
          </a:solidFill>
          <a:ln w="9524">
            <a:noFill/>
          </a:ln>
        </p:spPr>
        <p:txBody>
          <a:bodyPr vert="horz" wrap="square" lIns="0" tIns="0" rIns="0" bIns="0" rtlCol="0">
            <a:spAutoFit/>
          </a:bodyPr>
          <a:lstStyle/>
          <a:p>
            <a:pPr marL="564289"/>
            <a:r>
              <a:rPr lang="en-US" sz="2800" b="1" dirty="0">
                <a:solidFill>
                  <a:schemeClr val="bg1"/>
                </a:solidFill>
                <a:latin typeface="Arial"/>
                <a:cs typeface="Arial"/>
              </a:rPr>
              <a:t>  UNIT 4</a:t>
            </a:r>
            <a:endParaRPr sz="2800" b="1" dirty="0">
              <a:solidFill>
                <a:schemeClr val="bg1"/>
              </a:solidFill>
              <a:latin typeface="Arial"/>
              <a:cs typeface="Arial"/>
            </a:endParaRPr>
          </a:p>
        </p:txBody>
      </p:sp>
      <p:sp>
        <p:nvSpPr>
          <p:cNvPr id="6" name="Rectangle 5">
            <a:extLst>
              <a:ext uri="{FF2B5EF4-FFF2-40B4-BE49-F238E27FC236}">
                <a16:creationId xmlns:a16="http://schemas.microsoft.com/office/drawing/2014/main" xmlns="" id="{E938CDB1-0082-3549-A26F-7516804C5F6F}"/>
              </a:ext>
            </a:extLst>
          </p:cNvPr>
          <p:cNvSpPr/>
          <p:nvPr/>
        </p:nvSpPr>
        <p:spPr>
          <a:xfrm>
            <a:off x="2060812" y="43088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3">
            <a:extLst>
              <a:ext uri="{FF2B5EF4-FFF2-40B4-BE49-F238E27FC236}">
                <a16:creationId xmlns:a16="http://schemas.microsoft.com/office/drawing/2014/main" xmlns="" id="{F31D2DF6-859E-644E-8A16-0650D21609E5}"/>
              </a:ext>
            </a:extLst>
          </p:cNvPr>
          <p:cNvSpPr txBox="1"/>
          <p:nvPr/>
        </p:nvSpPr>
        <p:spPr>
          <a:xfrm>
            <a:off x="774762" y="1285804"/>
            <a:ext cx="9075820" cy="738664"/>
          </a:xfrm>
          <a:prstGeom prst="rect">
            <a:avLst/>
          </a:prstGeom>
        </p:spPr>
        <p:txBody>
          <a:bodyPr vert="horz" wrap="square" lIns="0" tIns="0" rIns="0" bIns="0" rtlCol="0">
            <a:spAutoFit/>
          </a:bodyPr>
          <a:lstStyle/>
          <a:p>
            <a:pPr marL="12700">
              <a:spcBef>
                <a:spcPts val="1130"/>
              </a:spcBef>
            </a:pPr>
            <a:r>
              <a:rPr lang="en-US" sz="2400" b="1" kern="0" dirty="0">
                <a:solidFill>
                  <a:srgbClr val="00B050"/>
                </a:solidFill>
                <a:latin typeface="Arial" pitchFamily="34" charset="0"/>
                <a:cs typeface="Arial" pitchFamily="34" charset="0"/>
              </a:rPr>
              <a:t>Educating the community on prevention and management of hypertension</a:t>
            </a:r>
            <a:endParaRPr lang="en-US" sz="2400" b="1" dirty="0">
              <a:solidFill>
                <a:srgbClr val="00B050"/>
              </a:solidFill>
              <a:latin typeface="Arial"/>
              <a:cs typeface="Arial"/>
            </a:endParaRPr>
          </a:p>
        </p:txBody>
      </p:sp>
      <p:sp>
        <p:nvSpPr>
          <p:cNvPr id="8" name="Rectangle 7">
            <a:extLst>
              <a:ext uri="{FF2B5EF4-FFF2-40B4-BE49-F238E27FC236}">
                <a16:creationId xmlns:a16="http://schemas.microsoft.com/office/drawing/2014/main" xmlns="" id="{A8A9A338-4A42-2D4E-9B67-246FD816ECB0}"/>
              </a:ext>
            </a:extLst>
          </p:cNvPr>
          <p:cNvSpPr/>
          <p:nvPr/>
        </p:nvSpPr>
        <p:spPr>
          <a:xfrm>
            <a:off x="713802" y="2117838"/>
            <a:ext cx="2121093" cy="369332"/>
          </a:xfrm>
          <a:prstGeom prst="rect">
            <a:avLst/>
          </a:prstGeom>
        </p:spPr>
        <p:txBody>
          <a:bodyPr wrap="none">
            <a:spAutoFit/>
          </a:bodyPr>
          <a:lstStyle/>
          <a:p>
            <a:pPr marL="12700">
              <a:spcBef>
                <a:spcPts val="1130"/>
              </a:spcBef>
            </a:pPr>
            <a:r>
              <a:rPr lang="en-US" sz="1800" b="1" kern="0" dirty="0">
                <a:solidFill>
                  <a:schemeClr val="tx1">
                    <a:lumMod val="75000"/>
                    <a:lumOff val="25000"/>
                  </a:schemeClr>
                </a:solidFill>
                <a:latin typeface="Arial"/>
                <a:cs typeface="Arial"/>
              </a:rPr>
              <a:t>Duration: 2 hours</a:t>
            </a:r>
            <a:endParaRPr lang="en-US" sz="2800" b="1" kern="0" dirty="0">
              <a:solidFill>
                <a:schemeClr val="tx1">
                  <a:lumMod val="75000"/>
                  <a:lumOff val="25000"/>
                </a:schemeClr>
              </a:solidFill>
              <a:latin typeface="Arial" pitchFamily="34" charset="0"/>
              <a:cs typeface="Arial" pitchFamily="34" charset="0"/>
            </a:endParaRPr>
          </a:p>
        </p:txBody>
      </p:sp>
      <p:sp>
        <p:nvSpPr>
          <p:cNvPr id="10" name="object 4">
            <a:extLst>
              <a:ext uri="{FF2B5EF4-FFF2-40B4-BE49-F238E27FC236}">
                <a16:creationId xmlns:a16="http://schemas.microsoft.com/office/drawing/2014/main" xmlns="" id="{FE568A11-A27D-0647-A166-810887ABF4E5}"/>
              </a:ext>
            </a:extLst>
          </p:cNvPr>
          <p:cNvSpPr txBox="1"/>
          <p:nvPr/>
        </p:nvSpPr>
        <p:spPr>
          <a:xfrm>
            <a:off x="774762" y="2550902"/>
            <a:ext cx="9465945" cy="4355744"/>
          </a:xfrm>
          <a:prstGeom prst="rect">
            <a:avLst/>
          </a:prstGeom>
        </p:spPr>
        <p:txBody>
          <a:bodyPr vert="horz" wrap="square" lIns="0" tIns="0" rIns="0" bIns="0" rtlCol="0">
            <a:spAutoFit/>
          </a:bodyPr>
          <a:lstStyle/>
          <a:p>
            <a:pPr marL="12700">
              <a:lnSpc>
                <a:spcPct val="120000"/>
              </a:lnSpc>
            </a:pPr>
            <a:r>
              <a:rPr lang="en-US" sz="1800" b="1" kern="0" dirty="0">
                <a:solidFill>
                  <a:srgbClr val="00B050"/>
                </a:solidFill>
                <a:latin typeface="Arial" pitchFamily="34" charset="0"/>
                <a:cs typeface="Arial" pitchFamily="34" charset="0"/>
              </a:rPr>
              <a:t>How to Lower Blood Pressure</a:t>
            </a:r>
          </a:p>
          <a:p>
            <a:pPr marL="264160" indent="-228600">
              <a:lnSpc>
                <a:spcPct val="120000"/>
              </a:lnSpc>
              <a:spcBef>
                <a:spcPts val="107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Hype</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sz="1800" spc="-15" dirty="0">
                <a:solidFill>
                  <a:srgbClr val="231F20"/>
                </a:solidFill>
                <a:latin typeface="Arial" panose="020B0604020202020204" pitchFamily="34" charset="0"/>
                <a:cs typeface="Arial" panose="020B0604020202020204" pitchFamily="34" charset="0"/>
              </a:rPr>
              <a:t>increase</a:t>
            </a:r>
            <a:r>
              <a:rPr sz="1800" spc="-10" dirty="0">
                <a:solidFill>
                  <a:srgbClr val="231F20"/>
                </a:solidFill>
                <a:latin typeface="Arial" panose="020B0604020202020204" pitchFamily="34" charset="0"/>
                <a:cs typeface="Arial" panose="020B0604020202020204" pitchFamily="34" charset="0"/>
              </a:rPr>
              <a:t>s</a:t>
            </a:r>
            <a:r>
              <a:rPr sz="1800" spc="10"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chances</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d</a:t>
            </a:r>
            <a:r>
              <a:rPr sz="1800" spc="-4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eloping hea</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disease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attack</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st</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a:t>
            </a:r>
            <a:r>
              <a:rPr sz="1800" spc="-40" dirty="0">
                <a:solidFill>
                  <a:srgbClr val="231F20"/>
                </a:solidFill>
                <a:latin typeface="Arial" panose="020B0604020202020204" pitchFamily="34" charset="0"/>
                <a:cs typeface="Arial" panose="020B0604020202020204" pitchFamily="34" charset="0"/>
              </a:rPr>
              <a:t>k</a:t>
            </a:r>
            <a:r>
              <a:rPr sz="1800" spc="-5" dirty="0">
                <a:solidFill>
                  <a:srgbClr val="231F20"/>
                </a:solidFill>
                <a:latin typeface="Arial" panose="020B0604020202020204" pitchFamily="34" charset="0"/>
                <a:cs typeface="Arial" panose="020B0604020202020204" pitchFamily="34" charset="0"/>
              </a:rPr>
              <a:t>e,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ailure,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kidn</a:t>
            </a:r>
            <a:r>
              <a:rPr sz="1800" spc="-35"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y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ailure.</a:t>
            </a:r>
            <a:endParaRPr sz="1800" dirty="0">
              <a:latin typeface="Arial" panose="020B0604020202020204" pitchFamily="34" charset="0"/>
              <a:cs typeface="Arial" panose="020B0604020202020204" pitchFamily="34" charset="0"/>
            </a:endParaRPr>
          </a:p>
          <a:p>
            <a:pPr marL="264160" marR="19050" indent="-228600">
              <a:lnSpc>
                <a:spcPct val="120000"/>
              </a:lnSpc>
              <a:spcBef>
                <a:spcPts val="280"/>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35" dirty="0">
                <a:solidFill>
                  <a:srgbClr val="231F20"/>
                </a:solidFill>
                <a:latin typeface="Arial" panose="020B0604020202020204" pitchFamily="34" charset="0"/>
                <a:cs typeface="Arial" panose="020B0604020202020204" pitchFamily="34" charset="0"/>
              </a:rPr>
              <a:t>e</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that </a:t>
            </a:r>
            <a:r>
              <a:rPr sz="1800" spc="-10" dirty="0">
                <a:solidFill>
                  <a:srgbClr val="231F20"/>
                </a:solidFill>
                <a:latin typeface="Arial" panose="020B0604020202020204" pitchFamily="34" charset="0"/>
                <a:cs typeface="Arial" panose="020B0604020202020204" pitchFamily="34" charset="0"/>
              </a:rPr>
              <a:t>hypertension can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a:t>
            </a:r>
            <a:r>
              <a:rPr sz="1800" spc="-3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en</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cont</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olled. </a:t>
            </a:r>
            <a:r>
              <a:rPr lang="en-US" sz="1800" spc="-75" dirty="0">
                <a:solidFill>
                  <a:srgbClr val="231F20"/>
                </a:solidFill>
                <a:latin typeface="Arial" panose="020B0604020202020204" pitchFamily="34" charset="0"/>
                <a:cs typeface="Arial" panose="020B0604020202020204" pitchFamily="34" charset="0"/>
              </a:rPr>
              <a:t>Many </a:t>
            </a:r>
            <a:r>
              <a:rPr lang="en-US" sz="1800" spc="-10" dirty="0">
                <a:solidFill>
                  <a:srgbClr val="231F20"/>
                </a:solidFill>
                <a:latin typeface="Arial" panose="020B0604020202020204" pitchFamily="34" charset="0"/>
                <a:cs typeface="Arial" panose="020B0604020202020204" pitchFamily="34" charset="0"/>
              </a:rPr>
              <a:t>things can be done in our </a:t>
            </a:r>
            <a:r>
              <a:rPr sz="1800" spc="-5" dirty="0">
                <a:solidFill>
                  <a:srgbClr val="231F20"/>
                </a:solidFill>
                <a:latin typeface="Arial" panose="020B0604020202020204" pitchFamily="34" charset="0"/>
                <a:cs typeface="Arial" panose="020B0604020202020204" pitchFamily="34" charset="0"/>
              </a:rPr>
              <a:t>daily </a:t>
            </a:r>
            <a:r>
              <a:rPr sz="1800" dirty="0">
                <a:solidFill>
                  <a:srgbClr val="231F20"/>
                </a:solidFill>
                <a:latin typeface="Arial" panose="020B0604020202020204" pitchFamily="34" charset="0"/>
                <a:cs typeface="Arial" panose="020B0604020202020204" pitchFamily="34" charset="0"/>
              </a:rPr>
              <a:t>li</a:t>
            </a:r>
            <a:r>
              <a:rPr lang="en-US" sz="1800" spc="-35" dirty="0">
                <a:solidFill>
                  <a:srgbClr val="231F20"/>
                </a:solidFill>
                <a:latin typeface="Arial" panose="020B0604020202020204" pitchFamily="34" charset="0"/>
                <a:cs typeface="Arial" panose="020B0604020202020204" pitchFamily="34" charset="0"/>
              </a:rPr>
              <a:t>ves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reduce</a:t>
            </a:r>
            <a:r>
              <a:rPr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chances</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h</a:t>
            </a:r>
            <a:r>
              <a:rPr sz="1800" spc="-45" dirty="0">
                <a:solidFill>
                  <a:srgbClr val="231F20"/>
                </a:solidFill>
                <a:latin typeface="Arial" panose="020B0604020202020204" pitchFamily="34" charset="0"/>
                <a:cs typeface="Arial" panose="020B0604020202020204" pitchFamily="34" charset="0"/>
              </a:rPr>
              <a:t>a</a:t>
            </a:r>
            <a:r>
              <a:rPr sz="1800" spc="-5" dirty="0">
                <a:solidFill>
                  <a:srgbClr val="231F20"/>
                </a:solidFill>
                <a:latin typeface="Arial" panose="020B0604020202020204" pitchFamily="34" charset="0"/>
                <a:cs typeface="Arial" panose="020B0604020202020204" pitchFamily="34" charset="0"/>
              </a:rPr>
              <a:t>ving </a:t>
            </a:r>
            <a:r>
              <a:rPr lang="en-ZA" sz="1800" dirty="0">
                <a:solidFill>
                  <a:srgbClr val="231F20"/>
                </a:solidFill>
                <a:latin typeface="Arial" panose="020B0604020202020204" pitchFamily="34" charset="0"/>
                <a:cs typeface="Arial" panose="020B0604020202020204" pitchFamily="34" charset="0"/>
              </a:rPr>
              <a:t>hy</a:t>
            </a:r>
            <a:r>
              <a:rPr sz="1800" dirty="0">
                <a:solidFill>
                  <a:srgbClr val="231F20"/>
                </a:solidFill>
                <a:latin typeface="Arial" panose="020B0604020202020204" pitchFamily="34" charset="0"/>
                <a:cs typeface="Arial" panose="020B0604020202020204" pitchFamily="34" charset="0"/>
              </a:rPr>
              <a:t>pe</a:t>
            </a:r>
            <a:r>
              <a:rPr sz="1800" spc="35" dirty="0">
                <a:solidFill>
                  <a:srgbClr val="231F20"/>
                </a:solidFill>
                <a:latin typeface="Arial" panose="020B0604020202020204" pitchFamily="34" charset="0"/>
                <a:cs typeface="Arial" panose="020B0604020202020204" pitchFamily="34" charset="0"/>
              </a:rPr>
              <a:t>r</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ension and d</a:t>
            </a:r>
            <a:r>
              <a:rPr sz="1800" spc="-2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eloping co</a:t>
            </a:r>
            <a:r>
              <a:rPr sz="1800" spc="-15" dirty="0">
                <a:solidFill>
                  <a:srgbClr val="231F20"/>
                </a:solidFill>
                <a:latin typeface="Arial" panose="020B0604020202020204" pitchFamily="34" charset="0"/>
                <a:cs typeface="Arial" panose="020B0604020202020204" pitchFamily="34" charset="0"/>
              </a:rPr>
              <a:t>m</a:t>
            </a:r>
            <a:r>
              <a:rPr sz="1800" dirty="0">
                <a:solidFill>
                  <a:srgbClr val="231F20"/>
                </a:solidFill>
                <a:latin typeface="Arial" panose="020B0604020202020204" pitchFamily="34" charset="0"/>
                <a:cs typeface="Arial" panose="020B0604020202020204" pitchFamily="34" charset="0"/>
              </a:rPr>
              <a:t>plications. This is called li</a:t>
            </a:r>
            <a:r>
              <a:rPr sz="1800" spc="-3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estyle change or </a:t>
            </a:r>
            <a:r>
              <a:rPr sz="1800" spc="-5" dirty="0">
                <a:solidFill>
                  <a:srgbClr val="231F20"/>
                </a:solidFill>
                <a:latin typeface="Arial" panose="020B0604020202020204" pitchFamily="34" charset="0"/>
                <a:cs typeface="Arial" panose="020B0604020202020204" pitchFamily="34" charset="0"/>
              </a:rPr>
              <a:t>modification.</a:t>
            </a:r>
            <a:endParaRPr sz="1800" dirty="0">
              <a:latin typeface="Arial" panose="020B0604020202020204" pitchFamily="34" charset="0"/>
              <a:cs typeface="Arial" panose="020B0604020202020204" pitchFamily="34" charset="0"/>
            </a:endParaRPr>
          </a:p>
          <a:p>
            <a:pPr marL="264160" indent="-228600">
              <a:lnSpc>
                <a:spcPct val="120000"/>
              </a:lnSpc>
              <a:spcBef>
                <a:spcPts val="28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It’s i</a:t>
            </a:r>
            <a:r>
              <a:rPr sz="1800" spc="-15" dirty="0">
                <a:solidFill>
                  <a:srgbClr val="231F20"/>
                </a:solidFill>
                <a:latin typeface="Arial" panose="020B0604020202020204" pitchFamily="34" charset="0"/>
                <a:cs typeface="Arial" panose="020B0604020202020204" pitchFamily="34" charset="0"/>
              </a:rPr>
              <a:t>mpo</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tant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peopl</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kn</a:t>
            </a:r>
            <a:r>
              <a:rPr sz="1800" spc="-3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t>
            </a:r>
            <a:r>
              <a:rPr sz="1800" spc="-5" dirty="0">
                <a:solidFill>
                  <a:srgbClr val="231F20"/>
                </a:solidFill>
                <a:latin typeface="Arial" panose="020B0604020202020204" pitchFamily="34" charset="0"/>
                <a:cs typeface="Arial" panose="020B0604020202020204" pitchFamily="34" charset="0"/>
              </a:rPr>
              <a:t>their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pressure</a:t>
            </a:r>
            <a:endParaRPr sz="1800" dirty="0">
              <a:latin typeface="Arial" panose="020B0604020202020204" pitchFamily="34" charset="0"/>
              <a:cs typeface="Arial" panose="020B0604020202020204" pitchFamily="34" charset="0"/>
            </a:endParaRPr>
          </a:p>
          <a:p>
            <a:pPr marL="264160" indent="-228600">
              <a:lnSpc>
                <a:spcPct val="120000"/>
              </a:lnSpc>
              <a:spcBef>
                <a:spcPts val="280"/>
              </a:spcBef>
              <a:buClr>
                <a:srgbClr val="231F20"/>
              </a:buClr>
              <a:buFont typeface="Arial"/>
              <a:buChar char="•"/>
              <a:tabLst>
                <a:tab pos="264795" algn="l"/>
              </a:tabLst>
            </a:pPr>
            <a:r>
              <a:rPr sz="1800" spc="-8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reating </a:t>
            </a:r>
            <a:r>
              <a:rPr sz="1800" spc="-10" dirty="0">
                <a:solidFill>
                  <a:srgbClr val="231F20"/>
                </a:solidFill>
                <a:latin typeface="Arial" panose="020B0604020202020204" pitchFamily="34" charset="0"/>
                <a:cs typeface="Arial" panose="020B0604020202020204" pitchFamily="34" charset="0"/>
              </a:rPr>
              <a:t>Hype</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lang="en-US" sz="1800" spc="-10" dirty="0">
                <a:solidFill>
                  <a:srgbClr val="231F20"/>
                </a:solidFill>
                <a:latin typeface="Arial" panose="020B0604020202020204" pitchFamily="34" charset="0"/>
                <a:cs typeface="Arial" panose="020B0604020202020204" pitchFamily="34" charset="0"/>
              </a:rPr>
              <a:t>saves lives</a:t>
            </a:r>
            <a:r>
              <a:rPr sz="1800" spc="-5" dirty="0">
                <a:solidFill>
                  <a:srgbClr val="231F20"/>
                </a:solidFill>
                <a:latin typeface="Arial" panose="020B0604020202020204" pitchFamily="34" charset="0"/>
                <a:cs typeface="Arial" panose="020B0604020202020204" pitchFamily="34" charset="0"/>
              </a:rPr>
              <a:t>. It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reduce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chances</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attack</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st</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a:t>
            </a:r>
            <a:r>
              <a:rPr sz="1800" spc="-40" dirty="0">
                <a:solidFill>
                  <a:srgbClr val="231F20"/>
                </a:solidFill>
                <a:latin typeface="Arial" panose="020B0604020202020204" pitchFamily="34" charset="0"/>
                <a:cs typeface="Arial" panose="020B0604020202020204" pitchFamily="34" charset="0"/>
              </a:rPr>
              <a:t>k</a:t>
            </a:r>
            <a:r>
              <a:rPr sz="1800" spc="-5" dirty="0">
                <a:solidFill>
                  <a:srgbClr val="231F20"/>
                </a:solidFill>
                <a:latin typeface="Arial" panose="020B0604020202020204" pitchFamily="34" charset="0"/>
                <a:cs typeface="Arial" panose="020B0604020202020204" pitchFamily="34" charset="0"/>
              </a:rPr>
              <a:t>e,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ailure.</a:t>
            </a:r>
            <a:endParaRPr sz="1800" dirty="0">
              <a:latin typeface="Arial" panose="020B0604020202020204" pitchFamily="34" charset="0"/>
              <a:cs typeface="Arial" panose="020B0604020202020204" pitchFamily="34" charset="0"/>
            </a:endParaRPr>
          </a:p>
          <a:p>
            <a:pPr marL="12700">
              <a:lnSpc>
                <a:spcPct val="120000"/>
              </a:lnSpc>
            </a:pPr>
            <a:r>
              <a:rPr lang="en-US" sz="1800" b="1" kern="0" dirty="0">
                <a:solidFill>
                  <a:srgbClr val="00B050"/>
                </a:solidFill>
                <a:latin typeface="Arial" pitchFamily="34" charset="0"/>
                <a:cs typeface="Arial" pitchFamily="34" charset="0"/>
              </a:rPr>
              <a:t>Methods of preventing hypertension</a:t>
            </a:r>
          </a:p>
          <a:p>
            <a:pPr marL="264160" marR="5080" indent="-228600">
              <a:lnSpc>
                <a:spcPct val="120000"/>
              </a:lnSpc>
              <a:spcBef>
                <a:spcPts val="1070"/>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obesity </a:t>
            </a:r>
            <a:r>
              <a:rPr lang="en-US" sz="1800" spc="-10" dirty="0">
                <a:solidFill>
                  <a:srgbClr val="231F20"/>
                </a:solidFill>
                <a:latin typeface="Arial" panose="020B0604020202020204" pitchFamily="34" charset="0"/>
                <a:cs typeface="Arial" panose="020B0604020202020204" pitchFamily="34" charset="0"/>
              </a:rPr>
              <a:t>result from </a:t>
            </a:r>
            <a:r>
              <a:rPr sz="1800" spc="-10" dirty="0">
                <a:solidFill>
                  <a:srgbClr val="231F20"/>
                </a:solidFill>
                <a:latin typeface="Arial" panose="020B0604020202020204" pitchFamily="34" charset="0"/>
                <a:cs typeface="Arial" panose="020B0604020202020204" pitchFamily="34" charset="0"/>
              </a:rPr>
              <a:t>abnormal</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x</a:t>
            </a:r>
            <a:r>
              <a:rPr sz="1800" spc="-10" dirty="0">
                <a:solidFill>
                  <a:srgbClr val="231F20"/>
                </a:solidFill>
                <a:latin typeface="Arial" panose="020B0604020202020204" pitchFamily="34" charset="0"/>
                <a:cs typeface="Arial" panose="020B0604020202020204" pitchFamily="34" charset="0"/>
              </a:rPr>
              <a:t>cessi</a:t>
            </a:r>
            <a:r>
              <a:rPr sz="1800" spc="-3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accumulation</a:t>
            </a:r>
            <a:r>
              <a:rPr sz="1800" spc="-5" dirty="0">
                <a:solidFill>
                  <a:srgbClr val="231F20"/>
                </a:solidFill>
                <a:latin typeface="Arial" panose="020B0604020202020204" pitchFamily="34" charset="0"/>
                <a:cs typeface="Arial" panose="020B0604020202020204" pitchFamily="34" charset="0"/>
              </a:rPr>
              <a:t> that </a:t>
            </a:r>
            <a:r>
              <a:rPr sz="1800" spc="-10" dirty="0">
                <a:solidFill>
                  <a:srgbClr val="231F20"/>
                </a:solidFill>
                <a:latin typeface="Arial" panose="020B0604020202020204" pitchFamily="34" charset="0"/>
                <a:cs typeface="Arial" panose="020B0604020202020204" pitchFamily="34" charset="0"/>
              </a:rPr>
              <a:t>m</a:t>
            </a:r>
            <a:r>
              <a:rPr sz="1800" spc="-45"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cause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oblems. </a:t>
            </a:r>
            <a:endParaRPr lang="en-US" sz="1800" spc="-10" dirty="0">
              <a:solidFill>
                <a:srgbClr val="231F2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2639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xmlns="" id="{C471200B-A532-6742-BD95-04996583DED1}"/>
              </a:ext>
            </a:extLst>
          </p:cNvPr>
          <p:cNvSpPr txBox="1"/>
          <p:nvPr/>
        </p:nvSpPr>
        <p:spPr>
          <a:xfrm>
            <a:off x="729552" y="879206"/>
            <a:ext cx="7555465" cy="2149306"/>
          </a:xfrm>
          <a:prstGeom prst="rect">
            <a:avLst/>
          </a:prstGeom>
        </p:spPr>
        <p:txBody>
          <a:bodyPr vert="horz" wrap="square" lIns="0" tIns="0" rIns="0" bIns="0" rtlCol="0">
            <a:spAutoFit/>
          </a:bodyPr>
          <a:lstStyle/>
          <a:p>
            <a:pPr marL="516255" indent="-228600">
              <a:buClr>
                <a:srgbClr val="231F20"/>
              </a:buClr>
              <a:buFont typeface="Arial"/>
              <a:buChar char="•"/>
              <a:tabLst>
                <a:tab pos="516890" algn="l"/>
              </a:tabLst>
            </a:pPr>
            <a:r>
              <a:rPr lang="en-ZA" sz="1800" spc="-10" dirty="0">
                <a:solidFill>
                  <a:srgbClr val="231F20"/>
                </a:solidFill>
                <a:latin typeface="Arial" panose="020B0604020202020204" pitchFamily="34" charset="0"/>
                <a:cs typeface="Arial" panose="020B0604020202020204" pitchFamily="34" charset="0"/>
              </a:rPr>
              <a:t>We can estimate whether someone is overweight or obese by calculating </a:t>
            </a:r>
            <a:r>
              <a:rPr lang="en-ZA" sz="1800" dirty="0">
                <a:solidFill>
                  <a:srgbClr val="231F20"/>
                </a:solidFill>
                <a:latin typeface="Arial" panose="020B0604020202020204" pitchFamily="34" charset="0"/>
                <a:cs typeface="Arial" panose="020B0604020202020204" pitchFamily="34" charset="0"/>
              </a:rPr>
              <a:t>BMI  ( Body Mass Ind</a:t>
            </a:r>
            <a:r>
              <a:rPr lang="en-ZA" sz="1800" spc="-25" dirty="0">
                <a:solidFill>
                  <a:srgbClr val="231F20"/>
                </a:solidFill>
                <a:latin typeface="Arial" panose="020B0604020202020204" pitchFamily="34" charset="0"/>
                <a:cs typeface="Arial" panose="020B0604020202020204" pitchFamily="34" charset="0"/>
              </a:rPr>
              <a:t>e</a:t>
            </a:r>
            <a:r>
              <a:rPr lang="en-ZA" sz="1800" dirty="0">
                <a:solidFill>
                  <a:srgbClr val="231F20"/>
                </a:solidFill>
                <a:latin typeface="Arial" panose="020B0604020202020204" pitchFamily="34" charset="0"/>
                <a:cs typeface="Arial" panose="020B0604020202020204" pitchFamily="34" charset="0"/>
              </a:rPr>
              <a:t>x), and classify as follows:</a:t>
            </a:r>
            <a:endParaRPr lang="en-ZA" sz="1800" dirty="0">
              <a:latin typeface="Arial" panose="020B0604020202020204" pitchFamily="34" charset="0"/>
              <a:cs typeface="Arial" panose="020B0604020202020204" pitchFamily="34" charset="0"/>
            </a:endParaRPr>
          </a:p>
          <a:p>
            <a:pPr marL="287655">
              <a:lnSpc>
                <a:spcPct val="100000"/>
              </a:lnSpc>
              <a:buClr>
                <a:srgbClr val="231F20"/>
              </a:buClr>
              <a:tabLst>
                <a:tab pos="516890" algn="l"/>
              </a:tabLst>
            </a:pPr>
            <a:endParaRPr lang="en-US" sz="1050" dirty="0">
              <a:solidFill>
                <a:srgbClr val="231F20"/>
              </a:solidFill>
              <a:latin typeface="Arial" panose="020B0604020202020204" pitchFamily="34" charset="0"/>
              <a:cs typeface="Arial" panose="020B0604020202020204" pitchFamily="34" charset="0"/>
            </a:endParaRPr>
          </a:p>
          <a:p>
            <a:pPr marL="1128309" lvl="1" indent="-342900">
              <a:buClr>
                <a:srgbClr val="231F20"/>
              </a:buClr>
              <a:buFont typeface="+mj-lt"/>
              <a:buAutoNum type="alphaLcParenR"/>
              <a:tabLst>
                <a:tab pos="516890" algn="l"/>
              </a:tabLst>
            </a:pPr>
            <a:r>
              <a:rPr sz="180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r</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BM</a:t>
            </a:r>
            <a:r>
              <a:rPr sz="1800" dirty="0">
                <a:solidFill>
                  <a:srgbClr val="231F20"/>
                </a:solidFill>
                <a:latin typeface="Arial" panose="020B0604020202020204" pitchFamily="34" charset="0"/>
                <a:cs typeface="Arial" panose="020B0604020202020204" pitchFamily="34" charset="0"/>
              </a:rPr>
              <a:t>I </a:t>
            </a:r>
            <a:r>
              <a:rPr sz="1800" spc="-5" dirty="0">
                <a:solidFill>
                  <a:srgbClr val="231F20"/>
                </a:solidFill>
                <a:latin typeface="Arial" panose="020B0604020202020204" pitchFamily="34" charset="0"/>
                <a:cs typeface="Arial" panose="020B0604020202020204" pitchFamily="34" charset="0"/>
              </a:rPr>
              <a:t>&gt;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25</a:t>
            </a:r>
            <a:r>
              <a:rPr sz="1800" spc="15" dirty="0">
                <a:solidFill>
                  <a:srgbClr val="231F20"/>
                </a:solidFill>
                <a:latin typeface="Arial" panose="020B0604020202020204" pitchFamily="34" charset="0"/>
                <a:cs typeface="Arial" panose="020B0604020202020204" pitchFamily="34" charset="0"/>
              </a:rPr>
              <a:t>k</a:t>
            </a:r>
            <a:r>
              <a:rPr sz="1800" spc="-5"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m</a:t>
            </a:r>
            <a:r>
              <a:rPr sz="1800" baseline="31746" dirty="0">
                <a:solidFill>
                  <a:srgbClr val="231F20"/>
                </a:solidFill>
                <a:latin typeface="Arial" panose="020B0604020202020204" pitchFamily="34" charset="0"/>
                <a:cs typeface="Arial" panose="020B0604020202020204" pitchFamily="34" charset="0"/>
              </a:rPr>
              <a:t>2</a:t>
            </a:r>
            <a:endParaRPr sz="1800" baseline="31746" dirty="0">
              <a:latin typeface="Arial" panose="020B0604020202020204" pitchFamily="34" charset="0"/>
              <a:cs typeface="Arial" panose="020B0604020202020204" pitchFamily="34" charset="0"/>
            </a:endParaRPr>
          </a:p>
          <a:p>
            <a:pPr marL="1128309" lvl="1" indent="-342900">
              <a:buClr>
                <a:srgbClr val="231F20"/>
              </a:buClr>
              <a:buFont typeface="+mj-lt"/>
              <a:buAutoNum type="alphaLcParenR"/>
              <a:tabLst>
                <a:tab pos="516890" algn="l"/>
              </a:tabLst>
            </a:pPr>
            <a:r>
              <a:rPr sz="1800" spc="-10" dirty="0">
                <a:solidFill>
                  <a:srgbClr val="231F20"/>
                </a:solidFill>
                <a:latin typeface="Arial" panose="020B0604020202020204" pitchFamily="34" charset="0"/>
                <a:cs typeface="Arial" panose="020B0604020202020204" pitchFamily="34" charset="0"/>
              </a:rPr>
              <a:t>Obesity</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BM</a:t>
            </a:r>
            <a:r>
              <a:rPr sz="1800" dirty="0">
                <a:solidFill>
                  <a:srgbClr val="231F20"/>
                </a:solidFill>
                <a:latin typeface="Arial" panose="020B0604020202020204" pitchFamily="34" charset="0"/>
                <a:cs typeface="Arial" panose="020B0604020202020204" pitchFamily="34" charset="0"/>
              </a:rPr>
              <a:t>I </a:t>
            </a:r>
            <a:r>
              <a:rPr sz="1800" spc="-5" dirty="0">
                <a:solidFill>
                  <a:srgbClr val="231F20"/>
                </a:solidFill>
                <a:latin typeface="Arial" panose="020B0604020202020204" pitchFamily="34" charset="0"/>
                <a:cs typeface="Arial" panose="020B0604020202020204" pitchFamily="34" charset="0"/>
              </a:rPr>
              <a:t>&gt;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30</a:t>
            </a:r>
            <a:r>
              <a:rPr sz="1800" spc="15" dirty="0">
                <a:solidFill>
                  <a:srgbClr val="231F20"/>
                </a:solidFill>
                <a:latin typeface="Arial" panose="020B0604020202020204" pitchFamily="34" charset="0"/>
                <a:cs typeface="Arial" panose="020B0604020202020204" pitchFamily="34" charset="0"/>
              </a:rPr>
              <a:t>k</a:t>
            </a:r>
            <a:r>
              <a:rPr sz="1800" spc="-5" dirty="0">
                <a:solidFill>
                  <a:srgbClr val="231F20"/>
                </a:solidFill>
                <a:latin typeface="Arial" panose="020B0604020202020204" pitchFamily="34" charset="0"/>
                <a:cs typeface="Arial" panose="020B0604020202020204" pitchFamily="34" charset="0"/>
              </a:rPr>
              <a:t>g/</a:t>
            </a:r>
            <a:r>
              <a:rPr sz="1800" spc="-10" dirty="0">
                <a:solidFill>
                  <a:srgbClr val="231F20"/>
                </a:solidFill>
                <a:latin typeface="Arial" panose="020B0604020202020204" pitchFamily="34" charset="0"/>
                <a:cs typeface="Arial" panose="020B0604020202020204" pitchFamily="34" charset="0"/>
              </a:rPr>
              <a:t>m</a:t>
            </a:r>
            <a:r>
              <a:rPr sz="1800" baseline="31746" dirty="0">
                <a:solidFill>
                  <a:srgbClr val="231F20"/>
                </a:solidFill>
                <a:latin typeface="Arial" panose="020B0604020202020204" pitchFamily="34" charset="0"/>
                <a:cs typeface="Arial" panose="020B0604020202020204" pitchFamily="34" charset="0"/>
              </a:rPr>
              <a:t>2</a:t>
            </a:r>
            <a:endParaRPr sz="1800" baseline="31746" dirty="0">
              <a:latin typeface="Arial" panose="020B0604020202020204" pitchFamily="34" charset="0"/>
              <a:cs typeface="Arial" panose="020B0604020202020204" pitchFamily="34" charset="0"/>
            </a:endParaRPr>
          </a:p>
          <a:p>
            <a:pPr>
              <a:lnSpc>
                <a:spcPct val="100000"/>
              </a:lnSpc>
              <a:spcBef>
                <a:spcPts val="43"/>
              </a:spcBef>
            </a:pPr>
            <a:endParaRPr sz="1000" dirty="0">
              <a:latin typeface="Arial" panose="020B0604020202020204" pitchFamily="34" charset="0"/>
              <a:cs typeface="Arial" panose="020B0604020202020204" pitchFamily="34" charset="0"/>
            </a:endParaRPr>
          </a:p>
          <a:p>
            <a:pPr marL="12700"/>
            <a:r>
              <a:rPr lang="en-US" sz="2000" b="1" kern="0" dirty="0">
                <a:solidFill>
                  <a:srgbClr val="00B050"/>
                </a:solidFill>
                <a:latin typeface="Arial" pitchFamily="34" charset="0"/>
                <a:cs typeface="Arial" pitchFamily="34" charset="0"/>
              </a:rPr>
              <a:t>Computation of BMI</a:t>
            </a:r>
          </a:p>
          <a:p>
            <a:pPr marL="12700">
              <a:lnSpc>
                <a:spcPct val="100000"/>
              </a:lnSpc>
              <a:spcBef>
                <a:spcPts val="1070"/>
              </a:spcBef>
            </a:pPr>
            <a:r>
              <a:rPr sz="1800" spc="-3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i</a:t>
            </a:r>
            <a:r>
              <a:rPr sz="1800" dirty="0">
                <a:solidFill>
                  <a:srgbClr val="231F20"/>
                </a:solidFill>
                <a:latin typeface="Arial" panose="020B0604020202020204" pitchFamily="34" charset="0"/>
                <a:cs typeface="Arial" panose="020B0604020202020204" pitchFamily="34" charset="0"/>
              </a:rPr>
              <a:t>n kg</a:t>
            </a:r>
            <a:r>
              <a:rPr sz="1800" spc="-5"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ivide</a:t>
            </a:r>
            <a:r>
              <a:rPr lang="en-US" sz="1800" dirty="0">
                <a:solidFill>
                  <a:srgbClr val="231F20"/>
                </a:solidFill>
                <a:latin typeface="Arial" panose="020B0604020202020204" pitchFamily="34" charset="0"/>
                <a:cs typeface="Arial" panose="020B0604020202020204" pitchFamily="34" charset="0"/>
              </a:rPr>
              <a:t>d</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q</a:t>
            </a:r>
            <a:r>
              <a:rPr sz="1800" spc="-10" dirty="0">
                <a:solidFill>
                  <a:srgbClr val="231F20"/>
                </a:solidFill>
                <a:latin typeface="Arial" panose="020B0604020202020204" pitchFamily="34" charset="0"/>
                <a:cs typeface="Arial" panose="020B0604020202020204" pitchFamily="34" charset="0"/>
              </a:rPr>
              <a:t>uare</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height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lang="en-US" sz="1800" dirty="0">
                <a:solidFill>
                  <a:srgbClr val="231F20"/>
                </a:solidFill>
                <a:latin typeface="Arial" panose="020B0604020202020204" pitchFamily="34" charset="0"/>
                <a:cs typeface="Arial" panose="020B0604020202020204" pitchFamily="34" charset="0"/>
              </a:rPr>
              <a:t>square </a:t>
            </a:r>
            <a:r>
              <a:rPr sz="1800" spc="-10" dirty="0">
                <a:solidFill>
                  <a:srgbClr val="231F20"/>
                </a:solidFill>
                <a:latin typeface="Arial" panose="020B0604020202020204" pitchFamily="34" charset="0"/>
                <a:cs typeface="Arial" panose="020B0604020202020204" pitchFamily="34" charset="0"/>
              </a:rPr>
              <a:t>m</a:t>
            </a:r>
            <a:r>
              <a:rPr sz="1800" spc="-20"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endParaRPr sz="18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xmlns="" id="{07D99B50-D76C-4A46-80DD-3E5CCEEB68A7}"/>
              </a:ext>
            </a:extLst>
          </p:cNvPr>
          <p:cNvSpPr>
            <a:spLocks noGrp="1"/>
          </p:cNvSpPr>
          <p:nvPr>
            <p:ph type="sldNum" sz="quarter" idx="12"/>
          </p:nvPr>
        </p:nvSpPr>
        <p:spPr/>
        <p:txBody>
          <a:bodyPr/>
          <a:lstStyle/>
          <a:p>
            <a:fld id="{5FCE7002-8CF6-784B-9A24-69DF51357AB2}" type="slidenum">
              <a:rPr lang="en-US" smtClean="0"/>
              <a:t>27</a:t>
            </a:fld>
            <a:endParaRPr lang="en-US"/>
          </a:p>
        </p:txBody>
      </p:sp>
      <p:sp>
        <p:nvSpPr>
          <p:cNvPr id="6" name="object 3">
            <a:extLst>
              <a:ext uri="{FF2B5EF4-FFF2-40B4-BE49-F238E27FC236}">
                <a16:creationId xmlns:a16="http://schemas.microsoft.com/office/drawing/2014/main" xmlns="" id="{87377A47-CE12-2845-9F03-7C0698BF58CC}"/>
              </a:ext>
            </a:extLst>
          </p:cNvPr>
          <p:cNvSpPr txBox="1"/>
          <p:nvPr/>
        </p:nvSpPr>
        <p:spPr>
          <a:xfrm>
            <a:off x="1139673" y="3347966"/>
            <a:ext cx="863012" cy="276999"/>
          </a:xfrm>
          <a:prstGeom prst="rect">
            <a:avLst/>
          </a:prstGeom>
        </p:spPr>
        <p:txBody>
          <a:bodyPr vert="horz" wrap="square" lIns="0" tIns="0" rIns="0" bIns="0" rtlCol="0">
            <a:spAutoFit/>
          </a:bodyPr>
          <a:lstStyle/>
          <a:p>
            <a:pPr marL="12700">
              <a:lnSpc>
                <a:spcPct val="100000"/>
              </a:lnSpc>
            </a:pPr>
            <a:r>
              <a:rPr sz="1800" spc="-15" dirty="0">
                <a:solidFill>
                  <a:srgbClr val="231F20"/>
                </a:solidFill>
                <a:latin typeface="Arial" panose="020B0604020202020204" pitchFamily="34" charset="0"/>
                <a:cs typeface="Arial" panose="020B0604020202020204" pitchFamily="34" charset="0"/>
              </a:rPr>
              <a:t>BM</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  =</a:t>
            </a:r>
            <a:endParaRPr sz="1800" dirty="0">
              <a:latin typeface="Arial" panose="020B0604020202020204" pitchFamily="34" charset="0"/>
              <a:cs typeface="Arial" panose="020B0604020202020204" pitchFamily="34" charset="0"/>
            </a:endParaRPr>
          </a:p>
        </p:txBody>
      </p:sp>
      <p:sp>
        <p:nvSpPr>
          <p:cNvPr id="7" name="object 4">
            <a:extLst>
              <a:ext uri="{FF2B5EF4-FFF2-40B4-BE49-F238E27FC236}">
                <a16:creationId xmlns:a16="http://schemas.microsoft.com/office/drawing/2014/main" xmlns="" id="{8FE95C7D-8288-F446-861B-7043D55A18FC}"/>
              </a:ext>
            </a:extLst>
          </p:cNvPr>
          <p:cNvSpPr txBox="1"/>
          <p:nvPr/>
        </p:nvSpPr>
        <p:spPr>
          <a:xfrm>
            <a:off x="2002685" y="3273511"/>
            <a:ext cx="1406700" cy="553998"/>
          </a:xfrm>
          <a:prstGeom prst="rect">
            <a:avLst/>
          </a:prstGeom>
        </p:spPr>
        <p:txBody>
          <a:bodyPr vert="horz" wrap="square" lIns="0" tIns="0" rIns="0" bIns="0" rtlCol="0">
            <a:spAutoFit/>
          </a:bodyPr>
          <a:lstStyle/>
          <a:p>
            <a:pPr marL="12700" marR="5080">
              <a:lnSpc>
                <a:spcPct val="100000"/>
              </a:lnSpc>
            </a:pPr>
            <a:r>
              <a:rPr sz="1800" u="sng" spc="-35" dirty="0">
                <a:solidFill>
                  <a:srgbClr val="231F20"/>
                </a:solidFill>
                <a:latin typeface="Arial" panose="020B0604020202020204" pitchFamily="34" charset="0"/>
                <a:cs typeface="Arial" panose="020B0604020202020204" pitchFamily="34" charset="0"/>
              </a:rPr>
              <a:t>W</a:t>
            </a:r>
            <a:r>
              <a:rPr sz="1800" u="sng" spc="-5" dirty="0">
                <a:solidFill>
                  <a:srgbClr val="231F20"/>
                </a:solidFill>
                <a:latin typeface="Arial" panose="020B0604020202020204" pitchFamily="34" charset="0"/>
                <a:cs typeface="Arial" panose="020B0604020202020204" pitchFamily="34" charset="0"/>
              </a:rPr>
              <a:t>eight</a:t>
            </a:r>
            <a:r>
              <a:rPr sz="1800" u="sng" spc="5" dirty="0">
                <a:solidFill>
                  <a:srgbClr val="231F20"/>
                </a:solidFill>
                <a:latin typeface="Arial" panose="020B0604020202020204" pitchFamily="34" charset="0"/>
                <a:cs typeface="Arial" panose="020B0604020202020204" pitchFamily="34" charset="0"/>
              </a:rPr>
              <a:t> </a:t>
            </a:r>
            <a:r>
              <a:rPr sz="1800" u="sng" spc="-5" dirty="0">
                <a:solidFill>
                  <a:srgbClr val="231F20"/>
                </a:solidFill>
                <a:latin typeface="Arial" panose="020B0604020202020204" pitchFamily="34" charset="0"/>
                <a:cs typeface="Arial" panose="020B0604020202020204" pitchFamily="34" charset="0"/>
              </a:rPr>
              <a:t>(</a:t>
            </a:r>
            <a:r>
              <a:rPr sz="1800" u="sng" spc="25" dirty="0">
                <a:solidFill>
                  <a:srgbClr val="231F20"/>
                </a:solidFill>
                <a:latin typeface="Arial" panose="020B0604020202020204" pitchFamily="34" charset="0"/>
                <a:cs typeface="Arial" panose="020B0604020202020204" pitchFamily="34" charset="0"/>
              </a:rPr>
              <a:t>k</a:t>
            </a:r>
            <a:r>
              <a:rPr sz="1800" u="sng" dirty="0">
                <a:solidFill>
                  <a:srgbClr val="231F20"/>
                </a:solidFill>
                <a:latin typeface="Arial" panose="020B0604020202020204" pitchFamily="34" charset="0"/>
                <a:cs typeface="Arial" panose="020B0604020202020204" pitchFamily="34" charset="0"/>
              </a:rPr>
              <a:t>g)</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Heigh</a:t>
            </a:r>
            <a:r>
              <a:rPr sz="1800" dirty="0">
                <a:solidFill>
                  <a:srgbClr val="231F20"/>
                </a:solidFill>
                <a:latin typeface="Arial" panose="020B0604020202020204" pitchFamily="34" charset="0"/>
                <a:cs typeface="Arial" panose="020B0604020202020204" pitchFamily="34" charset="0"/>
              </a:rPr>
              <a:t>t </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m</a:t>
            </a:r>
            <a:r>
              <a:rPr sz="1800" spc="7" baseline="31250" dirty="0">
                <a:solidFill>
                  <a:srgbClr val="231F20"/>
                </a:solidFill>
                <a:latin typeface="Arial" panose="020B0604020202020204" pitchFamily="34" charset="0"/>
                <a:cs typeface="Arial" panose="020B0604020202020204" pitchFamily="34" charset="0"/>
              </a:rPr>
              <a:t>2</a:t>
            </a:r>
            <a:r>
              <a:rPr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p:txBody>
      </p:sp>
      <p:pic>
        <p:nvPicPr>
          <p:cNvPr id="8" name="Picture 2" descr="Image result for overweight icon">
            <a:extLst>
              <a:ext uri="{FF2B5EF4-FFF2-40B4-BE49-F238E27FC236}">
                <a16:creationId xmlns:a16="http://schemas.microsoft.com/office/drawing/2014/main" xmlns="" id="{9C59A816-A7DB-0A40-921B-47FA405F2CAD}"/>
              </a:ext>
            </a:extLst>
          </p:cNvPr>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98064" y="1394955"/>
            <a:ext cx="2219412" cy="221941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object 6">
            <a:extLst>
              <a:ext uri="{FF2B5EF4-FFF2-40B4-BE49-F238E27FC236}">
                <a16:creationId xmlns:a16="http://schemas.microsoft.com/office/drawing/2014/main" xmlns="" id="{633B3634-EC6B-DA47-B243-7AB89AD7C048}"/>
              </a:ext>
            </a:extLst>
          </p:cNvPr>
          <p:cNvSpPr txBox="1"/>
          <p:nvPr/>
        </p:nvSpPr>
        <p:spPr>
          <a:xfrm>
            <a:off x="729551" y="4006425"/>
            <a:ext cx="3574225" cy="307777"/>
          </a:xfrm>
          <a:prstGeom prst="rect">
            <a:avLst/>
          </a:prstGeom>
        </p:spPr>
        <p:txBody>
          <a:bodyPr vert="horz" wrap="square" lIns="0" tIns="0" rIns="0" bIns="0" rtlCol="0">
            <a:spAutoFit/>
          </a:bodyPr>
          <a:lstStyle/>
          <a:p>
            <a:pPr marL="12700"/>
            <a:r>
              <a:rPr lang="en-US" sz="2000" b="1" kern="0" dirty="0">
                <a:solidFill>
                  <a:srgbClr val="00B050"/>
                </a:solidFill>
                <a:latin typeface="Arial" pitchFamily="34" charset="0"/>
                <a:cs typeface="Arial" pitchFamily="34" charset="0"/>
              </a:rPr>
              <a:t>BMI Classification</a:t>
            </a:r>
          </a:p>
        </p:txBody>
      </p:sp>
      <p:graphicFrame>
        <p:nvGraphicFramePr>
          <p:cNvPr id="10" name="Table 9">
            <a:extLst>
              <a:ext uri="{FF2B5EF4-FFF2-40B4-BE49-F238E27FC236}">
                <a16:creationId xmlns:a16="http://schemas.microsoft.com/office/drawing/2014/main" xmlns="" id="{510ADEFC-CC7C-DF44-9B92-F0929F2770FE}"/>
              </a:ext>
            </a:extLst>
          </p:cNvPr>
          <p:cNvGraphicFramePr>
            <a:graphicFrameLocks noGrp="1"/>
          </p:cNvGraphicFramePr>
          <p:nvPr>
            <p:extLst>
              <p:ext uri="{D42A27DB-BD31-4B8C-83A1-F6EECF244321}">
                <p14:modId xmlns:p14="http://schemas.microsoft.com/office/powerpoint/2010/main" val="4172809405"/>
              </p:ext>
            </p:extLst>
          </p:nvPr>
        </p:nvGraphicFramePr>
        <p:xfrm>
          <a:off x="729551" y="4375169"/>
          <a:ext cx="9259575" cy="2459134"/>
        </p:xfrm>
        <a:graphic>
          <a:graphicData uri="http://schemas.openxmlformats.org/drawingml/2006/table">
            <a:tbl>
              <a:tblPr firstRow="1" firstCol="1" bandRow="1">
                <a:tableStyleId>{912C8C85-51F0-491E-9774-3900AFEF0FD7}</a:tableStyleId>
              </a:tblPr>
              <a:tblGrid>
                <a:gridCol w="2476228">
                  <a:extLst>
                    <a:ext uri="{9D8B030D-6E8A-4147-A177-3AD203B41FA5}">
                      <a16:colId xmlns:a16="http://schemas.microsoft.com/office/drawing/2014/main" xmlns="" val="3528769967"/>
                    </a:ext>
                  </a:extLst>
                </a:gridCol>
                <a:gridCol w="1161826">
                  <a:extLst>
                    <a:ext uri="{9D8B030D-6E8A-4147-A177-3AD203B41FA5}">
                      <a16:colId xmlns:a16="http://schemas.microsoft.com/office/drawing/2014/main" xmlns="" val="133218681"/>
                    </a:ext>
                  </a:extLst>
                </a:gridCol>
                <a:gridCol w="5621521">
                  <a:extLst>
                    <a:ext uri="{9D8B030D-6E8A-4147-A177-3AD203B41FA5}">
                      <a16:colId xmlns:a16="http://schemas.microsoft.com/office/drawing/2014/main" xmlns="" val="666640099"/>
                    </a:ext>
                  </a:extLst>
                </a:gridCol>
              </a:tblGrid>
              <a:tr h="359690">
                <a:tc>
                  <a:txBody>
                    <a:bodyPr/>
                    <a:lstStyle/>
                    <a:p>
                      <a:pPr algn="just">
                        <a:lnSpc>
                          <a:spcPct val="115000"/>
                        </a:lnSpc>
                        <a:spcAft>
                          <a:spcPts val="0"/>
                        </a:spcAft>
                      </a:pPr>
                      <a:r>
                        <a:rPr lang="en-US" sz="1400" dirty="0">
                          <a:solidFill>
                            <a:schemeClr val="bg1"/>
                          </a:solidFill>
                          <a:effectLst/>
                        </a:rPr>
                        <a:t>Classification</a:t>
                      </a:r>
                      <a:endParaRPr lang="en-ZA"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tc>
                  <a:txBody>
                    <a:bodyPr/>
                    <a:lstStyle/>
                    <a:p>
                      <a:pPr algn="just">
                        <a:lnSpc>
                          <a:spcPct val="115000"/>
                        </a:lnSpc>
                        <a:spcAft>
                          <a:spcPts val="0"/>
                        </a:spcAft>
                      </a:pPr>
                      <a:r>
                        <a:rPr lang="en-US" sz="1400">
                          <a:solidFill>
                            <a:schemeClr val="bg1"/>
                          </a:solidFill>
                          <a:effectLst/>
                        </a:rPr>
                        <a:t>BMI(Kg/m</a:t>
                      </a:r>
                      <a:r>
                        <a:rPr lang="en-US" sz="1400" baseline="30000">
                          <a:solidFill>
                            <a:schemeClr val="bg1"/>
                          </a:solidFill>
                          <a:effectLst/>
                        </a:rPr>
                        <a:t>2</a:t>
                      </a:r>
                      <a:r>
                        <a:rPr lang="en-US" sz="1400">
                          <a:solidFill>
                            <a:schemeClr val="bg1"/>
                          </a:solidFill>
                          <a:effectLst/>
                        </a:rPr>
                        <a:t>)</a:t>
                      </a:r>
                      <a:endParaRPr lang="en-ZA"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tc>
                  <a:txBody>
                    <a:bodyPr/>
                    <a:lstStyle/>
                    <a:p>
                      <a:pPr algn="just">
                        <a:lnSpc>
                          <a:spcPct val="115000"/>
                        </a:lnSpc>
                        <a:spcAft>
                          <a:spcPts val="0"/>
                        </a:spcAft>
                      </a:pPr>
                      <a:r>
                        <a:rPr lang="en-US" sz="1400" dirty="0">
                          <a:solidFill>
                            <a:schemeClr val="bg1"/>
                          </a:solidFill>
                          <a:effectLst/>
                        </a:rPr>
                        <a:t>Action </a:t>
                      </a:r>
                      <a:endParaRPr lang="en-ZA"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xmlns="" val="947657765"/>
                  </a:ext>
                </a:extLst>
              </a:tr>
              <a:tr h="507852">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Underweight </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&lt;18.5</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Rehabilitation with therapeutic foods, counselling on intake issues and possible metabolic issues.</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xmlns="" val="2454635743"/>
                  </a:ext>
                </a:extLst>
              </a:tr>
              <a:tr h="482509">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Normal range</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6">
                        <a:lumMod val="20000"/>
                        <a:lumOff val="80000"/>
                      </a:schemeClr>
                    </a:solidFill>
                  </a:tcP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18.5 – 24.9</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6">
                        <a:lumMod val="20000"/>
                        <a:lumOff val="80000"/>
                      </a:schemeClr>
                    </a:solidFill>
                  </a:tcP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Nutritional counselling, exercises to build</a:t>
                      </a:r>
                      <a:endParaRPr lang="en-ZA" sz="1500" dirty="0">
                        <a:effectLst/>
                        <a:latin typeface="Arial" panose="020B0604020202020204" pitchFamily="34" charset="0"/>
                        <a:cs typeface="Arial" panose="020B0604020202020204" pitchFamily="34" charset="0"/>
                      </a:endParaRPr>
                    </a:p>
                    <a:p>
                      <a:pPr algn="just">
                        <a:lnSpc>
                          <a:spcPct val="115000"/>
                        </a:lnSpc>
                        <a:spcAft>
                          <a:spcPts val="0"/>
                        </a:spcAft>
                      </a:pPr>
                      <a:r>
                        <a:rPr lang="en-US" sz="1500" dirty="0">
                          <a:effectLst/>
                          <a:latin typeface="Arial" panose="020B0604020202020204" pitchFamily="34" charset="0"/>
                          <a:cs typeface="Arial" panose="020B0604020202020204" pitchFamily="34" charset="0"/>
                        </a:rPr>
                        <a:t>muscles.</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6">
                        <a:lumMod val="20000"/>
                        <a:lumOff val="80000"/>
                      </a:schemeClr>
                    </a:solidFill>
                  </a:tcPr>
                </a:tc>
                <a:extLst>
                  <a:ext uri="{0D108BD9-81ED-4DB2-BD59-A6C34878D82A}">
                    <a16:rowId xmlns:a16="http://schemas.microsoft.com/office/drawing/2014/main" xmlns="" val="3166162553"/>
                  </a:ext>
                </a:extLst>
              </a:tr>
              <a:tr h="580312">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Overweight (pre-obese)</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25.0-29.9</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Nutritional counselling to reduce energy intake, physical activity to reduce weight</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xmlns="" val="777479002"/>
                  </a:ext>
                </a:extLst>
              </a:tr>
              <a:tr h="507852">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Obese</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6">
                        <a:lumMod val="20000"/>
                        <a:lumOff val="80000"/>
                      </a:schemeClr>
                    </a:solidFill>
                  </a:tcP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30.0+</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6">
                        <a:lumMod val="20000"/>
                        <a:lumOff val="80000"/>
                      </a:schemeClr>
                    </a:solidFill>
                  </a:tcPr>
                </a:tc>
                <a:tc>
                  <a:txBody>
                    <a:bodyPr/>
                    <a:lstStyle/>
                    <a:p>
                      <a:pPr algn="just">
                        <a:lnSpc>
                          <a:spcPct val="115000"/>
                        </a:lnSpc>
                        <a:spcAft>
                          <a:spcPts val="0"/>
                        </a:spcAft>
                      </a:pPr>
                      <a:r>
                        <a:rPr lang="en-US" sz="1500" dirty="0">
                          <a:effectLst/>
                          <a:latin typeface="Arial" panose="020B0604020202020204" pitchFamily="34" charset="0"/>
                          <a:cs typeface="Arial" panose="020B0604020202020204" pitchFamily="34" charset="0"/>
                        </a:rPr>
                        <a:t>Counselling to change lifestyle and reduce energy intake, physical activity to reduce weight refer to nutritionist</a:t>
                      </a:r>
                      <a:endParaRPr lang="en-ZA"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6">
                        <a:lumMod val="20000"/>
                        <a:lumOff val="80000"/>
                      </a:schemeClr>
                    </a:solidFill>
                  </a:tcPr>
                </a:tc>
                <a:extLst>
                  <a:ext uri="{0D108BD9-81ED-4DB2-BD59-A6C34878D82A}">
                    <a16:rowId xmlns:a16="http://schemas.microsoft.com/office/drawing/2014/main" xmlns="" val="3536156551"/>
                  </a:ext>
                </a:extLst>
              </a:tr>
            </a:tbl>
          </a:graphicData>
        </a:graphic>
      </p:graphicFrame>
      <p:sp>
        <p:nvSpPr>
          <p:cNvPr id="11" name="Rectangle 10">
            <a:extLst>
              <a:ext uri="{FF2B5EF4-FFF2-40B4-BE49-F238E27FC236}">
                <a16:creationId xmlns:a16="http://schemas.microsoft.com/office/drawing/2014/main" xmlns="" id="{4E60C53E-0E52-6B48-ABD1-FCC554A2FDEC}"/>
              </a:ext>
            </a:extLst>
          </p:cNvPr>
          <p:cNvSpPr/>
          <p:nvPr/>
        </p:nvSpPr>
        <p:spPr>
          <a:xfrm>
            <a:off x="7664579" y="6826530"/>
            <a:ext cx="2324547" cy="276999"/>
          </a:xfrm>
          <a:prstGeom prst="rect">
            <a:avLst/>
          </a:prstGeom>
        </p:spPr>
        <p:txBody>
          <a:bodyPr wrap="none">
            <a:spAutoFit/>
          </a:bodyPr>
          <a:lstStyle/>
          <a:p>
            <a:r>
              <a:rPr lang="en-ZA" sz="1200" dirty="0">
                <a:solidFill>
                  <a:srgbClr val="00B050"/>
                </a:solidFill>
              </a:rPr>
              <a:t>Source: WHO Classification of BMI</a:t>
            </a:r>
          </a:p>
        </p:txBody>
      </p:sp>
    </p:spTree>
    <p:extLst>
      <p:ext uri="{BB962C8B-B14F-4D97-AF65-F5344CB8AC3E}">
        <p14:creationId xmlns:p14="http://schemas.microsoft.com/office/powerpoint/2010/main" val="2623973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DE6C5F2-62B6-D043-86B5-B945A7472ED9}"/>
              </a:ext>
            </a:extLst>
          </p:cNvPr>
          <p:cNvSpPr>
            <a:spLocks noGrp="1"/>
          </p:cNvSpPr>
          <p:nvPr>
            <p:ph type="sldNum" sz="quarter" idx="12"/>
          </p:nvPr>
        </p:nvSpPr>
        <p:spPr/>
        <p:txBody>
          <a:bodyPr/>
          <a:lstStyle/>
          <a:p>
            <a:fld id="{5FCE7002-8CF6-784B-9A24-69DF51357AB2}" type="slidenum">
              <a:rPr lang="en-US" smtClean="0"/>
              <a:t>28</a:t>
            </a:fld>
            <a:endParaRPr lang="en-US"/>
          </a:p>
        </p:txBody>
      </p:sp>
      <p:sp>
        <p:nvSpPr>
          <p:cNvPr id="5" name="object 2">
            <a:extLst>
              <a:ext uri="{FF2B5EF4-FFF2-40B4-BE49-F238E27FC236}">
                <a16:creationId xmlns:a16="http://schemas.microsoft.com/office/drawing/2014/main" xmlns="" id="{5F42120B-08FD-0C45-B9C4-A425D3B64AC4}"/>
              </a:ext>
            </a:extLst>
          </p:cNvPr>
          <p:cNvSpPr/>
          <p:nvPr/>
        </p:nvSpPr>
        <p:spPr>
          <a:xfrm>
            <a:off x="713738" y="947161"/>
            <a:ext cx="9304153" cy="3454151"/>
          </a:xfrm>
          <a:custGeom>
            <a:avLst/>
            <a:gdLst/>
            <a:ahLst/>
            <a:cxnLst/>
            <a:rect l="l" t="t" r="r" b="b"/>
            <a:pathLst>
              <a:path w="9545955" h="2389504">
                <a:moveTo>
                  <a:pt x="107933" y="0"/>
                </a:moveTo>
                <a:lnTo>
                  <a:pt x="62515" y="496"/>
                </a:lnTo>
                <a:lnTo>
                  <a:pt x="21471" y="7761"/>
                </a:lnTo>
                <a:lnTo>
                  <a:pt x="1654" y="45262"/>
                </a:lnTo>
                <a:lnTo>
                  <a:pt x="0" y="82639"/>
                </a:lnTo>
                <a:lnTo>
                  <a:pt x="7" y="2306471"/>
                </a:lnTo>
                <a:lnTo>
                  <a:pt x="3906" y="2357005"/>
                </a:lnTo>
                <a:lnTo>
                  <a:pt x="31722" y="2385058"/>
                </a:lnTo>
                <a:lnTo>
                  <a:pt x="82572" y="2389044"/>
                </a:lnTo>
                <a:lnTo>
                  <a:pt x="9462344" y="2389049"/>
                </a:lnTo>
                <a:lnTo>
                  <a:pt x="9483000" y="2388614"/>
                </a:lnTo>
                <a:lnTo>
                  <a:pt x="9524044" y="2381350"/>
                </a:lnTo>
                <a:lnTo>
                  <a:pt x="9543861" y="2343848"/>
                </a:lnTo>
                <a:lnTo>
                  <a:pt x="9545515" y="2306471"/>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a:p>
        </p:txBody>
      </p:sp>
      <p:sp>
        <p:nvSpPr>
          <p:cNvPr id="7" name="object 4">
            <a:extLst>
              <a:ext uri="{FF2B5EF4-FFF2-40B4-BE49-F238E27FC236}">
                <a16:creationId xmlns:a16="http://schemas.microsoft.com/office/drawing/2014/main" xmlns="" id="{155703EC-8C4A-3A42-A6E8-AA4495CF571A}"/>
              </a:ext>
            </a:extLst>
          </p:cNvPr>
          <p:cNvSpPr txBox="1"/>
          <p:nvPr/>
        </p:nvSpPr>
        <p:spPr>
          <a:xfrm>
            <a:off x="2880881" y="1141746"/>
            <a:ext cx="1871227" cy="276999"/>
          </a:xfrm>
          <a:prstGeom prst="rect">
            <a:avLst/>
          </a:prstGeom>
        </p:spPr>
        <p:txBody>
          <a:bodyPr vert="horz" wrap="square" lIns="0" tIns="0" rIns="0" bIns="0" rtlCol="0">
            <a:spAutoFit/>
          </a:bodyPr>
          <a:lstStyle/>
          <a:p>
            <a:pPr marL="12700">
              <a:lnSpc>
                <a:spcPct val="100000"/>
              </a:lnSpc>
            </a:pPr>
            <a:r>
              <a:rPr sz="1800" b="1" spc="25" dirty="0">
                <a:solidFill>
                  <a:srgbClr val="00B050"/>
                </a:solidFill>
                <a:latin typeface="Arial" panose="020B0604020202020204" pitchFamily="34" charset="0"/>
                <a:cs typeface="Arial" panose="020B0604020202020204" pitchFamily="34" charset="0"/>
              </a:rPr>
              <a:t>BMI</a:t>
            </a:r>
            <a:r>
              <a:rPr sz="1800" b="1" spc="50" dirty="0">
                <a:solidFill>
                  <a:srgbClr val="00B050"/>
                </a:solidFill>
                <a:latin typeface="Arial" panose="020B0604020202020204" pitchFamily="34" charset="0"/>
                <a:cs typeface="Arial" panose="020B0604020202020204" pitchFamily="34" charset="0"/>
              </a:rPr>
              <a:t> </a:t>
            </a:r>
            <a:r>
              <a:rPr sz="1800" b="1" spc="65" dirty="0">
                <a:solidFill>
                  <a:srgbClr val="00B050"/>
                </a:solidFill>
                <a:latin typeface="Arial" panose="020B0604020202020204" pitchFamily="34" charset="0"/>
                <a:cs typeface="Arial" panose="020B0604020202020204" pitchFamily="34" charset="0"/>
              </a:rPr>
              <a:t>Calculation</a:t>
            </a:r>
            <a:endParaRPr sz="1800" b="1" dirty="0">
              <a:solidFill>
                <a:srgbClr val="00B050"/>
              </a:solidFill>
              <a:latin typeface="Arial" panose="020B0604020202020204" pitchFamily="34" charset="0"/>
              <a:cs typeface="Arial" panose="020B0604020202020204" pitchFamily="34" charset="0"/>
            </a:endParaRPr>
          </a:p>
        </p:txBody>
      </p:sp>
      <p:sp>
        <p:nvSpPr>
          <p:cNvPr id="9" name="object 6">
            <a:extLst>
              <a:ext uri="{FF2B5EF4-FFF2-40B4-BE49-F238E27FC236}">
                <a16:creationId xmlns:a16="http://schemas.microsoft.com/office/drawing/2014/main" xmlns="" id="{3AD1E34F-524C-7C43-9D27-1F541A42063B}"/>
              </a:ext>
            </a:extLst>
          </p:cNvPr>
          <p:cNvSpPr txBox="1"/>
          <p:nvPr/>
        </p:nvSpPr>
        <p:spPr>
          <a:xfrm>
            <a:off x="773561" y="1764579"/>
            <a:ext cx="9244330" cy="5022465"/>
          </a:xfrm>
          <a:prstGeom prst="rect">
            <a:avLst/>
          </a:prstGeom>
        </p:spPr>
        <p:txBody>
          <a:bodyPr vert="horz" wrap="square" lIns="0" tIns="0" rIns="0" bIns="0" rtlCol="0">
            <a:spAutoFit/>
          </a:bodyPr>
          <a:lstStyle/>
          <a:p>
            <a:pPr marL="228600">
              <a:lnSpc>
                <a:spcPts val="2860"/>
              </a:lnSpc>
            </a:pPr>
            <a:r>
              <a:rPr sz="1800" b="1" spc="-35" dirty="0">
                <a:solidFill>
                  <a:srgbClr val="231F20"/>
                </a:solidFill>
                <a:latin typeface="Arial" panose="020B0604020202020204" pitchFamily="34" charset="0"/>
                <a:cs typeface="Arial" panose="020B0604020202020204" pitchFamily="34" charset="0"/>
              </a:rPr>
              <a:t>W</a:t>
            </a:r>
            <a:r>
              <a:rPr sz="1800" b="1" spc="-5" dirty="0">
                <a:solidFill>
                  <a:srgbClr val="231F20"/>
                </a:solidFill>
                <a:latin typeface="Arial" panose="020B0604020202020204" pitchFamily="34" charset="0"/>
                <a:cs typeface="Arial" panose="020B0604020202020204" pitchFamily="34" charset="0"/>
              </a:rPr>
              <a:t>eigh</a:t>
            </a:r>
            <a:r>
              <a:rPr sz="1800" b="1" dirty="0">
                <a:solidFill>
                  <a:srgbClr val="231F20"/>
                </a:solidFill>
                <a:latin typeface="Arial" panose="020B0604020202020204" pitchFamily="34" charset="0"/>
                <a:cs typeface="Arial" panose="020B0604020202020204" pitchFamily="34" charset="0"/>
              </a:rPr>
              <a:t>t </a:t>
            </a:r>
            <a:r>
              <a:rPr sz="1800" b="1" spc="-15" dirty="0">
                <a:solidFill>
                  <a:srgbClr val="231F20"/>
                </a:solidFill>
                <a:latin typeface="Arial" panose="020B0604020202020204" pitchFamily="34" charset="0"/>
                <a:cs typeface="Arial" panose="020B0604020202020204" pitchFamily="34" charset="0"/>
              </a:rPr>
              <a:t>measurement</a:t>
            </a:r>
            <a:endParaRPr sz="1800" b="1" dirty="0">
              <a:latin typeface="Arial" panose="020B0604020202020204" pitchFamily="34" charset="0"/>
              <a:cs typeface="Arial" panose="020B0604020202020204" pitchFamily="34" charset="0"/>
            </a:endParaRPr>
          </a:p>
          <a:p>
            <a:pPr marL="228600">
              <a:lnSpc>
                <a:spcPts val="2860"/>
              </a:lnSpc>
              <a:spcBef>
                <a:spcPts val="260"/>
              </a:spcBef>
            </a:pPr>
            <a:r>
              <a:rPr sz="1800" spc="-10" dirty="0">
                <a:solidFill>
                  <a:srgbClr val="231F20"/>
                </a:solidFill>
                <a:latin typeface="Arial" panose="020B0604020202020204" pitchFamily="34" charset="0"/>
                <a:cs typeface="Arial" panose="020B0604020202020204" pitchFamily="34" charset="0"/>
              </a:rPr>
              <a:t>Demonstra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h</a:t>
            </a:r>
            <a:r>
              <a:rPr sz="1800" spc="-3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a:t>
            </a:r>
            <a:endParaRPr sz="1800" dirty="0">
              <a:latin typeface="Arial" panose="020B0604020202020204" pitchFamily="34" charset="0"/>
              <a:cs typeface="Arial" panose="020B0604020202020204" pitchFamily="34" charset="0"/>
            </a:endParaRPr>
          </a:p>
          <a:p>
            <a:pPr marL="228600">
              <a:lnSpc>
                <a:spcPts val="2860"/>
              </a:lnSpc>
              <a:spcBef>
                <a:spcPts val="585"/>
              </a:spcBef>
            </a:pPr>
            <a:r>
              <a:rPr sz="1800" b="1" spc="-5" dirty="0">
                <a:solidFill>
                  <a:srgbClr val="231F20"/>
                </a:solidFill>
                <a:latin typeface="Arial" panose="020B0604020202020204" pitchFamily="34" charset="0"/>
                <a:cs typeface="Arial" panose="020B0604020202020204" pitchFamily="34" charset="0"/>
              </a:rPr>
              <a:t>Heigh</a:t>
            </a:r>
            <a:r>
              <a:rPr sz="1800" b="1" dirty="0">
                <a:solidFill>
                  <a:srgbClr val="231F20"/>
                </a:solidFill>
                <a:latin typeface="Arial" panose="020B0604020202020204" pitchFamily="34" charset="0"/>
                <a:cs typeface="Arial" panose="020B0604020202020204" pitchFamily="34" charset="0"/>
              </a:rPr>
              <a:t>t </a:t>
            </a:r>
            <a:r>
              <a:rPr sz="1800" b="1" spc="-15" dirty="0">
                <a:solidFill>
                  <a:srgbClr val="231F20"/>
                </a:solidFill>
                <a:latin typeface="Arial" panose="020B0604020202020204" pitchFamily="34" charset="0"/>
                <a:cs typeface="Arial" panose="020B0604020202020204" pitchFamily="34" charset="0"/>
              </a:rPr>
              <a:t>measurement</a:t>
            </a:r>
            <a:endParaRPr sz="1800" b="1" dirty="0">
              <a:latin typeface="Arial" panose="020B0604020202020204" pitchFamily="34" charset="0"/>
              <a:cs typeface="Arial" panose="020B0604020202020204" pitchFamily="34" charset="0"/>
            </a:endParaRPr>
          </a:p>
          <a:p>
            <a:pPr marL="228600">
              <a:lnSpc>
                <a:spcPts val="2860"/>
              </a:lnSpc>
              <a:spcBef>
                <a:spcPts val="260"/>
              </a:spcBef>
            </a:pPr>
            <a:r>
              <a:rPr sz="1800" spc="-10" dirty="0">
                <a:solidFill>
                  <a:srgbClr val="231F20"/>
                </a:solidFill>
                <a:latin typeface="Arial" panose="020B0604020202020204" pitchFamily="34" charset="0"/>
                <a:cs typeface="Arial" panose="020B0604020202020204" pitchFamily="34" charset="0"/>
              </a:rPr>
              <a:t>Demonstra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h</a:t>
            </a:r>
            <a:r>
              <a:rPr sz="1800" spc="-3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height</a:t>
            </a:r>
            <a:endParaRPr sz="1800" dirty="0">
              <a:latin typeface="Arial" panose="020B0604020202020204" pitchFamily="34" charset="0"/>
              <a:cs typeface="Arial" panose="020B0604020202020204" pitchFamily="34" charset="0"/>
            </a:endParaRPr>
          </a:p>
          <a:p>
            <a:pPr marL="228600">
              <a:lnSpc>
                <a:spcPts val="2860"/>
              </a:lnSpc>
              <a:spcBef>
                <a:spcPts val="585"/>
              </a:spcBef>
            </a:pPr>
            <a:r>
              <a:rPr sz="1800" b="1" spc="-15" dirty="0">
                <a:solidFill>
                  <a:srgbClr val="231F20"/>
                </a:solidFill>
                <a:latin typeface="Arial" panose="020B0604020202020204" pitchFamily="34" charset="0"/>
                <a:cs typeface="Arial" panose="020B0604020202020204" pitchFamily="34" charset="0"/>
              </a:rPr>
              <a:t>BM</a:t>
            </a:r>
            <a:r>
              <a:rPr sz="1800" b="1" spc="-5" dirty="0">
                <a:solidFill>
                  <a:srgbClr val="231F20"/>
                </a:solidFill>
                <a:latin typeface="Arial" panose="020B0604020202020204" pitchFamily="34" charset="0"/>
                <a:cs typeface="Arial" panose="020B0604020202020204" pitchFamily="34" charset="0"/>
              </a:rPr>
              <a:t>I</a:t>
            </a:r>
            <a:r>
              <a:rPr sz="1800" b="1" dirty="0">
                <a:solidFill>
                  <a:srgbClr val="231F20"/>
                </a:solidFill>
                <a:latin typeface="Arial" panose="020B0604020202020204" pitchFamily="34" charset="0"/>
                <a:cs typeface="Arial" panose="020B0604020202020204" pitchFamily="34" charset="0"/>
              </a:rPr>
              <a:t> </a:t>
            </a:r>
            <a:r>
              <a:rPr sz="1800" b="1" spc="-10" dirty="0">
                <a:solidFill>
                  <a:srgbClr val="231F20"/>
                </a:solidFill>
                <a:latin typeface="Arial" panose="020B0604020202020204" pitchFamily="34" charset="0"/>
                <a:cs typeface="Arial" panose="020B0604020202020204" pitchFamily="34" charset="0"/>
              </a:rPr>
              <a:t>calculation</a:t>
            </a:r>
            <a:endParaRPr sz="1800" b="1" dirty="0">
              <a:latin typeface="Arial" panose="020B0604020202020204" pitchFamily="34" charset="0"/>
              <a:cs typeface="Arial" panose="020B0604020202020204" pitchFamily="34" charset="0"/>
            </a:endParaRPr>
          </a:p>
          <a:p>
            <a:pPr marL="12700" indent="215900">
              <a:lnSpc>
                <a:spcPts val="2860"/>
              </a:lnSpc>
              <a:spcBef>
                <a:spcPts val="260"/>
              </a:spcBef>
            </a:pPr>
            <a:r>
              <a:rPr sz="1800" dirty="0">
                <a:solidFill>
                  <a:srgbClr val="231F20"/>
                </a:solidFill>
                <a:latin typeface="Arial" panose="020B0604020202020204" pitchFamily="34" charset="0"/>
                <a:cs typeface="Arial" panose="020B0604020202020204" pitchFamily="34" charset="0"/>
              </a:rPr>
              <a:t>Calcula</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 BMI using the </a:t>
            </a:r>
            <a:r>
              <a:rPr sz="1800" spc="-10" dirty="0">
                <a:solidFill>
                  <a:srgbClr val="231F20"/>
                </a:solidFill>
                <a:latin typeface="Arial" panose="020B0604020202020204" pitchFamily="34" charset="0"/>
                <a:cs typeface="Arial" panose="020B0604020202020204" pitchFamily="34" charset="0"/>
              </a:rPr>
              <a:t>findings</a:t>
            </a:r>
            <a:endParaRPr sz="1800" dirty="0">
              <a:latin typeface="Arial" panose="020B0604020202020204" pitchFamily="34" charset="0"/>
              <a:cs typeface="Arial" panose="020B0604020202020204" pitchFamily="34" charset="0"/>
            </a:endParaRPr>
          </a:p>
          <a:p>
            <a:pPr>
              <a:lnSpc>
                <a:spcPct val="100000"/>
              </a:lnSpc>
            </a:pPr>
            <a:endParaRPr sz="700" dirty="0">
              <a:latin typeface="Arial" panose="020B0604020202020204" pitchFamily="34" charset="0"/>
              <a:cs typeface="Arial" panose="020B0604020202020204" pitchFamily="34" charset="0"/>
            </a:endParaRPr>
          </a:p>
          <a:p>
            <a:pPr>
              <a:lnSpc>
                <a:spcPct val="100000"/>
              </a:lnSpc>
              <a:spcBef>
                <a:spcPts val="32"/>
              </a:spcBef>
            </a:pPr>
            <a:endParaRPr sz="700" dirty="0">
              <a:latin typeface="Arial" panose="020B0604020202020204" pitchFamily="34" charset="0"/>
              <a:cs typeface="Arial" panose="020B0604020202020204" pitchFamily="34" charset="0"/>
            </a:endParaRPr>
          </a:p>
          <a:p>
            <a:pPr marL="12700"/>
            <a:r>
              <a:rPr lang="en-US" sz="2000" b="1" kern="0" dirty="0">
                <a:solidFill>
                  <a:srgbClr val="00B050"/>
                </a:solidFill>
                <a:latin typeface="Arial" pitchFamily="34" charset="0"/>
                <a:cs typeface="Arial" pitchFamily="34" charset="0"/>
              </a:rPr>
              <a:t>Waist Circumference </a:t>
            </a:r>
          </a:p>
          <a:p>
            <a:pPr marL="264160" indent="-228600">
              <a:lnSpc>
                <a:spcPts val="2860"/>
              </a:lnSpc>
              <a:spcBef>
                <a:spcPts val="790"/>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ci</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ta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en</a:t>
            </a:r>
            <a:r>
              <a:rPr sz="1800" spc="-5" dirty="0">
                <a:solidFill>
                  <a:srgbClr val="231F20"/>
                </a:solidFill>
                <a:latin typeface="Arial" panose="020B0604020202020204" pitchFamily="34" charset="0"/>
                <a:cs typeface="Arial" panose="020B0604020202020204" pitchFamily="34" charset="0"/>
              </a:rPr>
              <a:t> 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position</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45"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spc="-5" dirty="0">
                <a:solidFill>
                  <a:srgbClr val="231F20"/>
                </a:solidFill>
                <a:latin typeface="Arial" panose="020B0604020202020204" pitchFamily="34" charset="0"/>
                <a:cs typeface="Arial" panose="020B0604020202020204" pitchFamily="34" charset="0"/>
              </a:rPr>
              <a:t>el</a:t>
            </a:r>
            <a:endParaRPr sz="1800" dirty="0">
              <a:latin typeface="Arial" panose="020B0604020202020204" pitchFamily="34" charset="0"/>
              <a:cs typeface="Arial" panose="020B0604020202020204" pitchFamily="34" charset="0"/>
            </a:endParaRPr>
          </a:p>
          <a:p>
            <a:pPr marL="264160" indent="-228600">
              <a:lnSpc>
                <a:spcPts val="2860"/>
              </a:lnSpc>
              <a:spcBef>
                <a:spcPts val="280"/>
              </a:spcBef>
              <a:buClr>
                <a:srgbClr val="231F20"/>
              </a:buClr>
              <a:buFont typeface="Arial"/>
              <a:buChar char="•"/>
              <a:tabLst>
                <a:tab pos="264795" algn="l"/>
              </a:tabLst>
            </a:pPr>
            <a:r>
              <a:rPr sz="1800" spc="-3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ci</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indica</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5" dirty="0">
                <a:solidFill>
                  <a:srgbClr val="231F20"/>
                </a:solidFill>
                <a:latin typeface="Arial" panose="020B0604020202020204" pitchFamily="34" charset="0"/>
                <a:cs typeface="Arial" panose="020B0604020202020204" pitchFamily="34" charset="0"/>
              </a:rPr>
              <a:t>intra-abdomina</a:t>
            </a:r>
            <a:r>
              <a:rPr sz="1800" spc="-5" dirty="0">
                <a:solidFill>
                  <a:srgbClr val="231F20"/>
                </a:solidFill>
                <a:latin typeface="Arial" panose="020B0604020202020204" pitchFamily="34" charset="0"/>
                <a:cs typeface="Arial" panose="020B0604020202020204" pitchFamily="34" charset="0"/>
              </a:rPr>
              <a:t>l</a:t>
            </a:r>
            <a:r>
              <a:rPr sz="1800" spc="1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atness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indica</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abdominal</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at</a:t>
            </a:r>
            <a:endParaRPr sz="1800" dirty="0">
              <a:latin typeface="Arial" panose="020B0604020202020204" pitchFamily="34" charset="0"/>
              <a:cs typeface="Arial" panose="020B0604020202020204" pitchFamily="34" charset="0"/>
            </a:endParaRPr>
          </a:p>
          <a:p>
            <a:pPr marL="264160" marR="5080" indent="-228600">
              <a:lnSpc>
                <a:spcPts val="2860"/>
              </a:lnSpc>
              <a:spcBef>
                <a:spcPts val="28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A high</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ci</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associa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an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increase</a:t>
            </a:r>
            <a:r>
              <a:rPr sz="1800" spc="-10" dirty="0">
                <a:solidFill>
                  <a:srgbClr val="231F20"/>
                </a:solidFill>
                <a:latin typeface="Arial" panose="020B0604020202020204" pitchFamily="34" charset="0"/>
                <a:cs typeface="Arial" panose="020B0604020202020204" pitchFamily="34" charset="0"/>
              </a:rPr>
              <a:t>d</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risk </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high</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pressure</a:t>
            </a:r>
            <a:r>
              <a:rPr sz="1800" spc="-5" dirty="0">
                <a:solidFill>
                  <a:srgbClr val="231F20"/>
                </a:solidFill>
                <a:latin typeface="Arial" panose="020B0604020202020204" pitchFamily="34" charset="0"/>
                <a:cs typeface="Arial" panose="020B0604020202020204" pitchFamily="34" charset="0"/>
              </a:rPr>
              <a: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diab</a:t>
            </a:r>
            <a:r>
              <a:rPr sz="1800" spc="-25"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es</a:t>
            </a:r>
            <a:r>
              <a:rPr lang="en-US" sz="1800" spc="-5" dirty="0">
                <a:solidFill>
                  <a:srgbClr val="231F20"/>
                </a:solidFill>
                <a:latin typeface="Arial" panose="020B0604020202020204" pitchFamily="34" charset="0"/>
                <a:cs typeface="Arial" panose="020B0604020202020204" pitchFamily="34" charset="0"/>
              </a:rPr>
              <a:t> mellitus</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high</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choles</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ol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di</a:t>
            </a:r>
            <a:r>
              <a:rPr sz="1800" spc="-35"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ascular</a:t>
            </a:r>
            <a:r>
              <a:rPr sz="1800" spc="-5" dirty="0">
                <a:solidFill>
                  <a:srgbClr val="231F20"/>
                </a:solidFill>
                <a:latin typeface="Arial" panose="020B0604020202020204" pitchFamily="34" charset="0"/>
                <a:cs typeface="Arial" panose="020B0604020202020204" pitchFamily="34" charset="0"/>
              </a:rPr>
              <a:t> disease</a:t>
            </a:r>
            <a:r>
              <a:rPr sz="1400" spc="-5" dirty="0">
                <a:solidFill>
                  <a:srgbClr val="231F20"/>
                </a:solidFill>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p:txBody>
      </p:sp>
      <p:sp>
        <p:nvSpPr>
          <p:cNvPr id="14" name="object 3">
            <a:extLst>
              <a:ext uri="{FF2B5EF4-FFF2-40B4-BE49-F238E27FC236}">
                <a16:creationId xmlns:a16="http://schemas.microsoft.com/office/drawing/2014/main" xmlns="" id="{B43A5B0F-E975-EA49-9217-BB63D98B58CC}"/>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sz="1799" b="1" spc="-640" dirty="0">
                <a:solidFill>
                  <a:schemeClr val="bg1"/>
                </a:solidFill>
                <a:latin typeface="Arial Black"/>
                <a:cs typeface="Arial Black"/>
              </a:rPr>
              <a:t>1</a:t>
            </a:r>
            <a:endParaRPr sz="1799" dirty="0">
              <a:solidFill>
                <a:schemeClr val="bg1"/>
              </a:solidFill>
              <a:latin typeface="Arial Black"/>
              <a:cs typeface="Arial Black"/>
            </a:endParaRPr>
          </a:p>
        </p:txBody>
      </p:sp>
      <p:sp>
        <p:nvSpPr>
          <p:cNvPr id="15" name="object 5">
            <a:extLst>
              <a:ext uri="{FF2B5EF4-FFF2-40B4-BE49-F238E27FC236}">
                <a16:creationId xmlns:a16="http://schemas.microsoft.com/office/drawing/2014/main" xmlns="" id="{DDDE4A45-1904-E541-AB3A-0F248FC21411}"/>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16" name="Rectangle 15">
            <a:extLst>
              <a:ext uri="{FF2B5EF4-FFF2-40B4-BE49-F238E27FC236}">
                <a16:creationId xmlns:a16="http://schemas.microsoft.com/office/drawing/2014/main" xmlns="" id="{7E9A02CF-A8D1-5B47-A839-EFC948D90AB8}"/>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7111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65164A5-5DB5-A14E-9893-D47B69535FF8}"/>
              </a:ext>
            </a:extLst>
          </p:cNvPr>
          <p:cNvSpPr>
            <a:spLocks noGrp="1"/>
          </p:cNvSpPr>
          <p:nvPr>
            <p:ph type="sldNum" sz="quarter" idx="12"/>
          </p:nvPr>
        </p:nvSpPr>
        <p:spPr/>
        <p:txBody>
          <a:bodyPr/>
          <a:lstStyle/>
          <a:p>
            <a:fld id="{5FCE7002-8CF6-784B-9A24-69DF51357AB2}" type="slidenum">
              <a:rPr lang="en-US" smtClean="0"/>
              <a:t>29</a:t>
            </a:fld>
            <a:endParaRPr lang="en-US"/>
          </a:p>
        </p:txBody>
      </p:sp>
      <p:graphicFrame>
        <p:nvGraphicFramePr>
          <p:cNvPr id="5" name="object 7">
            <a:extLst>
              <a:ext uri="{FF2B5EF4-FFF2-40B4-BE49-F238E27FC236}">
                <a16:creationId xmlns:a16="http://schemas.microsoft.com/office/drawing/2014/main" xmlns="" id="{529A3819-5425-5F49-9B4B-ED1B6E227766}"/>
              </a:ext>
            </a:extLst>
          </p:cNvPr>
          <p:cNvGraphicFramePr>
            <a:graphicFrameLocks noGrp="1"/>
          </p:cNvGraphicFramePr>
          <p:nvPr>
            <p:extLst>
              <p:ext uri="{D42A27DB-BD31-4B8C-83A1-F6EECF244321}">
                <p14:modId xmlns:p14="http://schemas.microsoft.com/office/powerpoint/2010/main" val="788203547"/>
              </p:ext>
            </p:extLst>
          </p:nvPr>
        </p:nvGraphicFramePr>
        <p:xfrm>
          <a:off x="773561" y="4538278"/>
          <a:ext cx="8046405" cy="1777179"/>
        </p:xfrm>
        <a:graphic>
          <a:graphicData uri="http://schemas.openxmlformats.org/drawingml/2006/table">
            <a:tbl>
              <a:tblPr firstRow="1" bandRow="1">
                <a:tableStyleId>{912C8C85-51F0-491E-9774-3900AFEF0FD7}</a:tableStyleId>
              </a:tblPr>
              <a:tblGrid>
                <a:gridCol w="2591916">
                  <a:extLst>
                    <a:ext uri="{9D8B030D-6E8A-4147-A177-3AD203B41FA5}">
                      <a16:colId xmlns:a16="http://schemas.microsoft.com/office/drawing/2014/main" xmlns="" val="20000"/>
                    </a:ext>
                  </a:extLst>
                </a:gridCol>
                <a:gridCol w="2552608">
                  <a:extLst>
                    <a:ext uri="{9D8B030D-6E8A-4147-A177-3AD203B41FA5}">
                      <a16:colId xmlns:a16="http://schemas.microsoft.com/office/drawing/2014/main" xmlns="" val="20001"/>
                    </a:ext>
                  </a:extLst>
                </a:gridCol>
                <a:gridCol w="2901881">
                  <a:extLst>
                    <a:ext uri="{9D8B030D-6E8A-4147-A177-3AD203B41FA5}">
                      <a16:colId xmlns:a16="http://schemas.microsoft.com/office/drawing/2014/main" xmlns="" val="20002"/>
                    </a:ext>
                  </a:extLst>
                </a:gridCol>
              </a:tblGrid>
              <a:tr h="572718">
                <a:tc>
                  <a:txBody>
                    <a:bodyPr/>
                    <a:lstStyle/>
                    <a:p>
                      <a:pPr marL="50800">
                        <a:lnSpc>
                          <a:spcPct val="100000"/>
                        </a:lnSpc>
                      </a:pPr>
                      <a:r>
                        <a:rPr lang="en-GB" sz="2000" dirty="0">
                          <a:solidFill>
                            <a:schemeClr val="bg1"/>
                          </a:solidFill>
                          <a:latin typeface="Arial" panose="020B0604020202020204" pitchFamily="34" charset="0"/>
                          <a:cs typeface="Arial" panose="020B0604020202020204" pitchFamily="34" charset="0"/>
                        </a:rPr>
                        <a:t>M</a:t>
                      </a:r>
                      <a:r>
                        <a:rPr sz="2000" dirty="0">
                          <a:solidFill>
                            <a:schemeClr val="bg1"/>
                          </a:solidFill>
                          <a:latin typeface="Arial" panose="020B0604020202020204" pitchFamily="34" charset="0"/>
                          <a:cs typeface="Arial" panose="020B0604020202020204" pitchFamily="34" charset="0"/>
                        </a:rPr>
                        <a:t>ale</a:t>
                      </a:r>
                    </a:p>
                  </a:txBody>
                  <a:tcPr marL="0" marR="0" marT="0" marB="0" anchor="ctr">
                    <a:solidFill>
                      <a:srgbClr val="00B050"/>
                    </a:solidFill>
                  </a:tcPr>
                </a:tc>
                <a:tc>
                  <a:txBody>
                    <a:bodyPr/>
                    <a:lstStyle/>
                    <a:p>
                      <a:pPr marL="50800">
                        <a:lnSpc>
                          <a:spcPct val="100000"/>
                        </a:lnSpc>
                      </a:pPr>
                      <a:r>
                        <a:rPr sz="2000" spc="-50" dirty="0">
                          <a:solidFill>
                            <a:schemeClr val="bg1"/>
                          </a:solidFill>
                          <a:latin typeface="Arial" panose="020B0604020202020204" pitchFamily="34" charset="0"/>
                          <a:cs typeface="Arial" panose="020B0604020202020204" pitchFamily="34" charset="0"/>
                        </a:rPr>
                        <a:t>W</a:t>
                      </a:r>
                      <a:r>
                        <a:rPr sz="2000" dirty="0">
                          <a:solidFill>
                            <a:schemeClr val="bg1"/>
                          </a:solidFill>
                          <a:latin typeface="Arial" panose="020B0604020202020204" pitchFamily="34" charset="0"/>
                          <a:cs typeface="Arial" panose="020B0604020202020204" pitchFamily="34" charset="0"/>
                        </a:rPr>
                        <a:t>omen</a:t>
                      </a:r>
                    </a:p>
                  </a:txBody>
                  <a:tcPr marL="0" marR="0" marT="0" marB="0" anchor="ctr">
                    <a:solidFill>
                      <a:srgbClr val="00B050"/>
                    </a:solidFill>
                  </a:tcPr>
                </a:tc>
                <a:tc>
                  <a:txBody>
                    <a:bodyPr/>
                    <a:lstStyle/>
                    <a:p>
                      <a:pPr marL="50800">
                        <a:lnSpc>
                          <a:spcPct val="100000"/>
                        </a:lnSpc>
                      </a:pPr>
                      <a:r>
                        <a:rPr sz="2000" dirty="0">
                          <a:solidFill>
                            <a:schemeClr val="bg1"/>
                          </a:solidFill>
                          <a:latin typeface="Arial" panose="020B0604020202020204" pitchFamily="34" charset="0"/>
                          <a:cs typeface="Arial" panose="020B0604020202020204" pitchFamily="34" charset="0"/>
                        </a:rPr>
                        <a:t>I</a:t>
                      </a:r>
                      <a:r>
                        <a:rPr sz="2000" spc="-15" dirty="0">
                          <a:solidFill>
                            <a:schemeClr val="bg1"/>
                          </a:solidFill>
                          <a:latin typeface="Arial" panose="020B0604020202020204" pitchFamily="34" charset="0"/>
                          <a:cs typeface="Arial" panose="020B0604020202020204" pitchFamily="34" charset="0"/>
                        </a:rPr>
                        <a:t>nt</a:t>
                      </a:r>
                      <a:r>
                        <a:rPr sz="2000" dirty="0">
                          <a:solidFill>
                            <a:schemeClr val="bg1"/>
                          </a:solidFill>
                          <a:latin typeface="Arial" panose="020B0604020202020204" pitchFamily="34" charset="0"/>
                          <a:cs typeface="Arial" panose="020B0604020202020204" pitchFamily="34" charset="0"/>
                        </a:rPr>
                        <a:t>erp</a:t>
                      </a:r>
                      <a:r>
                        <a:rPr sz="2000" spc="-15" dirty="0">
                          <a:solidFill>
                            <a:schemeClr val="bg1"/>
                          </a:solidFill>
                          <a:latin typeface="Arial" panose="020B0604020202020204" pitchFamily="34" charset="0"/>
                          <a:cs typeface="Arial" panose="020B0604020202020204" pitchFamily="34" charset="0"/>
                        </a:rPr>
                        <a:t>r</a:t>
                      </a:r>
                      <a:r>
                        <a:rPr sz="2000" spc="-10" dirty="0">
                          <a:solidFill>
                            <a:schemeClr val="bg1"/>
                          </a:solidFill>
                          <a:latin typeface="Arial" panose="020B0604020202020204" pitchFamily="34" charset="0"/>
                          <a:cs typeface="Arial" panose="020B0604020202020204" pitchFamily="34" charset="0"/>
                        </a:rPr>
                        <a:t>e</a:t>
                      </a:r>
                      <a:r>
                        <a:rPr sz="2000" spc="-15" dirty="0">
                          <a:solidFill>
                            <a:schemeClr val="bg1"/>
                          </a:solidFill>
                          <a:latin typeface="Arial" panose="020B0604020202020204" pitchFamily="34" charset="0"/>
                          <a:cs typeface="Arial" panose="020B0604020202020204" pitchFamily="34" charset="0"/>
                        </a:rPr>
                        <a:t>ta</a:t>
                      </a:r>
                      <a:r>
                        <a:rPr sz="2000" dirty="0">
                          <a:solidFill>
                            <a:schemeClr val="bg1"/>
                          </a:solidFill>
                          <a:latin typeface="Arial" panose="020B0604020202020204" pitchFamily="34" charset="0"/>
                          <a:cs typeface="Arial" panose="020B0604020202020204" pitchFamily="34" charset="0"/>
                        </a:rPr>
                        <a:t>tion</a:t>
                      </a:r>
                    </a:p>
                  </a:txBody>
                  <a:tcPr marL="0" marR="0" marT="0" marB="0" anchor="ctr">
                    <a:solidFill>
                      <a:srgbClr val="00B050"/>
                    </a:solidFill>
                  </a:tcPr>
                </a:tc>
                <a:extLst>
                  <a:ext uri="{0D108BD9-81ED-4DB2-BD59-A6C34878D82A}">
                    <a16:rowId xmlns:a16="http://schemas.microsoft.com/office/drawing/2014/main" xmlns="" val="10000"/>
                  </a:ext>
                </a:extLst>
              </a:tr>
              <a:tr h="401487">
                <a:tc>
                  <a:txBody>
                    <a:bodyPr/>
                    <a:lstStyle/>
                    <a:p>
                      <a:pPr marL="50800">
                        <a:lnSpc>
                          <a:spcPct val="100000"/>
                        </a:lnSpc>
                      </a:pPr>
                      <a:r>
                        <a:rPr sz="1800" dirty="0">
                          <a:latin typeface="Arial" panose="020B0604020202020204" pitchFamily="34" charset="0"/>
                          <a:cs typeface="Arial" panose="020B0604020202020204" pitchFamily="34" charset="0"/>
                        </a:rPr>
                        <a:t>&lt;94cm</a:t>
                      </a:r>
                      <a:endParaRPr sz="1800">
                        <a:latin typeface="Arial" panose="020B0604020202020204" pitchFamily="34" charset="0"/>
                        <a:cs typeface="Arial" panose="020B0604020202020204" pitchFamily="34" charset="0"/>
                      </a:endParaRPr>
                    </a:p>
                  </a:txBody>
                  <a:tcPr marL="0" marR="0" marT="0" marB="0" anchor="ctr"/>
                </a:tc>
                <a:tc>
                  <a:txBody>
                    <a:bodyPr/>
                    <a:lstStyle/>
                    <a:p>
                      <a:pPr marL="50800">
                        <a:lnSpc>
                          <a:spcPct val="100000"/>
                        </a:lnSpc>
                      </a:pPr>
                      <a:r>
                        <a:rPr sz="1800" dirty="0">
                          <a:latin typeface="Arial" panose="020B0604020202020204" pitchFamily="34" charset="0"/>
                          <a:cs typeface="Arial" panose="020B0604020202020204" pitchFamily="34" charset="0"/>
                        </a:rPr>
                        <a:t>&lt;80cm</a:t>
                      </a:r>
                      <a:endParaRPr sz="1800">
                        <a:latin typeface="Arial" panose="020B0604020202020204" pitchFamily="34" charset="0"/>
                        <a:cs typeface="Arial" panose="020B0604020202020204" pitchFamily="34" charset="0"/>
                      </a:endParaRPr>
                    </a:p>
                  </a:txBody>
                  <a:tcPr marL="0" marR="0" marT="0" marB="0" anchor="ctr"/>
                </a:tc>
                <a:tc>
                  <a:txBody>
                    <a:bodyPr/>
                    <a:lstStyle/>
                    <a:p>
                      <a:pPr marL="50800">
                        <a:lnSpc>
                          <a:spcPct val="100000"/>
                        </a:lnSpc>
                      </a:pPr>
                      <a:r>
                        <a:rPr sz="1800" dirty="0">
                          <a:latin typeface="Arial" panose="020B0604020202020204" pitchFamily="34" charset="0"/>
                          <a:cs typeface="Arial" panose="020B0604020202020204" pitchFamily="34" charset="0"/>
                        </a:rPr>
                        <a:t>Normal</a:t>
                      </a:r>
                    </a:p>
                  </a:txBody>
                  <a:tcPr marL="0" marR="0" marT="0" marB="0" anchor="ctr"/>
                </a:tc>
                <a:extLst>
                  <a:ext uri="{0D108BD9-81ED-4DB2-BD59-A6C34878D82A}">
                    <a16:rowId xmlns:a16="http://schemas.microsoft.com/office/drawing/2014/main" xmlns="" val="10001"/>
                  </a:ext>
                </a:extLst>
              </a:tr>
              <a:tr h="401487">
                <a:tc>
                  <a:txBody>
                    <a:bodyPr/>
                    <a:lstStyle/>
                    <a:p>
                      <a:pPr marL="50800">
                        <a:lnSpc>
                          <a:spcPct val="100000"/>
                        </a:lnSpc>
                      </a:pPr>
                      <a:r>
                        <a:rPr sz="1800" dirty="0">
                          <a:latin typeface="Arial" panose="020B0604020202020204" pitchFamily="34" charset="0"/>
                          <a:cs typeface="Arial" panose="020B0604020202020204" pitchFamily="34" charset="0"/>
                        </a:rPr>
                        <a:t>94-102cm</a:t>
                      </a:r>
                      <a:endParaRPr sz="1800">
                        <a:latin typeface="Arial" panose="020B0604020202020204" pitchFamily="34" charset="0"/>
                        <a:cs typeface="Arial" panose="020B0604020202020204" pitchFamily="34" charset="0"/>
                      </a:endParaRPr>
                    </a:p>
                  </a:txBody>
                  <a:tcPr marL="0" marR="0" marT="0" marB="0" anchor="ctr">
                    <a:solidFill>
                      <a:schemeClr val="accent6">
                        <a:lumMod val="20000"/>
                        <a:lumOff val="80000"/>
                      </a:schemeClr>
                    </a:solidFill>
                  </a:tcPr>
                </a:tc>
                <a:tc>
                  <a:txBody>
                    <a:bodyPr/>
                    <a:lstStyle/>
                    <a:p>
                      <a:pPr marL="50800">
                        <a:lnSpc>
                          <a:spcPct val="100000"/>
                        </a:lnSpc>
                      </a:pPr>
                      <a:r>
                        <a:rPr sz="1800" dirty="0">
                          <a:latin typeface="Arial" panose="020B0604020202020204" pitchFamily="34" charset="0"/>
                          <a:cs typeface="Arial" panose="020B0604020202020204" pitchFamily="34" charset="0"/>
                        </a:rPr>
                        <a:t>80-88cm</a:t>
                      </a:r>
                      <a:endParaRPr sz="1800">
                        <a:latin typeface="Arial" panose="020B0604020202020204" pitchFamily="34" charset="0"/>
                        <a:cs typeface="Arial" panose="020B0604020202020204" pitchFamily="34" charset="0"/>
                      </a:endParaRPr>
                    </a:p>
                  </a:txBody>
                  <a:tcPr marL="0" marR="0" marT="0" marB="0" anchor="ctr">
                    <a:solidFill>
                      <a:schemeClr val="accent6">
                        <a:lumMod val="20000"/>
                        <a:lumOff val="80000"/>
                      </a:schemeClr>
                    </a:solidFill>
                  </a:tcPr>
                </a:tc>
                <a:tc>
                  <a:txBody>
                    <a:bodyPr/>
                    <a:lstStyle/>
                    <a:p>
                      <a:pPr marL="50800">
                        <a:lnSpc>
                          <a:spcPct val="100000"/>
                        </a:lnSpc>
                      </a:pPr>
                      <a:r>
                        <a:rPr sz="1800" dirty="0">
                          <a:latin typeface="Arial" panose="020B0604020202020204" pitchFamily="34" charset="0"/>
                          <a:cs typeface="Arial" panose="020B0604020202020204" pitchFamily="34" charset="0"/>
                        </a:rPr>
                        <a:t>Inc</a:t>
                      </a:r>
                      <a:r>
                        <a:rPr sz="1800" spc="-20" dirty="0">
                          <a:latin typeface="Arial" panose="020B0604020202020204" pitchFamily="34" charset="0"/>
                          <a:cs typeface="Arial" panose="020B0604020202020204" pitchFamily="34" charset="0"/>
                        </a:rPr>
                        <a:t>r</a:t>
                      </a:r>
                      <a:r>
                        <a:rPr sz="1800" dirty="0">
                          <a:latin typeface="Arial" panose="020B0604020202020204" pitchFamily="34" charset="0"/>
                          <a:cs typeface="Arial" panose="020B0604020202020204" pitchFamily="34" charset="0"/>
                        </a:rPr>
                        <a:t>eased</a:t>
                      </a:r>
                      <a:r>
                        <a:rPr sz="1800"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risk</a:t>
                      </a:r>
                    </a:p>
                  </a:txBody>
                  <a:tcPr marL="0" marR="0" marT="0" marB="0" anchor="ctr">
                    <a:solidFill>
                      <a:schemeClr val="accent6">
                        <a:lumMod val="20000"/>
                        <a:lumOff val="80000"/>
                      </a:schemeClr>
                    </a:solidFill>
                  </a:tcPr>
                </a:tc>
                <a:extLst>
                  <a:ext uri="{0D108BD9-81ED-4DB2-BD59-A6C34878D82A}">
                    <a16:rowId xmlns:a16="http://schemas.microsoft.com/office/drawing/2014/main" xmlns="" val="10002"/>
                  </a:ext>
                </a:extLst>
              </a:tr>
              <a:tr h="401487">
                <a:tc>
                  <a:txBody>
                    <a:bodyPr/>
                    <a:lstStyle/>
                    <a:p>
                      <a:pPr marL="50800">
                        <a:lnSpc>
                          <a:spcPct val="100000"/>
                        </a:lnSpc>
                      </a:pPr>
                      <a:r>
                        <a:rPr sz="1800" dirty="0">
                          <a:latin typeface="Arial" panose="020B0604020202020204" pitchFamily="34" charset="0"/>
                          <a:cs typeface="Arial" panose="020B0604020202020204" pitchFamily="34" charset="0"/>
                        </a:rPr>
                        <a:t>&gt;102cm</a:t>
                      </a:r>
                      <a:endParaRPr sz="1800">
                        <a:latin typeface="Arial" panose="020B0604020202020204" pitchFamily="34" charset="0"/>
                        <a:cs typeface="Arial" panose="020B0604020202020204" pitchFamily="34" charset="0"/>
                      </a:endParaRPr>
                    </a:p>
                  </a:txBody>
                  <a:tcPr marL="0" marR="0" marT="0" marB="0" anchor="ctr"/>
                </a:tc>
                <a:tc>
                  <a:txBody>
                    <a:bodyPr/>
                    <a:lstStyle/>
                    <a:p>
                      <a:pPr marL="50800">
                        <a:lnSpc>
                          <a:spcPct val="100000"/>
                        </a:lnSpc>
                      </a:pPr>
                      <a:r>
                        <a:rPr sz="1800" dirty="0">
                          <a:latin typeface="Arial" panose="020B0604020202020204" pitchFamily="34" charset="0"/>
                          <a:cs typeface="Arial" panose="020B0604020202020204" pitchFamily="34" charset="0"/>
                        </a:rPr>
                        <a:t>88cm</a:t>
                      </a:r>
                      <a:endParaRPr sz="1800">
                        <a:latin typeface="Arial" panose="020B0604020202020204" pitchFamily="34" charset="0"/>
                        <a:cs typeface="Arial" panose="020B0604020202020204" pitchFamily="34" charset="0"/>
                      </a:endParaRPr>
                    </a:p>
                  </a:txBody>
                  <a:tcPr marL="0" marR="0" marT="0" marB="0" anchor="ctr"/>
                </a:tc>
                <a:tc>
                  <a:txBody>
                    <a:bodyPr/>
                    <a:lstStyle/>
                    <a:p>
                      <a:pPr marL="50800">
                        <a:lnSpc>
                          <a:spcPct val="100000"/>
                        </a:lnSpc>
                      </a:pPr>
                      <a:r>
                        <a:rPr sz="1800" spc="-5" dirty="0">
                          <a:latin typeface="Arial" panose="020B0604020202020204" pitchFamily="34" charset="0"/>
                          <a:cs typeface="Arial" panose="020B0604020202020204" pitchFamily="34" charset="0"/>
                        </a:rPr>
                        <a:t>Hig</a:t>
                      </a:r>
                      <a:r>
                        <a:rPr sz="1800" dirty="0">
                          <a:latin typeface="Arial" panose="020B0604020202020204" pitchFamily="34" charset="0"/>
                          <a:cs typeface="Arial" panose="020B0604020202020204" pitchFamily="34" charset="0"/>
                        </a:rPr>
                        <a:t>h</a:t>
                      </a:r>
                      <a:r>
                        <a:rPr sz="1800"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risk</a:t>
                      </a:r>
                    </a:p>
                  </a:txBody>
                  <a:tcPr marL="0" marR="0" marT="0" marB="0" anchor="ctr"/>
                </a:tc>
                <a:extLst>
                  <a:ext uri="{0D108BD9-81ED-4DB2-BD59-A6C34878D82A}">
                    <a16:rowId xmlns:a16="http://schemas.microsoft.com/office/drawing/2014/main" xmlns="" val="10003"/>
                  </a:ext>
                </a:extLst>
              </a:tr>
            </a:tbl>
          </a:graphicData>
        </a:graphic>
      </p:graphicFrame>
      <p:sp>
        <p:nvSpPr>
          <p:cNvPr id="6" name="object 6">
            <a:extLst>
              <a:ext uri="{FF2B5EF4-FFF2-40B4-BE49-F238E27FC236}">
                <a16:creationId xmlns:a16="http://schemas.microsoft.com/office/drawing/2014/main" xmlns="" id="{345E6C68-CFFB-DF4C-B0B4-C68E170939AA}"/>
              </a:ext>
            </a:extLst>
          </p:cNvPr>
          <p:cNvSpPr txBox="1"/>
          <p:nvPr/>
        </p:nvSpPr>
        <p:spPr>
          <a:xfrm>
            <a:off x="773561" y="1459779"/>
            <a:ext cx="9244330" cy="2880212"/>
          </a:xfrm>
          <a:prstGeom prst="rect">
            <a:avLst/>
          </a:prstGeom>
        </p:spPr>
        <p:txBody>
          <a:bodyPr vert="horz" wrap="square" lIns="0" tIns="0" rIns="0" bIns="0" rtlCol="0">
            <a:spAutoFit/>
          </a:bodyPr>
          <a:lstStyle/>
          <a:p>
            <a:pPr marL="35560" marR="5080">
              <a:lnSpc>
                <a:spcPts val="3000"/>
              </a:lnSpc>
              <a:spcBef>
                <a:spcPts val="280"/>
              </a:spcBef>
              <a:buClr>
                <a:srgbClr val="231F20"/>
              </a:buClr>
              <a:tabLst>
                <a:tab pos="264795" algn="l"/>
              </a:tabLst>
            </a:pPr>
            <a:r>
              <a:rPr lang="en-US" sz="2000" b="1" spc="-5" dirty="0">
                <a:solidFill>
                  <a:srgbClr val="231F20"/>
                </a:solidFill>
                <a:latin typeface="Arial" panose="020B0604020202020204" pitchFamily="34" charset="0"/>
                <a:cs typeface="Arial" panose="020B0604020202020204" pitchFamily="34" charset="0"/>
              </a:rPr>
              <a:t>P</a:t>
            </a:r>
            <a:r>
              <a:rPr lang="en-ZA" sz="2000" b="1" spc="-5" dirty="0">
                <a:solidFill>
                  <a:srgbClr val="231F20"/>
                </a:solidFill>
                <a:latin typeface="Arial" panose="020B0604020202020204" pitchFamily="34" charset="0"/>
                <a:cs typeface="Arial" panose="020B0604020202020204" pitchFamily="34" charset="0"/>
              </a:rPr>
              <a:t>rocedure: </a:t>
            </a:r>
            <a:r>
              <a:rPr lang="en-ZA" sz="1800" spc="-5" dirty="0">
                <a:solidFill>
                  <a:srgbClr val="231F20"/>
                </a:solidFill>
                <a:latin typeface="Arial" panose="020B0604020202020204" pitchFamily="34" charset="0"/>
                <a:cs typeface="Arial" panose="020B0604020202020204" pitchFamily="34" charset="0"/>
              </a:rPr>
              <a:t>Take the measurement,</a:t>
            </a:r>
            <a:endParaRPr sz="1800" dirty="0">
              <a:latin typeface="Arial" panose="020B0604020202020204" pitchFamily="34" charset="0"/>
              <a:cs typeface="Arial" panose="020B0604020202020204" pitchFamily="34" charset="0"/>
            </a:endParaRPr>
          </a:p>
          <a:p>
            <a:pPr marL="264160" indent="-228600">
              <a:lnSpc>
                <a:spcPts val="3000"/>
              </a:lnSpc>
              <a:spcBef>
                <a:spcPts val="280"/>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Withou</a:t>
            </a:r>
            <a:r>
              <a:rPr sz="1800" spc="-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lang="en-US" sz="1800" dirty="0">
                <a:solidFill>
                  <a:srgbClr val="231F20"/>
                </a:solidFill>
                <a:latin typeface="Arial" panose="020B0604020202020204" pitchFamily="34" charset="0"/>
                <a:cs typeface="Arial" panose="020B0604020202020204" pitchFamily="34" charset="0"/>
              </a:rPr>
              <a:t>with </a:t>
            </a:r>
            <a:r>
              <a:rPr sz="1800" dirty="0">
                <a:solidFill>
                  <a:srgbClr val="231F20"/>
                </a:solidFill>
                <a:latin typeface="Arial" panose="020B0604020202020204" pitchFamily="34" charset="0"/>
                <a:cs typeface="Arial" panose="020B0604020202020204" pitchFamily="34" charset="0"/>
              </a:rPr>
              <a:t>minimal</a:t>
            </a:r>
            <a:r>
              <a:rPr sz="1800" spc="-5" dirty="0">
                <a:solidFill>
                  <a:srgbClr val="231F20"/>
                </a:solidFill>
                <a:latin typeface="Arial" panose="020B0604020202020204" pitchFamily="34" charset="0"/>
                <a:cs typeface="Arial" panose="020B0604020202020204" pitchFamily="34" charset="0"/>
              </a:rPr>
              <a:t> cl</a:t>
            </a:r>
            <a:r>
              <a:rPr sz="1800" spc="-25"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thing,</a:t>
            </a:r>
            <a:r>
              <a:rPr sz="1800" spc="-5" dirty="0">
                <a:solidFill>
                  <a:srgbClr val="231F20"/>
                </a:solidFill>
                <a:latin typeface="Arial" panose="020B0604020202020204" pitchFamily="34" charset="0"/>
                <a:cs typeface="Arial" panose="020B0604020202020204" pitchFamily="34" charset="0"/>
              </a:rPr>
              <a:t> directly</a:t>
            </a:r>
            <a:r>
              <a:rPr sz="1800" spc="-10" dirty="0">
                <a:solidFill>
                  <a:srgbClr val="231F20"/>
                </a:solidFill>
                <a:latin typeface="Arial" panose="020B0604020202020204" pitchFamily="34" charset="0"/>
                <a:cs typeface="Arial" panose="020B0604020202020204" pitchFamily="34" charset="0"/>
              </a:rPr>
              <a:t> 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skin</a:t>
            </a:r>
            <a:endParaRPr sz="1800" dirty="0">
              <a:latin typeface="Arial" panose="020B0604020202020204" pitchFamily="34" charset="0"/>
              <a:cs typeface="Arial" panose="020B0604020202020204" pitchFamily="34" charset="0"/>
            </a:endParaRPr>
          </a:p>
          <a:p>
            <a:pPr marL="264160" indent="-228600">
              <a:lnSpc>
                <a:spcPts val="3000"/>
              </a:lnSpc>
              <a:spcBef>
                <a:spcPts val="280"/>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Mid</a:t>
            </a:r>
            <a:r>
              <a:rPr sz="1800" spc="-15" dirty="0">
                <a:solidFill>
                  <a:srgbClr val="231F20"/>
                </a:solidFill>
                <a:latin typeface="Arial" panose="020B0604020202020204" pitchFamily="34" charset="0"/>
                <a:cs typeface="Arial" panose="020B0604020202020204" pitchFamily="34" charset="0"/>
              </a:rPr>
              <a:t>w</a:t>
            </a:r>
            <a:r>
              <a:rPr sz="1800" spc="-4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 margin</a:t>
            </a:r>
            <a:r>
              <a:rPr sz="1800" spc="-5" dirty="0">
                <a:solidFill>
                  <a:srgbClr val="231F20"/>
                </a:solidFill>
                <a:latin typeface="Arial" panose="020B0604020202020204" pitchFamily="34" charset="0"/>
                <a:cs typeface="Arial" panose="020B0604020202020204" pitchFamily="34" charset="0"/>
              </a:rPr>
              <a:t> l</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rib</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upper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side</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hip</a:t>
            </a:r>
            <a:endParaRPr sz="1800" dirty="0">
              <a:latin typeface="Arial" panose="020B0604020202020204" pitchFamily="34" charset="0"/>
              <a:cs typeface="Arial" panose="020B0604020202020204" pitchFamily="34" charset="0"/>
            </a:endParaRPr>
          </a:p>
          <a:p>
            <a:pPr marL="264160" indent="-228600">
              <a:lnSpc>
                <a:spcPts val="3000"/>
              </a:lnSpc>
              <a:spcBef>
                <a:spcPts val="280"/>
              </a:spcBef>
              <a:buClr>
                <a:srgbClr val="231F20"/>
              </a:buClr>
              <a:buFont typeface="Arial"/>
              <a:buChar char="•"/>
              <a:tabLst>
                <a:tab pos="264795" algn="l"/>
              </a:tabLst>
            </a:pPr>
            <a:r>
              <a:rPr sz="1800" spc="-30" dirty="0">
                <a:solidFill>
                  <a:srgbClr val="231F20"/>
                </a:solidFill>
                <a:latin typeface="Arial" panose="020B0604020202020204" pitchFamily="34" charset="0"/>
                <a:cs typeface="Arial" panose="020B0604020202020204" pitchFamily="34" charset="0"/>
              </a:rPr>
              <a:t>A</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end</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normal</a:t>
            </a:r>
            <a:r>
              <a:rPr sz="1800"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xpiration</a:t>
            </a:r>
            <a:endParaRPr sz="1800" dirty="0">
              <a:latin typeface="Arial" panose="020B0604020202020204" pitchFamily="34" charset="0"/>
              <a:cs typeface="Arial" panose="020B0604020202020204" pitchFamily="34" charset="0"/>
            </a:endParaRPr>
          </a:p>
          <a:p>
            <a:pPr marL="264160" indent="-228600">
              <a:lnSpc>
                <a:spcPts val="3000"/>
              </a:lnSpc>
              <a:spcBef>
                <a:spcPts val="28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arms</a:t>
            </a:r>
            <a:r>
              <a:rPr sz="1800" spc="-5" dirty="0">
                <a:solidFill>
                  <a:srgbClr val="231F20"/>
                </a:solidFill>
                <a:latin typeface="Arial" panose="020B0604020202020204" pitchFamily="34" charset="0"/>
                <a:cs typeface="Arial" panose="020B0604020202020204" pitchFamily="34" charset="0"/>
              </a:rPr>
              <a:t> rela</a:t>
            </a:r>
            <a:r>
              <a:rPr sz="1800" spc="-30" dirty="0">
                <a:solidFill>
                  <a:srgbClr val="231F20"/>
                </a:solidFill>
                <a:latin typeface="Arial" panose="020B0604020202020204" pitchFamily="34" charset="0"/>
                <a:cs typeface="Arial" panose="020B0604020202020204" pitchFamily="34" charset="0"/>
              </a:rPr>
              <a:t>x</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sides</a:t>
            </a:r>
            <a:endParaRPr sz="1800" dirty="0">
              <a:latin typeface="Arial" panose="020B0604020202020204" pitchFamily="34" charset="0"/>
              <a:cs typeface="Arial" panose="020B0604020202020204" pitchFamily="34" charset="0"/>
            </a:endParaRPr>
          </a:p>
          <a:p>
            <a:pPr marL="264160" indent="-228600">
              <a:lnSpc>
                <a:spcPts val="3000"/>
              </a:lnSpc>
              <a:spcBef>
                <a:spcPts val="280"/>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Measur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twice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reco</a:t>
            </a:r>
            <a:r>
              <a:rPr sz="1800" spc="-3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erage</a:t>
            </a:r>
            <a:endParaRPr sz="1800" dirty="0">
              <a:latin typeface="Arial" panose="020B0604020202020204" pitchFamily="34" charset="0"/>
              <a:cs typeface="Arial" panose="020B0604020202020204" pitchFamily="34" charset="0"/>
            </a:endParaRPr>
          </a:p>
          <a:p>
            <a:pPr marL="264160" indent="-228600">
              <a:lnSpc>
                <a:spcPts val="3000"/>
              </a:lnSpc>
              <a:spcBef>
                <a:spcPts val="28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In</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spc="-15" dirty="0">
                <a:solidFill>
                  <a:srgbClr val="231F20"/>
                </a:solidFill>
                <a:latin typeface="Arial" panose="020B0604020202020204" pitchFamily="34" charset="0"/>
                <a:cs typeface="Arial" panose="020B0604020202020204" pitchFamily="34" charset="0"/>
              </a:rPr>
              <a:t>rpr</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results of </a:t>
            </a:r>
            <a:r>
              <a:rPr sz="1800" spc="-10" dirty="0">
                <a:solidFill>
                  <a:srgbClr val="231F20"/>
                </a:solidFill>
                <a:latin typeface="Arial" panose="020B0604020202020204" pitchFamily="34" charset="0"/>
                <a:cs typeface="Arial" panose="020B0604020202020204" pitchFamily="34" charset="0"/>
              </a:rPr>
              <a:t>measurement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sh</a:t>
            </a:r>
            <a:r>
              <a:rPr sz="1800" spc="-3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n</a:t>
            </a:r>
            <a:r>
              <a:rPr lang="en-US"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3860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146B338-498F-6D4A-A42E-03D29EFB3F12}"/>
              </a:ext>
            </a:extLst>
          </p:cNvPr>
          <p:cNvSpPr>
            <a:spLocks noGrp="1"/>
          </p:cNvSpPr>
          <p:nvPr>
            <p:ph type="sldNum" sz="quarter" idx="12"/>
          </p:nvPr>
        </p:nvSpPr>
        <p:spPr/>
        <p:txBody>
          <a:bodyPr/>
          <a:lstStyle/>
          <a:p>
            <a:fld id="{5FCE7002-8CF6-784B-9A24-69DF51357AB2}" type="slidenum">
              <a:rPr lang="en-US" smtClean="0"/>
              <a:t>30</a:t>
            </a:fld>
            <a:endParaRPr lang="en-US"/>
          </a:p>
        </p:txBody>
      </p:sp>
      <p:sp>
        <p:nvSpPr>
          <p:cNvPr id="5" name="object 8">
            <a:extLst>
              <a:ext uri="{FF2B5EF4-FFF2-40B4-BE49-F238E27FC236}">
                <a16:creationId xmlns:a16="http://schemas.microsoft.com/office/drawing/2014/main" xmlns="" id="{FCB55121-CD3C-374C-95C7-98780D9D9A67}"/>
              </a:ext>
            </a:extLst>
          </p:cNvPr>
          <p:cNvSpPr txBox="1"/>
          <p:nvPr/>
        </p:nvSpPr>
        <p:spPr>
          <a:xfrm>
            <a:off x="563298" y="681878"/>
            <a:ext cx="9434141" cy="3951018"/>
          </a:xfrm>
          <a:prstGeom prst="rect">
            <a:avLst/>
          </a:prstGeom>
        </p:spPr>
        <p:txBody>
          <a:bodyPr vert="horz" wrap="square" lIns="0" tIns="0" rIns="0" bIns="0" rtlCol="0">
            <a:spAutoFit/>
          </a:bodyPr>
          <a:lstStyle/>
          <a:p>
            <a:pPr marL="12700"/>
            <a:r>
              <a:rPr lang="en-US" sz="2000" b="1" kern="0" dirty="0">
                <a:solidFill>
                  <a:srgbClr val="00B050"/>
                </a:solidFill>
                <a:latin typeface="Arial" pitchFamily="34" charset="0"/>
                <a:cs typeface="Arial" pitchFamily="34" charset="0"/>
              </a:rPr>
              <a:t>Waist-hip ratio</a:t>
            </a:r>
          </a:p>
          <a:p>
            <a:pPr marL="264160" indent="-228600">
              <a:lnSpc>
                <a:spcPts val="2800"/>
              </a:lnSpc>
              <a:spcBef>
                <a:spcPts val="79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Thi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4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measuring</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wher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bod</a:t>
            </a:r>
            <a:r>
              <a:rPr sz="1800" spc="-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ored.</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A high</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o-hip</a:t>
            </a:r>
            <a:r>
              <a:rPr sz="1800" spc="-5" dirty="0">
                <a:solidFill>
                  <a:srgbClr val="231F20"/>
                </a:solidFill>
                <a:latin typeface="Arial" panose="020B0604020202020204" pitchFamily="34" charset="0"/>
                <a:cs typeface="Arial" panose="020B0604020202020204" pitchFamily="34" charset="0"/>
              </a:rPr>
              <a:t> ratio </a:t>
            </a:r>
            <a:r>
              <a:rPr sz="1800" spc="-10" dirty="0">
                <a:solidFill>
                  <a:srgbClr val="231F20"/>
                </a:solidFill>
                <a:latin typeface="Arial" panose="020B0604020202020204" pitchFamily="34" charset="0"/>
                <a:cs typeface="Arial" panose="020B0604020202020204" pitchFamily="34" charset="0"/>
              </a:rPr>
              <a:t>indica</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increase</a:t>
            </a:r>
            <a:r>
              <a:rPr sz="1800" spc="-10" dirty="0">
                <a:solidFill>
                  <a:srgbClr val="231F20"/>
                </a:solidFill>
                <a:latin typeface="Arial" panose="020B0604020202020204" pitchFamily="34" charset="0"/>
                <a:cs typeface="Arial" panose="020B0604020202020204" pitchFamily="34" charset="0"/>
              </a:rPr>
              <a:t>d</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risk of </a:t>
            </a:r>
            <a:r>
              <a:rPr sz="1800" spc="-10" dirty="0">
                <a:solidFill>
                  <a:srgbClr val="231F20"/>
                </a:solidFill>
                <a:latin typeface="Arial" panose="020B0604020202020204" pitchFamily="34" charset="0"/>
                <a:cs typeface="Arial" panose="020B0604020202020204" pitchFamily="34" charset="0"/>
              </a:rPr>
              <a:t>obesit</a:t>
            </a:r>
            <a:r>
              <a:rPr sz="1800" spc="0" dirty="0">
                <a:solidFill>
                  <a:srgbClr val="231F20"/>
                </a:solidFill>
                <a:latin typeface="Arial" panose="020B0604020202020204" pitchFamily="34" charset="0"/>
                <a:cs typeface="Arial" panose="020B0604020202020204" pitchFamily="34" charset="0"/>
              </a:rPr>
              <a:t>y</a:t>
            </a:r>
            <a:r>
              <a:rPr sz="1800" spc="-5" dirty="0">
                <a:solidFill>
                  <a:srgbClr val="231F20"/>
                </a:solidFill>
                <a:latin typeface="Arial" panose="020B0604020202020204" pitchFamily="34" charset="0"/>
                <a:cs typeface="Arial" panose="020B0604020202020204" pitchFamily="34" charset="0"/>
              </a:rPr>
              <a:t>-rela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oblems.</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3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o-hip</a:t>
            </a:r>
            <a:r>
              <a:rPr sz="1800" spc="-5" dirty="0">
                <a:solidFill>
                  <a:srgbClr val="231F20"/>
                </a:solidFill>
                <a:latin typeface="Arial" panose="020B0604020202020204" pitchFamily="34" charset="0"/>
                <a:cs typeface="Arial" panose="020B0604020202020204" pitchFamily="34" charset="0"/>
              </a:rPr>
              <a:t> ratio 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calcula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dividing</a:t>
            </a:r>
            <a:r>
              <a:rPr sz="1800" spc="-10" dirty="0">
                <a:solidFill>
                  <a:srgbClr val="231F20"/>
                </a:solidFill>
                <a:latin typeface="Arial" panose="020B0604020202020204" pitchFamily="34" charset="0"/>
                <a:cs typeface="Arial" panose="020B0604020202020204" pitchFamily="34" charset="0"/>
              </a:rPr>
              <a:t> 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measured</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ci</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measured</a:t>
            </a:r>
            <a:r>
              <a:rPr sz="1800" dirty="0">
                <a:solidFill>
                  <a:srgbClr val="231F20"/>
                </a:solidFill>
                <a:latin typeface="Arial" panose="020B0604020202020204" pitchFamily="34" charset="0"/>
                <a:cs typeface="Arial" panose="020B0604020202020204" pitchFamily="34" charset="0"/>
              </a:rPr>
              <a:t> hip</a:t>
            </a:r>
            <a:r>
              <a:rPr sz="1800" spc="-5" dirty="0">
                <a:solidFill>
                  <a:srgbClr val="231F20"/>
                </a:solidFill>
                <a:latin typeface="Arial" panose="020B0604020202020204" pitchFamily="34" charset="0"/>
                <a:cs typeface="Arial" panose="020B0604020202020204" pitchFamily="34" charset="0"/>
              </a:rPr>
              <a:t> ci</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endParaRPr lang="en-US" sz="1800" dirty="0">
              <a:latin typeface="Arial" panose="020B0604020202020204" pitchFamily="34" charset="0"/>
              <a:cs typeface="Arial" panose="020B0604020202020204" pitchFamily="34" charset="0"/>
            </a:endParaRPr>
          </a:p>
          <a:p>
            <a:pPr>
              <a:lnSpc>
                <a:spcPts val="2800"/>
              </a:lnSpc>
              <a:spcBef>
                <a:spcPts val="40"/>
              </a:spcBef>
              <a:buClr>
                <a:srgbClr val="231F20"/>
              </a:buClr>
            </a:pPr>
            <a:endParaRPr lang="en-US" sz="700" dirty="0">
              <a:latin typeface="Arial" panose="020B0604020202020204" pitchFamily="34" charset="0"/>
              <a:cs typeface="Arial" panose="020B0604020202020204" pitchFamily="34" charset="0"/>
            </a:endParaRPr>
          </a:p>
          <a:p>
            <a:pPr marL="1022350" marR="3932554" indent="-95250">
              <a:lnSpc>
                <a:spcPts val="2800"/>
              </a:lnSpc>
            </a:pPr>
            <a:r>
              <a:rPr sz="2000" u="sng" spc="-40" dirty="0">
                <a:solidFill>
                  <a:srgbClr val="231F20"/>
                </a:solidFill>
                <a:latin typeface="Arial" panose="020B0604020202020204" pitchFamily="34" charset="0"/>
                <a:cs typeface="Arial" panose="020B0604020202020204" pitchFamily="34" charset="0"/>
              </a:rPr>
              <a:t>W</a:t>
            </a:r>
            <a:r>
              <a:rPr sz="2000" u="sng" spc="-10" dirty="0">
                <a:solidFill>
                  <a:srgbClr val="231F20"/>
                </a:solidFill>
                <a:latin typeface="Arial" panose="020B0604020202020204" pitchFamily="34" charset="0"/>
                <a:cs typeface="Arial" panose="020B0604020202020204" pitchFamily="34" charset="0"/>
              </a:rPr>
              <a:t>aist</a:t>
            </a:r>
            <a:r>
              <a:rPr sz="2000" dirty="0">
                <a:solidFill>
                  <a:srgbClr val="231F20"/>
                </a:solidFill>
                <a:latin typeface="Arial" panose="020B0604020202020204" pitchFamily="34" charset="0"/>
                <a:cs typeface="Arial" panose="020B0604020202020204" pitchFamily="34" charset="0"/>
              </a:rPr>
              <a:t> </a:t>
            </a:r>
            <a:r>
              <a:rPr sz="2000" spc="-5" dirty="0">
                <a:solidFill>
                  <a:srgbClr val="231F20"/>
                </a:solidFill>
                <a:latin typeface="Arial" panose="020B0604020202020204" pitchFamily="34" charset="0"/>
                <a:cs typeface="Arial" panose="020B0604020202020204" pitchFamily="34" charset="0"/>
              </a:rPr>
              <a:t> </a:t>
            </a:r>
            <a:r>
              <a:rPr sz="2000" dirty="0">
                <a:solidFill>
                  <a:srgbClr val="231F20"/>
                </a:solidFill>
                <a:latin typeface="Arial" panose="020B0604020202020204" pitchFamily="34" charset="0"/>
                <a:cs typeface="Arial" panose="020B0604020202020204" pitchFamily="34" charset="0"/>
              </a:rPr>
              <a:t>= </a:t>
            </a:r>
            <a:r>
              <a:rPr sz="2000" spc="-5" dirty="0">
                <a:solidFill>
                  <a:srgbClr val="231F20"/>
                </a:solidFill>
                <a:latin typeface="Arial" panose="020B0604020202020204" pitchFamily="34" charset="0"/>
                <a:cs typeface="Arial" panose="020B0604020202020204" pitchFamily="34" charset="0"/>
              </a:rPr>
              <a:t> </a:t>
            </a:r>
            <a:r>
              <a:rPr sz="2000" spc="-40" dirty="0">
                <a:solidFill>
                  <a:srgbClr val="231F20"/>
                </a:solidFill>
                <a:latin typeface="Arial" panose="020B0604020202020204" pitchFamily="34" charset="0"/>
                <a:cs typeface="Arial" panose="020B0604020202020204" pitchFamily="34" charset="0"/>
              </a:rPr>
              <a:t>W</a:t>
            </a:r>
            <a:r>
              <a:rPr sz="2000" spc="-10" dirty="0">
                <a:solidFill>
                  <a:srgbClr val="231F20"/>
                </a:solidFill>
                <a:latin typeface="Arial" panose="020B0604020202020204" pitchFamily="34" charset="0"/>
                <a:cs typeface="Arial" panose="020B0604020202020204" pitchFamily="34" charset="0"/>
              </a:rPr>
              <a:t>aist-</a:t>
            </a:r>
            <a:r>
              <a:rPr sz="2000" spc="-30" dirty="0">
                <a:solidFill>
                  <a:srgbClr val="231F20"/>
                </a:solidFill>
                <a:latin typeface="Arial" panose="020B0604020202020204" pitchFamily="34" charset="0"/>
                <a:cs typeface="Arial" panose="020B0604020202020204" pitchFamily="34" charset="0"/>
              </a:rPr>
              <a:t>t</a:t>
            </a:r>
            <a:r>
              <a:rPr sz="2000" dirty="0">
                <a:solidFill>
                  <a:srgbClr val="231F20"/>
                </a:solidFill>
                <a:latin typeface="Arial" panose="020B0604020202020204" pitchFamily="34" charset="0"/>
                <a:cs typeface="Arial" panose="020B0604020202020204" pitchFamily="34" charset="0"/>
              </a:rPr>
              <a:t>o-hip</a:t>
            </a:r>
            <a:r>
              <a:rPr sz="2000" spc="-10" dirty="0">
                <a:solidFill>
                  <a:srgbClr val="231F20"/>
                </a:solidFill>
                <a:latin typeface="Arial" panose="020B0604020202020204" pitchFamily="34" charset="0"/>
                <a:cs typeface="Arial" panose="020B0604020202020204" pitchFamily="34" charset="0"/>
              </a:rPr>
              <a:t> ratio</a:t>
            </a:r>
            <a:r>
              <a:rPr sz="2000" spc="-5" dirty="0">
                <a:solidFill>
                  <a:srgbClr val="231F20"/>
                </a:solidFill>
                <a:latin typeface="Arial" panose="020B0604020202020204" pitchFamily="34" charset="0"/>
                <a:cs typeface="Arial" panose="020B0604020202020204" pitchFamily="34" charset="0"/>
              </a:rPr>
              <a:t>(WHR) </a:t>
            </a:r>
            <a:r>
              <a:rPr sz="2000" dirty="0">
                <a:solidFill>
                  <a:srgbClr val="231F20"/>
                </a:solidFill>
                <a:latin typeface="Arial" panose="020B0604020202020204" pitchFamily="34" charset="0"/>
                <a:cs typeface="Arial" panose="020B0604020202020204" pitchFamily="34" charset="0"/>
              </a:rPr>
              <a:t>Hip</a:t>
            </a:r>
            <a:endParaRPr sz="700" dirty="0">
              <a:latin typeface="Arial" panose="020B0604020202020204" pitchFamily="34" charset="0"/>
              <a:cs typeface="Arial" panose="020B0604020202020204" pitchFamily="34" charset="0"/>
            </a:endParaRPr>
          </a:p>
          <a:p>
            <a:pPr marL="12700">
              <a:lnSpc>
                <a:spcPts val="3800"/>
              </a:lnSpc>
            </a:pPr>
            <a:r>
              <a:rPr lang="en-US" sz="2000" b="1" kern="0" dirty="0">
                <a:solidFill>
                  <a:srgbClr val="00B050"/>
                </a:solidFill>
                <a:latin typeface="Arial" pitchFamily="34" charset="0"/>
                <a:cs typeface="Arial" pitchFamily="34" charset="0"/>
              </a:rPr>
              <a:t>Indicators of risk</a:t>
            </a:r>
          </a:p>
          <a:p>
            <a:pPr marL="264160" indent="-228600">
              <a:lnSpc>
                <a:spcPts val="2800"/>
              </a:lnSpc>
              <a:spcBef>
                <a:spcPts val="790"/>
              </a:spcBef>
              <a:buClr>
                <a:srgbClr val="231F20"/>
              </a:buClr>
              <a:buFont typeface="Arial"/>
              <a:buChar char="•"/>
              <a:tabLst>
                <a:tab pos="264795" algn="l"/>
              </a:tabLst>
            </a:pPr>
            <a:r>
              <a:rPr sz="1800" spc="-3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omen:</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a:t>
            </a:r>
            <a:r>
              <a:rPr sz="1800" spc="-1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Grea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than</a:t>
            </a:r>
            <a:r>
              <a:rPr sz="1800" spc="-5" dirty="0">
                <a:solidFill>
                  <a:srgbClr val="231F20"/>
                </a:solidFill>
                <a:latin typeface="Arial" panose="020B0604020202020204" pitchFamily="34" charset="0"/>
                <a:cs typeface="Arial" panose="020B0604020202020204" pitchFamily="34" charset="0"/>
              </a:rPr>
              <a:t> 0.85</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Men</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a:t>
            </a:r>
            <a:r>
              <a:rPr sz="1800" spc="-1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Grea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1</a:t>
            </a:r>
            <a:r>
              <a:rPr sz="1800" dirty="0">
                <a:solidFill>
                  <a:srgbClr val="231F20"/>
                </a:solidFill>
                <a:latin typeface="Arial" panose="020B0604020202020204" pitchFamily="34" charset="0"/>
                <a:cs typeface="Arial" panose="020B0604020202020204" pitchFamily="34" charset="0"/>
              </a:rPr>
              <a:t>.0</a:t>
            </a:r>
            <a:endParaRPr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xmlns="" id="{A827EEC8-17A6-7341-8A3A-5C45BC787B0E}"/>
              </a:ext>
            </a:extLst>
          </p:cNvPr>
          <p:cNvPicPr/>
          <p:nvPr/>
        </p:nvPicPr>
        <p:blipFill rotWithShape="1">
          <a:blip r:embed="rId2"/>
          <a:srcRect l="5539" t="50029" r="34523" b="19835"/>
          <a:stretch/>
        </p:blipFill>
        <p:spPr bwMode="auto">
          <a:xfrm>
            <a:off x="563298" y="4730264"/>
            <a:ext cx="8129597" cy="231161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85061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83EF42D-23AA-6849-8BEA-2183801D45D1}"/>
              </a:ext>
            </a:extLst>
          </p:cNvPr>
          <p:cNvSpPr>
            <a:spLocks noGrp="1"/>
          </p:cNvSpPr>
          <p:nvPr>
            <p:ph type="sldNum" sz="quarter" idx="12"/>
          </p:nvPr>
        </p:nvSpPr>
        <p:spPr/>
        <p:txBody>
          <a:bodyPr/>
          <a:lstStyle/>
          <a:p>
            <a:fld id="{5FCE7002-8CF6-784B-9A24-69DF51357AB2}" type="slidenum">
              <a:rPr lang="en-US" smtClean="0"/>
              <a:t>31</a:t>
            </a:fld>
            <a:endParaRPr lang="en-US"/>
          </a:p>
        </p:txBody>
      </p:sp>
      <p:sp>
        <p:nvSpPr>
          <p:cNvPr id="5" name="object 2">
            <a:extLst>
              <a:ext uri="{FF2B5EF4-FFF2-40B4-BE49-F238E27FC236}">
                <a16:creationId xmlns:a16="http://schemas.microsoft.com/office/drawing/2014/main" xmlns="" id="{548015D2-FDC6-E745-9B32-10B5E7F7E9CB}"/>
              </a:ext>
            </a:extLst>
          </p:cNvPr>
          <p:cNvSpPr/>
          <p:nvPr/>
        </p:nvSpPr>
        <p:spPr>
          <a:xfrm>
            <a:off x="713739" y="1224252"/>
            <a:ext cx="9344662" cy="2689380"/>
          </a:xfrm>
          <a:custGeom>
            <a:avLst/>
            <a:gdLst/>
            <a:ahLst/>
            <a:cxnLst/>
            <a:rect l="l" t="t" r="r" b="b"/>
            <a:pathLst>
              <a:path w="9545955" h="2389504">
                <a:moveTo>
                  <a:pt x="107933" y="0"/>
                </a:moveTo>
                <a:lnTo>
                  <a:pt x="62515" y="496"/>
                </a:lnTo>
                <a:lnTo>
                  <a:pt x="21471" y="7761"/>
                </a:lnTo>
                <a:lnTo>
                  <a:pt x="1654" y="45262"/>
                </a:lnTo>
                <a:lnTo>
                  <a:pt x="0" y="82639"/>
                </a:lnTo>
                <a:lnTo>
                  <a:pt x="7" y="2306471"/>
                </a:lnTo>
                <a:lnTo>
                  <a:pt x="3906" y="2357005"/>
                </a:lnTo>
                <a:lnTo>
                  <a:pt x="31722" y="2385058"/>
                </a:lnTo>
                <a:lnTo>
                  <a:pt x="82572" y="2389044"/>
                </a:lnTo>
                <a:lnTo>
                  <a:pt x="9462344" y="2389049"/>
                </a:lnTo>
                <a:lnTo>
                  <a:pt x="9483000" y="2388614"/>
                </a:lnTo>
                <a:lnTo>
                  <a:pt x="9524044" y="2381350"/>
                </a:lnTo>
                <a:lnTo>
                  <a:pt x="9543861" y="2343848"/>
                </a:lnTo>
                <a:lnTo>
                  <a:pt x="9545515" y="2306471"/>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dirty="0"/>
          </a:p>
        </p:txBody>
      </p:sp>
      <p:sp>
        <p:nvSpPr>
          <p:cNvPr id="6" name="object 4">
            <a:extLst>
              <a:ext uri="{FF2B5EF4-FFF2-40B4-BE49-F238E27FC236}">
                <a16:creationId xmlns:a16="http://schemas.microsoft.com/office/drawing/2014/main" xmlns="" id="{11B12FD8-8698-8743-A8D8-8F8BD713A680}"/>
              </a:ext>
            </a:extLst>
          </p:cNvPr>
          <p:cNvSpPr txBox="1"/>
          <p:nvPr/>
        </p:nvSpPr>
        <p:spPr>
          <a:xfrm>
            <a:off x="2880880" y="1418838"/>
            <a:ext cx="6055855" cy="307777"/>
          </a:xfrm>
          <a:prstGeom prst="rect">
            <a:avLst/>
          </a:prstGeom>
        </p:spPr>
        <p:txBody>
          <a:bodyPr vert="horz" wrap="square" lIns="0" tIns="0" rIns="0" bIns="0" rtlCol="0">
            <a:spAutoFit/>
          </a:bodyPr>
          <a:lstStyle/>
          <a:p>
            <a:pPr marL="12700">
              <a:lnSpc>
                <a:spcPct val="100000"/>
              </a:lnSpc>
            </a:pPr>
            <a:r>
              <a:rPr lang="en-US" sz="2000" b="1" spc="150" dirty="0">
                <a:solidFill>
                  <a:srgbClr val="00B050"/>
                </a:solidFill>
                <a:latin typeface="Arial" panose="020B0604020202020204" pitchFamily="34" charset="0"/>
                <a:cs typeface="Arial" panose="020B0604020202020204" pitchFamily="34" charset="0"/>
              </a:rPr>
              <a:t>W</a:t>
            </a:r>
            <a:r>
              <a:rPr lang="en-US" sz="2000" b="1" spc="25" dirty="0">
                <a:solidFill>
                  <a:srgbClr val="00B050"/>
                </a:solidFill>
                <a:latin typeface="Arial" panose="020B0604020202020204" pitchFamily="34" charset="0"/>
                <a:cs typeface="Arial" panose="020B0604020202020204" pitchFamily="34" charset="0"/>
              </a:rPr>
              <a:t>ai</a:t>
            </a:r>
            <a:r>
              <a:rPr lang="en-US" sz="2000" b="1" spc="-5" dirty="0">
                <a:solidFill>
                  <a:srgbClr val="00B050"/>
                </a:solidFill>
                <a:latin typeface="Arial" panose="020B0604020202020204" pitchFamily="34" charset="0"/>
                <a:cs typeface="Arial" panose="020B0604020202020204" pitchFamily="34" charset="0"/>
              </a:rPr>
              <a:t>s</a:t>
            </a:r>
            <a:r>
              <a:rPr lang="en-US" sz="2000" b="1" spc="200" dirty="0">
                <a:solidFill>
                  <a:srgbClr val="00B050"/>
                </a:solidFill>
                <a:latin typeface="Arial" panose="020B0604020202020204" pitchFamily="34" charset="0"/>
                <a:cs typeface="Arial" panose="020B0604020202020204" pitchFamily="34" charset="0"/>
              </a:rPr>
              <a:t>t</a:t>
            </a:r>
            <a:r>
              <a:rPr lang="en-US" sz="2000" b="1" spc="50" dirty="0">
                <a:solidFill>
                  <a:srgbClr val="00B050"/>
                </a:solidFill>
                <a:latin typeface="Arial" panose="020B0604020202020204" pitchFamily="34" charset="0"/>
                <a:cs typeface="Arial" panose="020B0604020202020204" pitchFamily="34" charset="0"/>
              </a:rPr>
              <a:t> </a:t>
            </a:r>
            <a:r>
              <a:rPr lang="en-US" sz="2000" b="1" spc="145" dirty="0">
                <a:solidFill>
                  <a:srgbClr val="00B050"/>
                </a:solidFill>
                <a:latin typeface="Arial" panose="020B0604020202020204" pitchFamily="34" charset="0"/>
                <a:cs typeface="Arial" panose="020B0604020202020204" pitchFamily="34" charset="0"/>
              </a:rPr>
              <a:t>circum</a:t>
            </a:r>
            <a:r>
              <a:rPr lang="en-US" sz="2000" b="1" spc="245" dirty="0">
                <a:solidFill>
                  <a:srgbClr val="00B050"/>
                </a:solidFill>
                <a:latin typeface="Arial" panose="020B0604020202020204" pitchFamily="34" charset="0"/>
                <a:cs typeface="Arial" panose="020B0604020202020204" pitchFamily="34" charset="0"/>
              </a:rPr>
              <a:t>f</a:t>
            </a:r>
            <a:r>
              <a:rPr lang="en-US" sz="2000" b="1" spc="135" dirty="0">
                <a:solidFill>
                  <a:srgbClr val="00B050"/>
                </a:solidFill>
                <a:latin typeface="Arial" panose="020B0604020202020204" pitchFamily="34" charset="0"/>
                <a:cs typeface="Arial" panose="020B0604020202020204" pitchFamily="34" charset="0"/>
              </a:rPr>
              <a:t>erence</a:t>
            </a:r>
            <a:r>
              <a:rPr lang="en-US" sz="2000" b="1" spc="50" dirty="0">
                <a:solidFill>
                  <a:srgbClr val="00B050"/>
                </a:solidFill>
                <a:latin typeface="Arial" panose="020B0604020202020204" pitchFamily="34" charset="0"/>
                <a:cs typeface="Arial" panose="020B0604020202020204" pitchFamily="34" charset="0"/>
              </a:rPr>
              <a:t> </a:t>
            </a:r>
            <a:r>
              <a:rPr lang="en-US" sz="2000" b="1" spc="150" dirty="0">
                <a:solidFill>
                  <a:srgbClr val="00B050"/>
                </a:solidFill>
                <a:latin typeface="Arial" panose="020B0604020202020204" pitchFamily="34" charset="0"/>
                <a:cs typeface="Arial" panose="020B0604020202020204" pitchFamily="34" charset="0"/>
              </a:rPr>
              <a:t>measurement</a:t>
            </a:r>
            <a:endParaRPr lang="en-US" sz="2000" b="1" dirty="0">
              <a:solidFill>
                <a:srgbClr val="00B050"/>
              </a:solidFill>
              <a:latin typeface="Arial" panose="020B0604020202020204" pitchFamily="34" charset="0"/>
              <a:cs typeface="Arial" panose="020B0604020202020204" pitchFamily="34" charset="0"/>
            </a:endParaRPr>
          </a:p>
        </p:txBody>
      </p:sp>
      <p:sp>
        <p:nvSpPr>
          <p:cNvPr id="7" name="object 3">
            <a:extLst>
              <a:ext uri="{FF2B5EF4-FFF2-40B4-BE49-F238E27FC236}">
                <a16:creationId xmlns:a16="http://schemas.microsoft.com/office/drawing/2014/main" xmlns="" id="{2684181F-557B-3848-B3D5-40B50BEA406A}"/>
              </a:ext>
            </a:extLst>
          </p:cNvPr>
          <p:cNvSpPr txBox="1"/>
          <p:nvPr/>
        </p:nvSpPr>
        <p:spPr>
          <a:xfrm>
            <a:off x="644550" y="1418837"/>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lang="en-US" sz="1799" b="1" spc="-640" dirty="0">
                <a:solidFill>
                  <a:schemeClr val="bg1"/>
                </a:solidFill>
                <a:latin typeface="Arial Black"/>
                <a:cs typeface="Arial Black"/>
              </a:rPr>
              <a:t>2</a:t>
            </a:r>
            <a:endParaRPr sz="1799" dirty="0">
              <a:solidFill>
                <a:schemeClr val="bg1"/>
              </a:solidFill>
              <a:latin typeface="Arial Black"/>
              <a:cs typeface="Arial Black"/>
            </a:endParaRPr>
          </a:p>
        </p:txBody>
      </p:sp>
      <p:sp>
        <p:nvSpPr>
          <p:cNvPr id="8" name="object 5">
            <a:extLst>
              <a:ext uri="{FF2B5EF4-FFF2-40B4-BE49-F238E27FC236}">
                <a16:creationId xmlns:a16="http://schemas.microsoft.com/office/drawing/2014/main" xmlns="" id="{7365F2C3-000F-4A42-9AC5-BF4D49B1AE00}"/>
              </a:ext>
            </a:extLst>
          </p:cNvPr>
          <p:cNvSpPr/>
          <p:nvPr/>
        </p:nvSpPr>
        <p:spPr>
          <a:xfrm>
            <a:off x="644552" y="1695720"/>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9" name="Rectangle 8">
            <a:extLst>
              <a:ext uri="{FF2B5EF4-FFF2-40B4-BE49-F238E27FC236}">
                <a16:creationId xmlns:a16="http://schemas.microsoft.com/office/drawing/2014/main" xmlns="" id="{23214303-8271-B648-8381-765C4D9E487D}"/>
              </a:ext>
            </a:extLst>
          </p:cNvPr>
          <p:cNvSpPr/>
          <p:nvPr/>
        </p:nvSpPr>
        <p:spPr>
          <a:xfrm>
            <a:off x="2571905" y="1418837"/>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xmlns="" id="{F3C2ED07-ED0C-6043-8F16-2C31A99E4A63}"/>
              </a:ext>
            </a:extLst>
          </p:cNvPr>
          <p:cNvPicPr/>
          <p:nvPr/>
        </p:nvPicPr>
        <p:blipFill rotWithShape="1">
          <a:blip r:embed="rId2"/>
          <a:srcRect l="5762" t="17057" r="55129" b="7842"/>
          <a:stretch/>
        </p:blipFill>
        <p:spPr bwMode="auto">
          <a:xfrm>
            <a:off x="3036262" y="4085220"/>
            <a:ext cx="3401114" cy="2908934"/>
          </a:xfrm>
          <a:prstGeom prst="rect">
            <a:avLst/>
          </a:prstGeom>
          <a:ln>
            <a:noFill/>
          </a:ln>
          <a:extLst>
            <a:ext uri="{53640926-AAD7-44d8-BBD7-CCE9431645EC}">
              <a14:shadowObscured xmlns="" xmlns:a14="http://schemas.microsoft.com/office/drawing/2010/main"/>
            </a:ext>
          </a:extLst>
        </p:spPr>
      </p:pic>
      <p:sp>
        <p:nvSpPr>
          <p:cNvPr id="11" name="object 7">
            <a:extLst>
              <a:ext uri="{FF2B5EF4-FFF2-40B4-BE49-F238E27FC236}">
                <a16:creationId xmlns:a16="http://schemas.microsoft.com/office/drawing/2014/main" xmlns="" id="{B909E4A0-76F6-734B-AD8B-B81D922C40EB}"/>
              </a:ext>
            </a:extLst>
          </p:cNvPr>
          <p:cNvSpPr txBox="1"/>
          <p:nvPr/>
        </p:nvSpPr>
        <p:spPr>
          <a:xfrm>
            <a:off x="850700" y="1985322"/>
            <a:ext cx="8707828" cy="1677960"/>
          </a:xfrm>
          <a:prstGeom prst="rect">
            <a:avLst/>
          </a:prstGeom>
        </p:spPr>
        <p:txBody>
          <a:bodyPr vert="horz" wrap="square" lIns="0" tIns="0" rIns="0" bIns="0" rtlCol="0">
            <a:spAutoFit/>
          </a:bodyPr>
          <a:lstStyle/>
          <a:p>
            <a:pPr marL="241300" marR="480695" indent="-228600">
              <a:lnSpc>
                <a:spcPts val="2860"/>
              </a:lnSpc>
              <a:buClr>
                <a:srgbClr val="231F20"/>
              </a:buClr>
              <a:buFont typeface="Arial"/>
              <a:buChar char="•"/>
              <a:tabLst>
                <a:tab pos="241300" algn="l"/>
              </a:tabLst>
            </a:pPr>
            <a:r>
              <a:rPr sz="1800" spc="-10" dirty="0">
                <a:solidFill>
                  <a:srgbClr val="231F20"/>
                </a:solidFill>
                <a:latin typeface="Arial" panose="020B0604020202020204" pitchFamily="34" charset="0"/>
                <a:cs typeface="Arial" panose="020B0604020202020204" pitchFamily="34" charset="0"/>
              </a:rPr>
              <a:t>Demonstra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t>
            </a:r>
            <a:r>
              <a:rPr sz="1800" spc="-3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ci</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cum</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erence</a:t>
            </a:r>
            <a:endParaRPr sz="1800" dirty="0">
              <a:latin typeface="Arial" panose="020B0604020202020204" pitchFamily="34" charset="0"/>
              <a:cs typeface="Arial" panose="020B0604020202020204" pitchFamily="34" charset="0"/>
            </a:endParaRPr>
          </a:p>
          <a:p>
            <a:pPr marL="241300" indent="-228600">
              <a:lnSpc>
                <a:spcPts val="2860"/>
              </a:lnSpc>
              <a:spcBef>
                <a:spcPts val="565"/>
              </a:spcBef>
              <a:buClr>
                <a:srgbClr val="231F20"/>
              </a:buClr>
              <a:buFont typeface="Arial"/>
              <a:buChar char="•"/>
              <a:tabLst>
                <a:tab pos="241300" algn="l"/>
              </a:tabLst>
            </a:pPr>
            <a:r>
              <a:rPr sz="1800" dirty="0">
                <a:solidFill>
                  <a:srgbClr val="231F20"/>
                </a:solidFill>
                <a:latin typeface="Arial" panose="020B0604020202020204" pitchFamily="34" charset="0"/>
                <a:cs typeface="Arial" panose="020B0604020202020204" pitchFamily="34" charset="0"/>
              </a:rPr>
              <a:t>Divide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15" dirty="0">
                <a:solidFill>
                  <a:srgbClr val="231F20"/>
                </a:solidFill>
                <a:latin typeface="Arial" panose="020B0604020202020204" pitchFamily="34" charset="0"/>
                <a:cs typeface="Arial" panose="020B0604020202020204" pitchFamily="34" charset="0"/>
              </a:rPr>
              <a:t>g</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oups</a:t>
            </a:r>
            <a:r>
              <a:rPr sz="1800" spc="-5" dirty="0">
                <a:solidFill>
                  <a:srgbClr val="231F20"/>
                </a:solidFill>
                <a:latin typeface="Arial" panose="020B0604020202020204" pitchFamily="34" charset="0"/>
                <a:cs typeface="Arial" panose="020B0604020202020204" pitchFamily="34" charset="0"/>
              </a:rPr>
              <a:t> of </a:t>
            </a:r>
            <a:r>
              <a:rPr sz="1800" dirty="0">
                <a:solidFill>
                  <a:srgbClr val="231F20"/>
                </a:solidFill>
                <a:latin typeface="Arial" panose="020B0604020202020204" pitchFamily="34" charset="0"/>
                <a:cs typeface="Arial" panose="020B0604020202020204" pitchFamily="34" charset="0"/>
              </a:rPr>
              <a:t>5</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sons</a:t>
            </a:r>
            <a:endParaRPr sz="1800" dirty="0">
              <a:latin typeface="Arial" panose="020B0604020202020204" pitchFamily="34" charset="0"/>
              <a:cs typeface="Arial" panose="020B0604020202020204" pitchFamily="34" charset="0"/>
            </a:endParaRPr>
          </a:p>
          <a:p>
            <a:pPr marL="241300" marR="218440" indent="-228600">
              <a:lnSpc>
                <a:spcPts val="2860"/>
              </a:lnSpc>
              <a:spcBef>
                <a:spcPts val="565"/>
              </a:spcBef>
              <a:buClr>
                <a:srgbClr val="231F20"/>
              </a:buClr>
              <a:buFont typeface="Arial"/>
              <a:buChar char="•"/>
              <a:tabLst>
                <a:tab pos="241300" algn="l"/>
              </a:tabLst>
            </a:pPr>
            <a:r>
              <a:rPr sz="1800" spc="-10" dirty="0">
                <a:solidFill>
                  <a:srgbClr val="231F20"/>
                </a:solidFill>
                <a:latin typeface="Arial" panose="020B0604020202020204" pitchFamily="34" charset="0"/>
                <a:cs typeface="Arial" panose="020B0604020202020204" pitchFamily="34" charset="0"/>
              </a:rPr>
              <a:t>Each</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oup</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t>
            </a:r>
            <a:r>
              <a:rPr sz="1800" spc="-40"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tape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measure</a:t>
            </a:r>
            <a:endParaRPr sz="1800" dirty="0">
              <a:latin typeface="Arial" panose="020B0604020202020204" pitchFamily="34" charset="0"/>
              <a:cs typeface="Arial" panose="020B0604020202020204" pitchFamily="34" charset="0"/>
            </a:endParaRPr>
          </a:p>
          <a:p>
            <a:pPr marL="241300" marR="5080" indent="-228600">
              <a:lnSpc>
                <a:spcPts val="2860"/>
              </a:lnSpc>
              <a:spcBef>
                <a:spcPts val="565"/>
              </a:spcBef>
              <a:buClr>
                <a:srgbClr val="231F20"/>
              </a:buClr>
              <a:buFont typeface="Arial"/>
              <a:buChar char="•"/>
              <a:tabLst>
                <a:tab pos="241300" algn="l"/>
              </a:tabLst>
            </a:pPr>
            <a:r>
              <a:rPr sz="1800" spc="-10" dirty="0">
                <a:solidFill>
                  <a:srgbClr val="231F20"/>
                </a:solidFill>
                <a:latin typeface="Arial" panose="020B0604020202020204" pitchFamily="34" charset="0"/>
                <a:cs typeface="Arial" panose="020B0604020202020204" pitchFamily="34" charset="0"/>
              </a:rPr>
              <a:t>L</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ticipants</a:t>
            </a:r>
            <a:r>
              <a:rPr sz="1800" spc="-10" dirty="0">
                <a:solidFill>
                  <a:srgbClr val="231F20"/>
                </a:solidFill>
                <a:latin typeface="Arial" panose="020B0604020202020204" pitchFamily="34" charset="0"/>
                <a:cs typeface="Arial" panose="020B0604020202020204" pitchFamily="34" charset="0"/>
              </a:rPr>
              <a:t> measure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aist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hip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a:t>
            </a:r>
            <a:r>
              <a:rPr sz="1800" spc="-25" dirty="0">
                <a:solidFill>
                  <a:srgbClr val="231F20"/>
                </a:solidFill>
                <a:latin typeface="Arial" panose="020B0604020202020204" pitchFamily="34" charset="0"/>
                <a:cs typeface="Arial" panose="020B0604020202020204" pitchFamily="34" charset="0"/>
              </a:rPr>
              <a:t>m</a:t>
            </a:r>
            <a:r>
              <a:rPr sz="1800" spc="-15" dirty="0">
                <a:solidFill>
                  <a:srgbClr val="231F20"/>
                </a:solidFill>
                <a:latin typeface="Arial" panose="020B0604020202020204" pitchFamily="34" charset="0"/>
                <a:cs typeface="Arial" panose="020B0604020202020204" pitchFamily="34" charset="0"/>
              </a:rPr>
              <a:t>par</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ratios</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7045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71A4EB2-4383-4942-9A16-0333C73964BC}"/>
              </a:ext>
            </a:extLst>
          </p:cNvPr>
          <p:cNvSpPr>
            <a:spLocks noGrp="1"/>
          </p:cNvSpPr>
          <p:nvPr>
            <p:ph type="sldNum" sz="quarter" idx="12"/>
          </p:nvPr>
        </p:nvSpPr>
        <p:spPr/>
        <p:txBody>
          <a:bodyPr/>
          <a:lstStyle/>
          <a:p>
            <a:fld id="{5FCE7002-8CF6-784B-9A24-69DF51357AB2}" type="slidenum">
              <a:rPr lang="en-US" smtClean="0"/>
              <a:t>32</a:t>
            </a:fld>
            <a:endParaRPr lang="en-US"/>
          </a:p>
        </p:txBody>
      </p:sp>
      <p:sp>
        <p:nvSpPr>
          <p:cNvPr id="5" name="object 2">
            <a:extLst>
              <a:ext uri="{FF2B5EF4-FFF2-40B4-BE49-F238E27FC236}">
                <a16:creationId xmlns:a16="http://schemas.microsoft.com/office/drawing/2014/main" xmlns="" id="{B42D4006-BB03-B448-A220-D42494F66669}"/>
              </a:ext>
            </a:extLst>
          </p:cNvPr>
          <p:cNvSpPr txBox="1"/>
          <p:nvPr/>
        </p:nvSpPr>
        <p:spPr>
          <a:xfrm>
            <a:off x="771117" y="740622"/>
            <a:ext cx="9411974" cy="4619213"/>
          </a:xfrm>
          <a:prstGeom prst="rect">
            <a:avLst/>
          </a:prstGeom>
        </p:spPr>
        <p:txBody>
          <a:bodyPr vert="horz" wrap="square" lIns="0" tIns="0" rIns="0" bIns="0" rtlCol="0">
            <a:spAutoFit/>
          </a:bodyPr>
          <a:lstStyle/>
          <a:p>
            <a:pPr marL="12700">
              <a:lnSpc>
                <a:spcPts val="2800"/>
              </a:lnSpc>
            </a:pPr>
            <a:r>
              <a:rPr lang="en-US" sz="2000" b="1" kern="0" dirty="0">
                <a:solidFill>
                  <a:srgbClr val="00B050"/>
                </a:solidFill>
                <a:latin typeface="Arial" pitchFamily="34" charset="0"/>
                <a:cs typeface="Arial" pitchFamily="34" charset="0"/>
              </a:rPr>
              <a:t>Physical Activity and Hypertension</a:t>
            </a:r>
          </a:p>
          <a:p>
            <a:pPr marL="12700">
              <a:lnSpc>
                <a:spcPts val="2800"/>
              </a:lnSpc>
              <a:spcBef>
                <a:spcPts val="790"/>
              </a:spcBef>
            </a:pPr>
            <a:r>
              <a:rPr sz="1800" spc="-10" dirty="0">
                <a:solidFill>
                  <a:srgbClr val="231F20"/>
                </a:solidFill>
                <a:latin typeface="Arial" panose="020B0604020202020204" pitchFamily="34" charset="0"/>
                <a:cs typeface="Arial" panose="020B0604020202020204" pitchFamily="34" charset="0"/>
              </a:rPr>
              <a:t>Exa</a:t>
            </a:r>
            <a:r>
              <a:rPr sz="1800" spc="-25" dirty="0">
                <a:solidFill>
                  <a:srgbClr val="231F20"/>
                </a:solidFill>
                <a:latin typeface="Arial" panose="020B0604020202020204" pitchFamily="34" charset="0"/>
                <a:cs typeface="Arial" panose="020B0604020202020204" pitchFamily="34" charset="0"/>
              </a:rPr>
              <a:t>m</a:t>
            </a:r>
            <a:r>
              <a:rPr sz="1800" spc="-15" dirty="0">
                <a:solidFill>
                  <a:srgbClr val="231F20"/>
                </a:solidFill>
                <a:latin typeface="Arial" panose="020B0604020202020204" pitchFamily="34" charset="0"/>
                <a:cs typeface="Arial" panose="020B0604020202020204" pitchFamily="34" charset="0"/>
              </a:rPr>
              <a:t>ple</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dirty="0">
                <a:solidFill>
                  <a:srgbClr val="231F20"/>
                </a:solidFill>
                <a:latin typeface="Arial" panose="020B0604020202020204" pitchFamily="34" charset="0"/>
                <a:cs typeface="Arial" panose="020B0604020202020204" pitchFamily="34" charset="0"/>
              </a:rPr>
              <a:t>si</a:t>
            </a:r>
            <a:r>
              <a:rPr sz="1800" spc="-15" dirty="0">
                <a:solidFill>
                  <a:srgbClr val="231F20"/>
                </a:solidFill>
                <a:latin typeface="Arial" panose="020B0604020202020204" pitchFamily="34" charset="0"/>
                <a:cs typeface="Arial" panose="020B0604020202020204" pitchFamily="34" charset="0"/>
              </a:rPr>
              <a:t>m</a:t>
            </a:r>
            <a:r>
              <a:rPr sz="1800" spc="-10" dirty="0">
                <a:solidFill>
                  <a:srgbClr val="231F20"/>
                </a:solidFill>
                <a:latin typeface="Arial" panose="020B0604020202020204" pitchFamily="34" charset="0"/>
                <a:cs typeface="Arial" panose="020B0604020202020204" pitchFamily="34" charset="0"/>
              </a:rPr>
              <a:t>ple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ysical </a:t>
            </a:r>
            <a:r>
              <a:rPr sz="1800" spc="-5" dirty="0">
                <a:solidFill>
                  <a:srgbClr val="231F20"/>
                </a:solidFill>
                <a:latin typeface="Arial" panose="020B0604020202020204" pitchFamily="34" charset="0"/>
                <a:cs typeface="Arial" panose="020B0604020202020204" pitchFamily="34" charset="0"/>
              </a:rPr>
              <a:t>activities </a:t>
            </a:r>
            <a:r>
              <a:rPr sz="1800" spc="-10" dirty="0">
                <a:solidFill>
                  <a:srgbClr val="231F20"/>
                </a:solidFill>
                <a:latin typeface="Arial" panose="020B0604020202020204" pitchFamily="34" charset="0"/>
                <a:cs typeface="Arial" panose="020B0604020202020204" pitchFamily="34" charset="0"/>
              </a:rPr>
              <a:t>one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engage</a:t>
            </a:r>
            <a:r>
              <a:rPr sz="1800" spc="-5" dirty="0">
                <a:solidFill>
                  <a:srgbClr val="231F20"/>
                </a:solidFill>
                <a:latin typeface="Arial" panose="020B0604020202020204" pitchFamily="34" charset="0"/>
                <a:cs typeface="Arial" panose="020B0604020202020204" pitchFamily="34" charset="0"/>
              </a:rPr>
              <a:t> in:</a:t>
            </a:r>
            <a:endParaRPr sz="1800" dirty="0">
              <a:latin typeface="Arial" panose="020B0604020202020204" pitchFamily="34" charset="0"/>
              <a:cs typeface="Arial" panose="020B0604020202020204" pitchFamily="34" charset="0"/>
            </a:endParaRPr>
          </a:p>
          <a:p>
            <a:pPr marL="264160" indent="-228600">
              <a:lnSpc>
                <a:spcPts val="2800"/>
              </a:lnSpc>
              <a:spcBef>
                <a:spcPts val="565"/>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Pl</a:t>
            </a:r>
            <a:r>
              <a:rPr sz="1800" spc="-4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ying</a:t>
            </a:r>
            <a:r>
              <a:rPr sz="1800" spc="-5" dirty="0">
                <a:solidFill>
                  <a:srgbClr val="231F20"/>
                </a:solidFill>
                <a:latin typeface="Arial" panose="020B0604020202020204" pitchFamily="34" charset="0"/>
                <a:cs typeface="Arial" panose="020B0604020202020204" pitchFamily="34" charset="0"/>
              </a:rPr>
              <a:t> 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children</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3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alking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ins</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ead</a:t>
            </a:r>
            <a:r>
              <a:rPr sz="1800" spc="-5" dirty="0">
                <a:solidFill>
                  <a:srgbClr val="231F20"/>
                </a:solidFill>
                <a:latin typeface="Arial" panose="020B0604020202020204" pitchFamily="34" charset="0"/>
                <a:cs typeface="Arial" panose="020B0604020202020204" pitchFamily="34" charset="0"/>
              </a:rPr>
              <a:t> of </a:t>
            </a:r>
            <a:r>
              <a:rPr sz="1800" dirty="0">
                <a:solidFill>
                  <a:srgbClr val="231F20"/>
                </a:solidFill>
                <a:latin typeface="Arial" panose="020B0604020202020204" pitchFamily="34" charset="0"/>
                <a:cs typeface="Arial" panose="020B0604020202020204" pitchFamily="34" charset="0"/>
              </a:rPr>
              <a:t>using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t>
            </a:r>
            <a:r>
              <a:rPr sz="1800" spc="-25" dirty="0">
                <a:solidFill>
                  <a:srgbClr val="231F20"/>
                </a:solidFill>
                <a:latin typeface="Arial" panose="020B0604020202020204" pitchFamily="34" charset="0"/>
                <a:cs typeface="Arial" panose="020B0604020202020204" pitchFamily="34" charset="0"/>
              </a:rPr>
              <a:t>ot</a:t>
            </a:r>
            <a:r>
              <a:rPr sz="1800" spc="-5" dirty="0">
                <a:solidFill>
                  <a:srgbClr val="231F20"/>
                </a:solidFill>
                <a:latin typeface="Arial" panose="020B0604020202020204" pitchFamily="34" charset="0"/>
                <a:cs typeface="Arial" panose="020B0604020202020204" pitchFamily="34" charset="0"/>
              </a:rPr>
              <a:t>orbi</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v</a:t>
            </a:r>
            <a:r>
              <a:rPr sz="1800" spc="-5" dirty="0">
                <a:solidFill>
                  <a:srgbClr val="231F20"/>
                </a:solidFill>
                <a:latin typeface="Arial" panose="020B0604020202020204" pitchFamily="34" charset="0"/>
                <a:cs typeface="Arial" panose="020B0604020202020204" pitchFamily="34" charset="0"/>
              </a:rPr>
              <a:t>ehicle</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3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king</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den</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Household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chores</a:t>
            </a:r>
            <a:r>
              <a:rPr sz="1800" spc="-5" dirty="0">
                <a:solidFill>
                  <a:srgbClr val="231F20"/>
                </a:solidFill>
                <a:latin typeface="Arial" panose="020B0604020202020204" pitchFamily="34" charset="0"/>
                <a:cs typeface="Arial" panose="020B0604020202020204" pitchFamily="34" charset="0"/>
              </a:rPr>
              <a:t> e.g. </a:t>
            </a:r>
            <a:r>
              <a:rPr sz="1800" spc="-10" dirty="0">
                <a:solidFill>
                  <a:srgbClr val="231F20"/>
                </a:solidFill>
                <a:latin typeface="Arial" panose="020B0604020202020204" pitchFamily="34" charset="0"/>
                <a:cs typeface="Arial" panose="020B0604020202020204" pitchFamily="34" charset="0"/>
              </a:rPr>
              <a:t>cleaning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house,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ashing</a:t>
            </a:r>
            <a:r>
              <a:rPr sz="1800" spc="-5" dirty="0">
                <a:solidFill>
                  <a:srgbClr val="231F20"/>
                </a:solidFill>
                <a:latin typeface="Arial" panose="020B0604020202020204" pitchFamily="34" charset="0"/>
                <a:cs typeface="Arial" panose="020B0604020202020204" pitchFamily="34" charset="0"/>
              </a:rPr>
              <a:t> cl</a:t>
            </a:r>
            <a:r>
              <a:rPr sz="1800" spc="-20" dirty="0">
                <a:solidFill>
                  <a:srgbClr val="231F20"/>
                </a:solidFill>
                <a:latin typeface="Arial" panose="020B0604020202020204" pitchFamily="34" charset="0"/>
                <a:cs typeface="Arial" panose="020B0604020202020204" pitchFamily="34" charset="0"/>
              </a:rPr>
              <a:t>o</a:t>
            </a:r>
            <a:r>
              <a:rPr sz="1800" spc="-10" dirty="0">
                <a:solidFill>
                  <a:srgbClr val="231F20"/>
                </a:solidFill>
                <a:latin typeface="Arial" panose="020B0604020202020204" pitchFamily="34" charset="0"/>
                <a:cs typeface="Arial" panose="020B0604020202020204" pitchFamily="34" charset="0"/>
              </a:rPr>
              <a:t>thes</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8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stai</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ins</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ead</a:t>
            </a:r>
            <a:r>
              <a:rPr sz="1800" spc="-5" dirty="0">
                <a:solidFill>
                  <a:srgbClr val="231F20"/>
                </a:solidFill>
                <a:latin typeface="Arial" panose="020B0604020202020204" pitchFamily="34" charset="0"/>
                <a:cs typeface="Arial" panose="020B0604020202020204" pitchFamily="34" charset="0"/>
              </a:rPr>
              <a:t> 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el</a:t>
            </a:r>
            <a:r>
              <a:rPr sz="1800" spc="-40" dirty="0">
                <a:solidFill>
                  <a:srgbClr val="231F20"/>
                </a:solidFill>
                <a:latin typeface="Arial" panose="020B0604020202020204" pitchFamily="34" charset="0"/>
                <a:cs typeface="Arial" panose="020B0604020202020204" pitchFamily="34" charset="0"/>
              </a:rPr>
              <a:t>e</a:t>
            </a:r>
            <a:r>
              <a:rPr sz="1800" spc="-1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a</a:t>
            </a:r>
            <a:r>
              <a:rPr sz="1800" spc="-2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or/li</a:t>
            </a:r>
            <a:r>
              <a:rPr sz="1800" spc="2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t.</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80"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aking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bris</a:t>
            </a:r>
            <a:r>
              <a:rPr sz="1800" dirty="0">
                <a:solidFill>
                  <a:srgbClr val="231F20"/>
                </a:solidFill>
                <a:latin typeface="Arial" panose="020B0604020202020204" pitchFamily="34" charset="0"/>
                <a:cs typeface="Arial" panose="020B0604020202020204" pitchFamily="34" charset="0"/>
              </a:rPr>
              <a:t>k </a:t>
            </a:r>
            <a:r>
              <a:rPr sz="1800" spc="-1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alk (</a:t>
            </a:r>
            <a:r>
              <a:rPr sz="1800" spc="-1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alk 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ast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pace)</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Swimming</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Dancing</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Jogging</a:t>
            </a:r>
            <a:endParaRPr sz="1800" dirty="0">
              <a:latin typeface="Arial" panose="020B0604020202020204" pitchFamily="34" charset="0"/>
              <a:cs typeface="Arial" panose="020B0604020202020204" pitchFamily="34" charset="0"/>
            </a:endParaRPr>
          </a:p>
          <a:p>
            <a:pPr>
              <a:lnSpc>
                <a:spcPct val="100000"/>
              </a:lnSpc>
              <a:spcBef>
                <a:spcPts val="51"/>
              </a:spcBef>
              <a:buClr>
                <a:srgbClr val="231F20"/>
              </a:buClr>
              <a:buFont typeface="Arial"/>
              <a:buChar char="•"/>
            </a:pPr>
            <a:endParaRPr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39393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802BDB6-A1B8-8E49-AA57-5351169CFA6C}"/>
              </a:ext>
            </a:extLst>
          </p:cNvPr>
          <p:cNvSpPr>
            <a:spLocks noGrp="1"/>
          </p:cNvSpPr>
          <p:nvPr>
            <p:ph type="sldNum" sz="quarter" idx="12"/>
          </p:nvPr>
        </p:nvSpPr>
        <p:spPr/>
        <p:txBody>
          <a:bodyPr/>
          <a:lstStyle/>
          <a:p>
            <a:fld id="{5FCE7002-8CF6-784B-9A24-69DF51357AB2}" type="slidenum">
              <a:rPr lang="en-US" smtClean="0"/>
              <a:t>33</a:t>
            </a:fld>
            <a:endParaRPr lang="en-US"/>
          </a:p>
        </p:txBody>
      </p:sp>
      <p:sp>
        <p:nvSpPr>
          <p:cNvPr id="5" name="object 2">
            <a:extLst>
              <a:ext uri="{FF2B5EF4-FFF2-40B4-BE49-F238E27FC236}">
                <a16:creationId xmlns:a16="http://schemas.microsoft.com/office/drawing/2014/main" xmlns="" id="{3634A347-4F12-034E-A1DB-25150D506F17}"/>
              </a:ext>
            </a:extLst>
          </p:cNvPr>
          <p:cNvSpPr txBox="1"/>
          <p:nvPr/>
        </p:nvSpPr>
        <p:spPr>
          <a:xfrm>
            <a:off x="771117" y="740622"/>
            <a:ext cx="9201939" cy="4681987"/>
          </a:xfrm>
          <a:prstGeom prst="rect">
            <a:avLst/>
          </a:prstGeom>
        </p:spPr>
        <p:txBody>
          <a:bodyPr vert="horz" wrap="square" lIns="0" tIns="0" rIns="0" bIns="0" rtlCol="0">
            <a:spAutoFit/>
          </a:bodyPr>
          <a:lstStyle/>
          <a:p>
            <a:pPr marL="12700">
              <a:lnSpc>
                <a:spcPts val="2800"/>
              </a:lnSpc>
            </a:pPr>
            <a:r>
              <a:rPr lang="en-US" sz="2000" b="1" kern="0" dirty="0">
                <a:solidFill>
                  <a:srgbClr val="00B050"/>
                </a:solidFill>
                <a:latin typeface="Arial" pitchFamily="34" charset="0"/>
                <a:cs typeface="Arial" pitchFamily="34" charset="0"/>
              </a:rPr>
              <a:t>Lifestyle Modification</a:t>
            </a:r>
          </a:p>
          <a:p>
            <a:pPr marL="12700">
              <a:lnSpc>
                <a:spcPts val="2800"/>
              </a:lnSpc>
              <a:spcBef>
                <a:spcPts val="790"/>
              </a:spcBef>
            </a:pPr>
            <a:r>
              <a:rPr lang="en-US" sz="1800" spc="-7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oll</a:t>
            </a:r>
            <a:r>
              <a:rPr sz="1800" spc="-3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win</a:t>
            </a:r>
            <a:r>
              <a:rPr sz="1800" dirty="0">
                <a:solidFill>
                  <a:srgbClr val="231F20"/>
                </a:solidFill>
                <a:latin typeface="Arial" panose="020B0604020202020204" pitchFamily="34" charset="0"/>
                <a:cs typeface="Arial" panose="020B0604020202020204" pitchFamily="34" charset="0"/>
              </a:rPr>
              <a:t>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eps</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a:t>
            </a:r>
            <a:r>
              <a:rPr sz="1800" spc="-3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ent</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high</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cont</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ol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our</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f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oo</a:t>
            </a:r>
            <a:r>
              <a:rPr sz="1800" dirty="0">
                <a:solidFill>
                  <a:srgbClr val="231F20"/>
                </a:solidFill>
                <a:latin typeface="Arial" panose="020B0604020202020204" pitchFamily="34" charset="0"/>
                <a:cs typeface="Arial" panose="020B0604020202020204" pitchFamily="34" charset="0"/>
              </a:rPr>
              <a:t> high.</a:t>
            </a:r>
            <a:endParaRPr sz="1800" dirty="0">
              <a:latin typeface="Arial" panose="020B0604020202020204" pitchFamily="34" charset="0"/>
              <a:cs typeface="Arial" panose="020B0604020202020204" pitchFamily="34" charset="0"/>
            </a:endParaRPr>
          </a:p>
          <a:p>
            <a:pPr marL="264160" indent="-228600">
              <a:lnSpc>
                <a:spcPts val="2800"/>
              </a:lnSpc>
              <a:spcBef>
                <a:spcPts val="565"/>
              </a:spcBef>
              <a:buClr>
                <a:srgbClr val="231F20"/>
              </a:buClr>
              <a:buFont typeface="Arial"/>
              <a:buChar char="•"/>
              <a:tabLst>
                <a:tab pos="264795" algn="l"/>
              </a:tabLst>
            </a:pPr>
            <a:r>
              <a:rPr lang="en-US" sz="1800" dirty="0">
                <a:solidFill>
                  <a:srgbClr val="231F20"/>
                </a:solidFill>
                <a:latin typeface="Arial" panose="020B0604020202020204" pitchFamily="34" charset="0"/>
                <a:cs typeface="Arial" panose="020B0604020202020204" pitchFamily="34" charset="0"/>
              </a:rPr>
              <a:t>C</a:t>
            </a:r>
            <a:r>
              <a:rPr sz="1800" spc="-10" dirty="0">
                <a:solidFill>
                  <a:srgbClr val="231F20"/>
                </a:solidFill>
                <a:latin typeface="Arial" panose="020B0604020202020204" pitchFamily="34" charset="0"/>
                <a:cs typeface="Arial" panose="020B0604020202020204" pitchFamily="34" charset="0"/>
              </a:rPr>
              <a:t>ook</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wit</a:t>
            </a:r>
            <a:r>
              <a:rPr sz="1800" dirty="0">
                <a:solidFill>
                  <a:srgbClr val="231F20"/>
                </a:solidFill>
                <a:latin typeface="Arial" panose="020B0604020202020204" pitchFamily="34" charset="0"/>
                <a:cs typeface="Arial" panose="020B0604020202020204" pitchFamily="34" charset="0"/>
              </a:rPr>
              <a:t>h </a:t>
            </a:r>
            <a:r>
              <a:rPr sz="1800" spc="-5" dirty="0">
                <a:solidFill>
                  <a:srgbClr val="231F20"/>
                </a:solidFill>
                <a:latin typeface="Arial" panose="020B0604020202020204" pitchFamily="34" charset="0"/>
                <a:cs typeface="Arial" panose="020B0604020202020204" pitchFamily="34" charset="0"/>
              </a:rPr>
              <a:t>less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salt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3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salt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table)</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Engage</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n </a:t>
            </a:r>
            <a:r>
              <a:rPr sz="1800" spc="-5" dirty="0">
                <a:solidFill>
                  <a:srgbClr val="231F20"/>
                </a:solidFill>
                <a:latin typeface="Arial" panose="020B0604020202020204" pitchFamily="34" charset="0"/>
                <a:cs typeface="Arial" panose="020B0604020202020204" pitchFamily="34" charset="0"/>
              </a:rPr>
              <a:t>p</a:t>
            </a:r>
            <a:r>
              <a:rPr sz="1800" spc="-2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ysical activity</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least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30minu</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es</a:t>
            </a:r>
            <a:r>
              <a:rPr sz="1800" spc="-5"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for most days of the week</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ensure</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a:t>
            </a:r>
            <a:r>
              <a:rPr sz="1800" spc="-3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eat</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Aim</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a:t>
            </a:r>
            <a:r>
              <a:rPr sz="1800" spc="-3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(achi</a:t>
            </a:r>
            <a:r>
              <a:rPr sz="1800" spc="-20" dirty="0">
                <a:solidFill>
                  <a:srgbClr val="231F20"/>
                </a:solidFill>
                <a:latin typeface="Arial" panose="020B0604020202020204" pitchFamily="34" charset="0"/>
                <a:cs typeface="Arial" panose="020B0604020202020204" pitchFamily="34" charset="0"/>
              </a:rPr>
              <a:t>ev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right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eight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our</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height)</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Eat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more</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eg</a:t>
            </a:r>
            <a:r>
              <a:rPr sz="1800" spc="-20" dirty="0">
                <a:solidFill>
                  <a:srgbClr val="231F20"/>
                </a:solidFill>
                <a:latin typeface="Arial" panose="020B0604020202020204" pitchFamily="34" charset="0"/>
                <a:cs typeface="Arial" panose="020B0604020202020204" pitchFamily="34" charset="0"/>
              </a:rPr>
              <a:t>e</a:t>
            </a:r>
            <a:r>
              <a:rPr sz="1800" spc="-10" dirty="0">
                <a:solidFill>
                  <a:srgbClr val="231F20"/>
                </a:solidFill>
                <a:latin typeface="Arial" panose="020B0604020202020204" pitchFamily="34" charset="0"/>
                <a:cs typeface="Arial" panose="020B0604020202020204" pitchFamily="34" charset="0"/>
              </a:rPr>
              <a:t>tables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fruits</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S</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use</a:t>
            </a:r>
            <a:r>
              <a:rPr sz="1800" spc="-5" dirty="0">
                <a:solidFill>
                  <a:srgbClr val="231F20"/>
                </a:solidFill>
                <a:latin typeface="Arial" panose="020B0604020202020204" pitchFamily="34" charset="0"/>
                <a:cs typeface="Arial" panose="020B0604020202020204" pitchFamily="34" charset="0"/>
              </a:rPr>
              <a:t> of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obacco</a:t>
            </a:r>
            <a:r>
              <a:rPr lang="en-US" sz="1800" spc="-10" dirty="0">
                <a:solidFill>
                  <a:srgbClr val="231F20"/>
                </a:solidFill>
                <a:latin typeface="Arial" panose="020B0604020202020204" pitchFamily="34" charset="0"/>
                <a:cs typeface="Arial" panose="020B0604020202020204" pitchFamily="34" charset="0"/>
              </a:rPr>
              <a:t>/tobacco products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reduce or stop </a:t>
            </a:r>
            <a:r>
              <a:rPr sz="1800" spc="-10" dirty="0">
                <a:solidFill>
                  <a:srgbClr val="231F20"/>
                </a:solidFill>
                <a:latin typeface="Arial" panose="020B0604020202020204" pitchFamily="34" charset="0"/>
                <a:cs typeface="Arial" panose="020B0604020202020204" pitchFamily="34" charset="0"/>
              </a:rPr>
              <a:t>alcohol</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Ensure </a:t>
            </a:r>
            <a:r>
              <a:rPr sz="1800" spc="-20"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ou h</a:t>
            </a:r>
            <a:r>
              <a:rPr sz="1800" spc="-30"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 less stress in </a:t>
            </a:r>
            <a:r>
              <a:rPr sz="1800" spc="-20"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our li</a:t>
            </a:r>
            <a:r>
              <a:rPr sz="1800" spc="-3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e or </a:t>
            </a:r>
            <a:r>
              <a:rPr sz="1800" spc="-15" dirty="0">
                <a:solidFill>
                  <a:srgbClr val="231F20"/>
                </a:solidFill>
                <a:latin typeface="Arial" panose="020B0604020202020204" pitchFamily="34" charset="0"/>
                <a:cs typeface="Arial" panose="020B0604020202020204" pitchFamily="34" charset="0"/>
              </a:rPr>
              <a:t>find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3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ys </a:t>
            </a:r>
            <a:r>
              <a:rPr sz="1800" spc="-20"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o manage the stress</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If</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at</a:t>
            </a:r>
            <a:r>
              <a:rPr sz="1800" dirty="0">
                <a:solidFill>
                  <a:srgbClr val="231F20"/>
                </a:solidFill>
                <a:latin typeface="Arial" panose="020B0604020202020204" pitchFamily="34" charset="0"/>
                <a:cs typeface="Arial" panose="020B0604020202020204" pitchFamily="34" charset="0"/>
              </a:rPr>
              <a:t> high</a:t>
            </a:r>
            <a:r>
              <a:rPr sz="1800" spc="-5" dirty="0">
                <a:solidFill>
                  <a:srgbClr val="231F20"/>
                </a:solidFill>
                <a:latin typeface="Arial" panose="020B0604020202020204" pitchFamily="34" charset="0"/>
                <a:cs typeface="Arial" panose="020B0604020202020204" pitchFamily="34" charset="0"/>
              </a:rPr>
              <a:t> risk of </a:t>
            </a:r>
            <a:r>
              <a:rPr sz="1800" spc="-10" dirty="0">
                <a:solidFill>
                  <a:srgbClr val="231F20"/>
                </a:solidFill>
                <a:latin typeface="Arial" panose="020B0604020202020204" pitchFamily="34" charset="0"/>
                <a:cs typeface="Arial" panose="020B0604020202020204" pitchFamily="34" charset="0"/>
              </a:rPr>
              <a:t>d</a:t>
            </a:r>
            <a:r>
              <a:rPr sz="1800" spc="-40"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eloping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ma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sure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regular </a:t>
            </a:r>
            <a:r>
              <a:rPr sz="1800" spc="-10" dirty="0">
                <a:solidFill>
                  <a:srgbClr val="231F20"/>
                </a:solidFill>
                <a:latin typeface="Arial" panose="020B0604020202020204" pitchFamily="34" charset="0"/>
                <a:cs typeface="Arial" panose="020B0604020202020204" pitchFamily="34" charset="0"/>
              </a:rPr>
              <a:t>medical</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chec</a:t>
            </a:r>
            <a:r>
              <a:rPr sz="1800" spc="-35"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-up</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9572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2054BFA-A9C4-054C-9326-500956247F0B}"/>
              </a:ext>
            </a:extLst>
          </p:cNvPr>
          <p:cNvSpPr>
            <a:spLocks noGrp="1"/>
          </p:cNvSpPr>
          <p:nvPr>
            <p:ph type="sldNum" sz="quarter" idx="12"/>
          </p:nvPr>
        </p:nvSpPr>
        <p:spPr/>
        <p:txBody>
          <a:bodyPr/>
          <a:lstStyle/>
          <a:p>
            <a:fld id="{5FCE7002-8CF6-784B-9A24-69DF51357AB2}" type="slidenum">
              <a:rPr lang="en-US" smtClean="0"/>
              <a:t>34</a:t>
            </a:fld>
            <a:endParaRPr lang="en-US"/>
          </a:p>
        </p:txBody>
      </p:sp>
      <p:sp>
        <p:nvSpPr>
          <p:cNvPr id="10" name="object 2">
            <a:extLst>
              <a:ext uri="{FF2B5EF4-FFF2-40B4-BE49-F238E27FC236}">
                <a16:creationId xmlns:a16="http://schemas.microsoft.com/office/drawing/2014/main" xmlns="" id="{91A7C4AD-B1F0-6845-9407-3C3255936786}"/>
              </a:ext>
            </a:extLst>
          </p:cNvPr>
          <p:cNvSpPr txBox="1"/>
          <p:nvPr/>
        </p:nvSpPr>
        <p:spPr>
          <a:xfrm>
            <a:off x="7797" y="423417"/>
            <a:ext cx="2053015" cy="430887"/>
          </a:xfrm>
          <a:prstGeom prst="rect">
            <a:avLst/>
          </a:prstGeom>
          <a:solidFill>
            <a:srgbClr val="00B050"/>
          </a:solidFill>
          <a:ln w="9524">
            <a:noFill/>
          </a:ln>
        </p:spPr>
        <p:txBody>
          <a:bodyPr vert="horz" wrap="square" lIns="0" tIns="0" rIns="0" bIns="0" rtlCol="0">
            <a:spAutoFit/>
          </a:bodyPr>
          <a:lstStyle/>
          <a:p>
            <a:pPr marL="564289"/>
            <a:r>
              <a:rPr lang="en-US" sz="2800" b="1" dirty="0">
                <a:solidFill>
                  <a:schemeClr val="bg1"/>
                </a:solidFill>
                <a:latin typeface="Arial"/>
                <a:cs typeface="Arial"/>
              </a:rPr>
              <a:t>  UNIT 5</a:t>
            </a:r>
            <a:endParaRPr sz="2800" b="1" dirty="0">
              <a:solidFill>
                <a:schemeClr val="bg1"/>
              </a:solidFill>
              <a:latin typeface="Arial"/>
              <a:cs typeface="Arial"/>
            </a:endParaRPr>
          </a:p>
        </p:txBody>
      </p:sp>
      <p:sp>
        <p:nvSpPr>
          <p:cNvPr id="11" name="Rectangle 10">
            <a:extLst>
              <a:ext uri="{FF2B5EF4-FFF2-40B4-BE49-F238E27FC236}">
                <a16:creationId xmlns:a16="http://schemas.microsoft.com/office/drawing/2014/main" xmlns="" id="{9B1AA1E1-24AB-B448-BF5C-EB38A5062859}"/>
              </a:ext>
            </a:extLst>
          </p:cNvPr>
          <p:cNvSpPr/>
          <p:nvPr/>
        </p:nvSpPr>
        <p:spPr>
          <a:xfrm>
            <a:off x="2060812" y="43088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bject 3">
            <a:extLst>
              <a:ext uri="{FF2B5EF4-FFF2-40B4-BE49-F238E27FC236}">
                <a16:creationId xmlns:a16="http://schemas.microsoft.com/office/drawing/2014/main" xmlns="" id="{F1355D21-051E-0142-8866-153EEE93F09A}"/>
              </a:ext>
            </a:extLst>
          </p:cNvPr>
          <p:cNvSpPr txBox="1"/>
          <p:nvPr/>
        </p:nvSpPr>
        <p:spPr>
          <a:xfrm>
            <a:off x="774762" y="1375395"/>
            <a:ext cx="9075820" cy="369332"/>
          </a:xfrm>
          <a:prstGeom prst="rect">
            <a:avLst/>
          </a:prstGeom>
        </p:spPr>
        <p:txBody>
          <a:bodyPr vert="horz" wrap="square" lIns="0" tIns="0" rIns="0" bIns="0" rtlCol="0">
            <a:spAutoFit/>
          </a:bodyPr>
          <a:lstStyle/>
          <a:p>
            <a:pPr marL="12700">
              <a:spcBef>
                <a:spcPts val="1130"/>
              </a:spcBef>
            </a:pPr>
            <a:r>
              <a:rPr lang="en-US" sz="2400" b="1" kern="0" dirty="0">
                <a:solidFill>
                  <a:srgbClr val="00B050"/>
                </a:solidFill>
                <a:latin typeface="Arial" pitchFamily="34" charset="0"/>
                <a:cs typeface="Arial" pitchFamily="34" charset="0"/>
              </a:rPr>
              <a:t>Facilitating the management of hypertension</a:t>
            </a:r>
            <a:endParaRPr lang="en-US" sz="2400" b="1" dirty="0">
              <a:solidFill>
                <a:srgbClr val="00B050"/>
              </a:solidFill>
              <a:latin typeface="Arial"/>
              <a:cs typeface="Arial"/>
            </a:endParaRPr>
          </a:p>
        </p:txBody>
      </p:sp>
      <p:sp>
        <p:nvSpPr>
          <p:cNvPr id="13" name="Rectangle 12">
            <a:extLst>
              <a:ext uri="{FF2B5EF4-FFF2-40B4-BE49-F238E27FC236}">
                <a16:creationId xmlns:a16="http://schemas.microsoft.com/office/drawing/2014/main" xmlns="" id="{8D0F2457-9FFB-324F-9613-21DF8426DA5A}"/>
              </a:ext>
            </a:extLst>
          </p:cNvPr>
          <p:cNvSpPr/>
          <p:nvPr/>
        </p:nvSpPr>
        <p:spPr>
          <a:xfrm>
            <a:off x="719280" y="1816505"/>
            <a:ext cx="2121093" cy="369332"/>
          </a:xfrm>
          <a:prstGeom prst="rect">
            <a:avLst/>
          </a:prstGeom>
        </p:spPr>
        <p:txBody>
          <a:bodyPr wrap="none">
            <a:spAutoFit/>
          </a:bodyPr>
          <a:lstStyle/>
          <a:p>
            <a:pPr marL="12700">
              <a:spcBef>
                <a:spcPts val="1130"/>
              </a:spcBef>
            </a:pPr>
            <a:r>
              <a:rPr lang="en-US" sz="1800" b="1" kern="0" dirty="0">
                <a:solidFill>
                  <a:schemeClr val="tx1">
                    <a:lumMod val="65000"/>
                    <a:lumOff val="35000"/>
                  </a:schemeClr>
                </a:solidFill>
                <a:latin typeface="Arial"/>
                <a:cs typeface="Arial"/>
              </a:rPr>
              <a:t>Duration: 2 hours</a:t>
            </a:r>
            <a:endParaRPr lang="en-US" sz="1800" b="1" kern="0" dirty="0">
              <a:solidFill>
                <a:schemeClr val="tx1">
                  <a:lumMod val="65000"/>
                  <a:lumOff val="35000"/>
                </a:schemeClr>
              </a:solidFill>
              <a:latin typeface="Arial" pitchFamily="34" charset="0"/>
              <a:cs typeface="Arial" pitchFamily="34" charset="0"/>
            </a:endParaRPr>
          </a:p>
        </p:txBody>
      </p:sp>
      <p:sp>
        <p:nvSpPr>
          <p:cNvPr id="14" name="object 4">
            <a:extLst>
              <a:ext uri="{FF2B5EF4-FFF2-40B4-BE49-F238E27FC236}">
                <a16:creationId xmlns:a16="http://schemas.microsoft.com/office/drawing/2014/main" xmlns="" id="{B69F0482-1F73-F140-94E5-6EC81295B9A0}"/>
              </a:ext>
            </a:extLst>
          </p:cNvPr>
          <p:cNvSpPr txBox="1"/>
          <p:nvPr/>
        </p:nvSpPr>
        <p:spPr>
          <a:xfrm>
            <a:off x="774762" y="2288393"/>
            <a:ext cx="9465945" cy="4576189"/>
          </a:xfrm>
          <a:prstGeom prst="rect">
            <a:avLst/>
          </a:prstGeom>
        </p:spPr>
        <p:txBody>
          <a:bodyPr vert="horz" wrap="square" lIns="0" tIns="0" rIns="0" bIns="0" rtlCol="0">
            <a:spAutoFit/>
          </a:bodyPr>
          <a:lstStyle/>
          <a:p>
            <a:pPr marL="12700"/>
            <a:r>
              <a:rPr lang="en-US" sz="2000" b="1" kern="0" dirty="0">
                <a:solidFill>
                  <a:srgbClr val="00B050"/>
                </a:solidFill>
                <a:latin typeface="Arial" pitchFamily="34" charset="0"/>
                <a:cs typeface="Arial" pitchFamily="34" charset="0"/>
              </a:rPr>
              <a:t>Identify and manage people with hypertension</a:t>
            </a:r>
          </a:p>
          <a:p>
            <a:pPr marL="12700">
              <a:lnSpc>
                <a:spcPts val="2860"/>
              </a:lnSpc>
              <a:spcBef>
                <a:spcPts val="1070"/>
              </a:spcBef>
            </a:pPr>
            <a:r>
              <a:rPr lang="en-US" sz="1800" spc="-5" dirty="0">
                <a:solidFill>
                  <a:srgbClr val="231F20"/>
                </a:solidFill>
                <a:latin typeface="Arial" panose="020B0604020202020204" pitchFamily="34" charset="0"/>
                <a:cs typeface="Arial" panose="020B0604020202020204" pitchFamily="34" charset="0"/>
              </a:rPr>
              <a:t>It i</a:t>
            </a:r>
            <a:r>
              <a:rPr lang="en-US" sz="1800" dirty="0">
                <a:solidFill>
                  <a:srgbClr val="231F20"/>
                </a:solidFill>
                <a:latin typeface="Arial" panose="020B0604020202020204" pitchFamily="34" charset="0"/>
                <a:cs typeface="Arial" panose="020B0604020202020204" pitchFamily="34" charset="0"/>
              </a:rPr>
              <a:t>s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r</a:t>
            </a:r>
            <a:r>
              <a:rPr lang="en-US" sz="1800" spc="-5" dirty="0">
                <a:solidFill>
                  <a:srgbClr val="231F20"/>
                </a:solidFill>
                <a:latin typeface="Arial" panose="020B0604020202020204" pitchFamily="34" charset="0"/>
                <a:cs typeface="Arial" panose="020B0604020202020204" pitchFamily="34" charset="0"/>
              </a:rPr>
              <a:t>ole of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participant</a:t>
            </a:r>
            <a:r>
              <a:rPr lang="en-US" sz="1800"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screen</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Household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members</a:t>
            </a:r>
            <a:r>
              <a:rPr lang="en-US" sz="1800"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high</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pressure</a:t>
            </a:r>
            <a:r>
              <a:rPr lang="en-US" sz="1800" spc="-5" dirty="0">
                <a:solidFill>
                  <a:srgbClr val="231F20"/>
                </a:solidFill>
                <a:latin typeface="Arial" panose="020B0604020202020204" pitchFamily="34" charset="0"/>
                <a:cs typeface="Arial" panose="020B0604020202020204" pitchFamily="34" charset="0"/>
              </a:rPr>
              <a:t>,</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re</a:t>
            </a:r>
            <a:r>
              <a:rPr lang="en-US" sz="1800" spc="-4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er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suppo</a:t>
            </a:r>
            <a:r>
              <a:rPr lang="en-US" sz="1800" spc="25" dirty="0">
                <a:solidFill>
                  <a:srgbClr val="231F20"/>
                </a:solidFill>
                <a:latin typeface="Arial" panose="020B0604020202020204" pitchFamily="34" charset="0"/>
                <a:cs typeface="Arial" panose="020B0604020202020204" pitchFamily="34" charset="0"/>
              </a:rPr>
              <a:t>r</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n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management</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of </a:t>
            </a:r>
            <a:r>
              <a:rPr lang="en-US" sz="1800" spc="-30" dirty="0">
                <a:solidFill>
                  <a:srgbClr val="231F20"/>
                </a:solidFill>
                <a:latin typeface="Arial" panose="020B0604020202020204" pitchFamily="34" charset="0"/>
                <a:cs typeface="Arial" panose="020B0604020202020204" pitchFamily="34" charset="0"/>
              </a:rPr>
              <a:t>h</a:t>
            </a:r>
            <a:r>
              <a:rPr lang="en-US" sz="1800" spc="-10" dirty="0">
                <a:solidFill>
                  <a:srgbClr val="231F20"/>
                </a:solidFill>
                <a:latin typeface="Arial" panose="020B0604020202020204" pitchFamily="34" charset="0"/>
                <a:cs typeface="Arial" panose="020B0604020202020204" pitchFamily="34" charset="0"/>
              </a:rPr>
              <a:t>ype</a:t>
            </a:r>
            <a:r>
              <a:rPr lang="en-US" sz="1800" spc="30" dirty="0">
                <a:solidFill>
                  <a:srgbClr val="231F20"/>
                </a:solidFill>
                <a:latin typeface="Arial" panose="020B0604020202020204" pitchFamily="34" charset="0"/>
                <a:cs typeface="Arial" panose="020B0604020202020204" pitchFamily="34" charset="0"/>
              </a:rPr>
              <a:t>r</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ension.</a:t>
            </a:r>
            <a:endParaRPr lang="en-US" sz="1800" dirty="0">
              <a:latin typeface="Arial" panose="020B0604020202020204" pitchFamily="34" charset="0"/>
              <a:cs typeface="Arial" panose="020B0604020202020204" pitchFamily="34" charset="0"/>
            </a:endParaRPr>
          </a:p>
          <a:p>
            <a:pPr marL="12700">
              <a:lnSpc>
                <a:spcPts val="2860"/>
              </a:lnSpc>
              <a:spcBef>
                <a:spcPts val="1070"/>
              </a:spcBef>
            </a:pPr>
            <a:r>
              <a:rPr lang="en-US" sz="1800" spc="-5" dirty="0">
                <a:solidFill>
                  <a:srgbClr val="231F20"/>
                </a:solidFill>
                <a:latin typeface="Arial" panose="020B0604020202020204" pitchFamily="34" charset="0"/>
                <a:cs typeface="Arial" panose="020B0604020202020204" pitchFamily="34" charset="0"/>
              </a:rPr>
              <a:t>Participants wil</a:t>
            </a:r>
            <a:r>
              <a:rPr lang="en-US" sz="1800" dirty="0">
                <a:solidFill>
                  <a:srgbClr val="231F20"/>
                </a:solidFill>
                <a:latin typeface="Arial" panose="020B0604020202020204" pitchFamily="34" charset="0"/>
                <a:cs typeface="Arial" panose="020B0604020202020204" pitchFamily="34" charset="0"/>
              </a:rPr>
              <a:t>l</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e</a:t>
            </a:r>
            <a:r>
              <a:rPr lang="en-US" sz="1800" spc="-10" dirty="0">
                <a:solidFill>
                  <a:srgbClr val="231F20"/>
                </a:solidFill>
                <a:latin typeface="Arial" panose="020B0604020202020204" pitchFamily="34" charset="0"/>
                <a:cs typeface="Arial" panose="020B0604020202020204" pitchFamily="34" charset="0"/>
              </a:rPr>
              <a:t>xpec</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ed</a:t>
            </a:r>
            <a:r>
              <a:rPr lang="en-US" sz="1800" dirty="0">
                <a:solidFill>
                  <a:srgbClr val="231F20"/>
                </a:solidFill>
                <a:latin typeface="Arial" panose="020B0604020202020204" pitchFamily="34" charset="0"/>
                <a:cs typeface="Arial" panose="020B0604020202020204" pitchFamily="34" charset="0"/>
              </a:rPr>
              <a:t>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conduct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assessment</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screening</a:t>
            </a:r>
            <a:r>
              <a:rPr lang="en-US" sz="1800" spc="-5" dirty="0">
                <a:solidFill>
                  <a:srgbClr val="231F20"/>
                </a:solidFill>
                <a:latin typeface="Arial" panose="020B0604020202020204" pitchFamily="34" charset="0"/>
                <a:cs typeface="Arial" panose="020B0604020202020204" pitchFamily="34" charset="0"/>
              </a:rPr>
              <a:t> of </a:t>
            </a:r>
            <a:r>
              <a:rPr lang="en-US" sz="1800" spc="-15" dirty="0">
                <a:solidFill>
                  <a:srgbClr val="231F20"/>
                </a:solidFill>
                <a:latin typeface="Arial" panose="020B0604020202020204" pitchFamily="34" charset="0"/>
                <a:cs typeface="Arial" panose="020B0604020202020204" pitchFamily="34" charset="0"/>
              </a:rPr>
              <a:t>peopl</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4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high</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during</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household</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visit</a:t>
            </a:r>
            <a:r>
              <a:rPr lang="en-US" sz="1800" dirty="0">
                <a:solidFill>
                  <a:srgbClr val="231F20"/>
                </a:solidFill>
                <a:latin typeface="Arial" panose="020B0604020202020204" pitchFamily="34" charset="0"/>
                <a:cs typeface="Arial" panose="020B0604020202020204" pitchFamily="34" charset="0"/>
              </a:rPr>
              <a:t>s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o</a:t>
            </a:r>
            <a:r>
              <a:rPr lang="en-US" sz="1800" spc="-5" dirty="0">
                <a:solidFill>
                  <a:srgbClr val="231F20"/>
                </a:solidFill>
                <a:latin typeface="Arial" panose="020B0604020202020204" pitchFamily="34" charset="0"/>
                <a:cs typeface="Arial" panose="020B0604020202020204" pitchFamily="34" charset="0"/>
              </a:rPr>
              <a:t>ther </a:t>
            </a:r>
            <a:r>
              <a:rPr lang="en-US" sz="1800" spc="-10" dirty="0">
                <a:solidFill>
                  <a:srgbClr val="231F20"/>
                </a:solidFill>
                <a:latin typeface="Arial" panose="020B0604020202020204" pitchFamily="34" charset="0"/>
                <a:cs typeface="Arial" panose="020B0604020202020204" pitchFamily="34" charset="0"/>
              </a:rPr>
              <a:t>community</a:t>
            </a:r>
            <a:r>
              <a:rPr lang="en-US" sz="1800" spc="-5" dirty="0">
                <a:solidFill>
                  <a:srgbClr val="231F20"/>
                </a:solidFill>
                <a:latin typeface="Arial" panose="020B0604020202020204" pitchFamily="34" charset="0"/>
                <a:cs typeface="Arial" panose="020B0604020202020204" pitchFamily="34" charset="0"/>
              </a:rPr>
              <a:t> in</a:t>
            </a:r>
            <a:r>
              <a:rPr lang="en-US" sz="1800" spc="-20" dirty="0">
                <a:solidFill>
                  <a:srgbClr val="231F20"/>
                </a:solidFill>
                <a:latin typeface="Arial" panose="020B0604020202020204" pitchFamily="34" charset="0"/>
                <a:cs typeface="Arial" panose="020B0604020202020204" pitchFamily="34" charset="0"/>
              </a:rPr>
              <a:t>t</a:t>
            </a:r>
            <a:r>
              <a:rPr lang="en-US" sz="1800" spc="-5" dirty="0">
                <a:solidFill>
                  <a:srgbClr val="231F20"/>
                </a:solidFill>
                <a:latin typeface="Arial" panose="020B0604020202020204" pitchFamily="34" charset="0"/>
                <a:cs typeface="Arial" panose="020B0604020202020204" pitchFamily="34" charset="0"/>
              </a:rPr>
              <a:t>eractions.</a:t>
            </a:r>
            <a:endParaRPr lang="en-US" sz="1800" dirty="0">
              <a:latin typeface="Arial" panose="020B0604020202020204" pitchFamily="34" charset="0"/>
              <a:cs typeface="Arial" panose="020B0604020202020204" pitchFamily="34" charset="0"/>
            </a:endParaRPr>
          </a:p>
          <a:p>
            <a:pPr marL="12700">
              <a:lnSpc>
                <a:spcPts val="2860"/>
              </a:lnSpc>
              <a:spcBef>
                <a:spcPts val="565"/>
              </a:spcBef>
            </a:pPr>
            <a:r>
              <a:rPr lang="en-US" sz="1800" spc="-5" dirty="0">
                <a:solidFill>
                  <a:srgbClr val="231F20"/>
                </a:solidFill>
                <a:latin typeface="Arial" panose="020B0604020202020204" pitchFamily="34" charset="0"/>
                <a:cs typeface="Arial" panose="020B0604020202020204" pitchFamily="34" charset="0"/>
              </a:rPr>
              <a:t>In </a:t>
            </a:r>
            <a:r>
              <a:rPr lang="en-US" sz="1800" spc="-10" dirty="0">
                <a:solidFill>
                  <a:srgbClr val="231F20"/>
                </a:solidFill>
                <a:latin typeface="Arial" panose="020B0604020202020204" pitchFamily="34" charset="0"/>
                <a:cs typeface="Arial" panose="020B0604020202020204" pitchFamily="34" charset="0"/>
              </a:rPr>
              <a:t>o</a:t>
            </a:r>
            <a:r>
              <a:rPr lang="en-US" sz="1800" spc="-25"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der</a:t>
            </a:r>
            <a:r>
              <a:rPr lang="en-US" sz="1800" spc="-5" dirty="0">
                <a:solidFill>
                  <a:srgbClr val="231F20"/>
                </a:solidFill>
                <a:latin typeface="Arial" panose="020B0604020202020204" pitchFamily="34" charset="0"/>
                <a:cs typeface="Arial" panose="020B0604020202020204" pitchFamily="34" charset="0"/>
              </a:rPr>
              <a:t>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identif</a:t>
            </a:r>
            <a:r>
              <a:rPr lang="en-US" sz="1800" spc="-5" dirty="0">
                <a:solidFill>
                  <a:srgbClr val="231F20"/>
                </a:solidFill>
                <a:latin typeface="Arial" panose="020B0604020202020204" pitchFamily="34" charset="0"/>
                <a:cs typeface="Arial" panose="020B0604020202020204" pitchFamily="34" charset="0"/>
              </a:rPr>
              <a:t>y</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peopl</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wit</a:t>
            </a:r>
            <a:r>
              <a:rPr lang="en-US" sz="1800" dirty="0">
                <a:solidFill>
                  <a:srgbClr val="231F20"/>
                </a:solidFill>
                <a:latin typeface="Arial" panose="020B0604020202020204" pitchFamily="34" charset="0"/>
                <a:cs typeface="Arial" panose="020B0604020202020204" pitchFamily="34" charset="0"/>
              </a:rPr>
              <a:t>h high</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help</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peopl</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wit</a:t>
            </a:r>
            <a:r>
              <a:rPr lang="en-US" sz="1800" dirty="0">
                <a:solidFill>
                  <a:srgbClr val="231F20"/>
                </a:solidFill>
                <a:latin typeface="Arial" panose="020B0604020202020204" pitchFamily="34" charset="0"/>
                <a:cs typeface="Arial" panose="020B0604020202020204" pitchFamily="34" charset="0"/>
              </a:rPr>
              <a:t>h </a:t>
            </a:r>
            <a:r>
              <a:rPr lang="en-US" sz="1800" spc="-35" dirty="0">
                <a:solidFill>
                  <a:srgbClr val="231F20"/>
                </a:solidFill>
                <a:latin typeface="Arial" panose="020B0604020202020204" pitchFamily="34" charset="0"/>
                <a:cs typeface="Arial" panose="020B0604020202020204" pitchFamily="34" charset="0"/>
              </a:rPr>
              <a:t>h</a:t>
            </a:r>
            <a:r>
              <a:rPr lang="en-US" sz="1800" spc="-10" dirty="0">
                <a:solidFill>
                  <a:srgbClr val="231F20"/>
                </a:solidFill>
                <a:latin typeface="Arial" panose="020B0604020202020204" pitchFamily="34" charset="0"/>
                <a:cs typeface="Arial" panose="020B0604020202020204" pitchFamily="34" charset="0"/>
              </a:rPr>
              <a:t>ype</a:t>
            </a:r>
            <a:r>
              <a:rPr lang="en-US" sz="1800" spc="30" dirty="0">
                <a:solidFill>
                  <a:srgbClr val="231F20"/>
                </a:solidFill>
                <a:latin typeface="Arial" panose="020B0604020202020204" pitchFamily="34" charset="0"/>
                <a:cs typeface="Arial" panose="020B0604020202020204" pitchFamily="34" charset="0"/>
              </a:rPr>
              <a:t>r</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ension, the</a:t>
            </a:r>
            <a:r>
              <a:rPr lang="en-US" sz="1800" spc="-5"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oll</a:t>
            </a:r>
            <a:r>
              <a:rPr lang="en-US" sz="1800" spc="-30" dirty="0">
                <a:solidFill>
                  <a:srgbClr val="231F20"/>
                </a:solidFill>
                <a:latin typeface="Arial" panose="020B0604020202020204" pitchFamily="34" charset="0"/>
                <a:cs typeface="Arial" panose="020B0604020202020204" pitchFamily="34" charset="0"/>
              </a:rPr>
              <a:t>o</a:t>
            </a:r>
            <a:r>
              <a:rPr lang="en-US" sz="1800" spc="-5" dirty="0">
                <a:solidFill>
                  <a:srgbClr val="231F20"/>
                </a:solidFill>
                <a:latin typeface="Arial" panose="020B0604020202020204" pitchFamily="34" charset="0"/>
                <a:cs typeface="Arial" panose="020B0604020202020204" pitchFamily="34" charset="0"/>
              </a:rPr>
              <a:t>win</a:t>
            </a:r>
            <a:r>
              <a:rPr lang="en-US" sz="1800" dirty="0">
                <a:solidFill>
                  <a:srgbClr val="231F20"/>
                </a:solidFill>
                <a:latin typeface="Arial" panose="020B0604020202020204" pitchFamily="34" charset="0"/>
                <a:cs typeface="Arial" panose="020B0604020202020204" pitchFamily="34" charset="0"/>
              </a:rPr>
              <a:t>g</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eps</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should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40" dirty="0">
                <a:solidFill>
                  <a:srgbClr val="231F20"/>
                </a:solidFill>
                <a:latin typeface="Arial" panose="020B0604020202020204" pitchFamily="34" charset="0"/>
                <a:cs typeface="Arial" panose="020B0604020202020204" pitchFamily="34" charset="0"/>
              </a:rPr>
              <a:t>f</a:t>
            </a:r>
            <a:r>
              <a:rPr lang="en-US" sz="1800" spc="-5" dirty="0">
                <a:solidFill>
                  <a:srgbClr val="231F20"/>
                </a:solidFill>
                <a:latin typeface="Arial" panose="020B0604020202020204" pitchFamily="34" charset="0"/>
                <a:cs typeface="Arial" panose="020B0604020202020204" pitchFamily="34" charset="0"/>
              </a:rPr>
              <a:t>oll</a:t>
            </a:r>
            <a:r>
              <a:rPr lang="en-US" sz="1800" spc="-30" dirty="0">
                <a:solidFill>
                  <a:srgbClr val="231F20"/>
                </a:solidFill>
                <a:latin typeface="Arial" panose="020B0604020202020204" pitchFamily="34" charset="0"/>
                <a:cs typeface="Arial" panose="020B0604020202020204" pitchFamily="34" charset="0"/>
              </a:rPr>
              <a:t>o</a:t>
            </a:r>
            <a:r>
              <a:rPr lang="en-US" sz="1800" spc="-2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ed:</a:t>
            </a:r>
            <a:endParaRPr lang="en-US" sz="1800" dirty="0">
              <a:latin typeface="Arial" panose="020B0604020202020204" pitchFamily="34" charset="0"/>
              <a:cs typeface="Arial" panose="020B0604020202020204" pitchFamily="34" charset="0"/>
            </a:endParaRPr>
          </a:p>
          <a:p>
            <a:pPr marL="264160" indent="-228600">
              <a:lnSpc>
                <a:spcPts val="2860"/>
              </a:lnSpc>
              <a:spcBef>
                <a:spcPts val="565"/>
              </a:spcBef>
              <a:buClr>
                <a:srgbClr val="231F20"/>
              </a:buClr>
              <a:buFont typeface="Franklin Gothic Book"/>
              <a:buAutoNum type="arabicPeriod"/>
              <a:tabLst>
                <a:tab pos="264795" algn="l"/>
              </a:tabLst>
            </a:pPr>
            <a:r>
              <a:rPr lang="en-US" sz="1800" spc="-5" dirty="0">
                <a:solidFill>
                  <a:srgbClr val="231F20"/>
                </a:solidFill>
                <a:latin typeface="Arial" panose="020B0604020202020204" pitchFamily="34" charset="0"/>
                <a:cs typeface="Arial" panose="020B0604020202020204" pitchFamily="34" charset="0"/>
              </a:rPr>
              <a:t>Int</a:t>
            </a:r>
            <a:r>
              <a:rPr lang="en-US" sz="1800" spc="-3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oduce</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our</a:t>
            </a:r>
            <a:r>
              <a:rPr lang="en-US" sz="1800" spc="-5" dirty="0">
                <a:solidFill>
                  <a:srgbClr val="231F20"/>
                </a:solidFill>
                <a:latin typeface="Arial" panose="020B0604020202020204" pitchFamily="34" charset="0"/>
                <a:cs typeface="Arial" panose="020B0604020202020204" pitchFamily="34" charset="0"/>
              </a:rPr>
              <a:t> in</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entions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client</a:t>
            </a:r>
            <a:endParaRPr lang="en-US" sz="1800" dirty="0">
              <a:latin typeface="Arial" panose="020B0604020202020204" pitchFamily="34" charset="0"/>
              <a:cs typeface="Arial" panose="020B0604020202020204" pitchFamily="34" charset="0"/>
            </a:endParaRPr>
          </a:p>
          <a:p>
            <a:pPr marL="264160" indent="-228600">
              <a:lnSpc>
                <a:spcPts val="2860"/>
              </a:lnSpc>
              <a:spcBef>
                <a:spcPts val="565"/>
              </a:spcBef>
              <a:buClr>
                <a:srgbClr val="231F20"/>
              </a:buClr>
              <a:buFont typeface="Franklin Gothic Book"/>
              <a:buAutoNum type="arabicPeriod"/>
              <a:tabLst>
                <a:tab pos="264795" algn="l"/>
              </a:tabLst>
            </a:pPr>
            <a:r>
              <a:rPr lang="en-US" sz="1800" spc="-15" dirty="0">
                <a:solidFill>
                  <a:srgbClr val="231F20"/>
                </a:solidFill>
                <a:latin typeface="Arial" panose="020B0604020202020204" pitchFamily="34" charset="0"/>
                <a:cs typeface="Arial" panose="020B0604020202020204" pitchFamily="34" charset="0"/>
              </a:rPr>
              <a:t>Measur</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of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client.</a:t>
            </a:r>
            <a:endParaRPr lang="en-US" sz="1800" dirty="0">
              <a:latin typeface="Arial" panose="020B0604020202020204" pitchFamily="34" charset="0"/>
              <a:cs typeface="Arial" panose="020B0604020202020204" pitchFamily="34" charset="0"/>
            </a:endParaRPr>
          </a:p>
          <a:p>
            <a:pPr marL="264160" indent="-228600">
              <a:lnSpc>
                <a:spcPts val="2860"/>
              </a:lnSpc>
              <a:spcBef>
                <a:spcPts val="565"/>
              </a:spcBef>
              <a:buClr>
                <a:srgbClr val="231F20"/>
              </a:buClr>
              <a:buFont typeface="Franklin Gothic Book"/>
              <a:buAutoNum type="arabicPeriod"/>
              <a:tabLst>
                <a:tab pos="264795" algn="l"/>
              </a:tabLst>
            </a:pPr>
            <a:r>
              <a:rPr lang="en-US" sz="1800" spc="-15" dirty="0">
                <a:solidFill>
                  <a:srgbClr val="231F20"/>
                </a:solidFill>
                <a:latin typeface="Arial" panose="020B0604020202020204" pitchFamily="34" charset="0"/>
                <a:cs typeface="Arial" panose="020B0604020202020204" pitchFamily="34" charset="0"/>
              </a:rPr>
              <a:t>Sh</a:t>
            </a:r>
            <a:r>
              <a:rPr lang="en-US" sz="1800" spc="-25"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w </a:t>
            </a:r>
            <a:r>
              <a:rPr lang="en-US" sz="1800" spc="-10" dirty="0">
                <a:solidFill>
                  <a:srgbClr val="231F20"/>
                </a:solidFill>
                <a:latin typeface="Arial" panose="020B0604020202020204" pitchFamily="34" charset="0"/>
                <a:cs typeface="Arial" panose="020B0604020202020204" pitchFamily="34" charset="0"/>
              </a:rPr>
              <a:t>him/her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risk </a:t>
            </a:r>
            <a:r>
              <a:rPr lang="en-US" sz="1800" spc="-2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ac</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job</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aid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ask</a:t>
            </a:r>
            <a:r>
              <a:rPr lang="en-US" sz="1800" spc="-5" dirty="0">
                <a:solidFill>
                  <a:srgbClr val="231F20"/>
                </a:solidFill>
                <a:latin typeface="Arial" panose="020B0604020202020204" pitchFamily="34" charset="0"/>
                <a:cs typeface="Arial" panose="020B0604020202020204" pitchFamily="34" charset="0"/>
              </a:rPr>
              <a:t> </a:t>
            </a:r>
            <a:r>
              <a:rPr lang="en-US" sz="1800" dirty="0">
                <a:solidFill>
                  <a:srgbClr val="231F20"/>
                </a:solidFill>
                <a:latin typeface="Arial" panose="020B0604020202020204" pitchFamily="34" charset="0"/>
                <a:cs typeface="Arial" panose="020B0604020202020204" pitchFamily="34" charset="0"/>
              </a:rPr>
              <a:t>him</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her</a:t>
            </a:r>
            <a:r>
              <a:rPr lang="en-US" sz="1800"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5" dirty="0">
                <a:solidFill>
                  <a:srgbClr val="231F20"/>
                </a:solidFill>
                <a:latin typeface="Arial" panose="020B0604020202020204" pitchFamily="34" charset="0"/>
                <a:cs typeface="Arial" panose="020B0604020202020204" pitchFamily="34" charset="0"/>
              </a:rPr>
              <a:t>ell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ou</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f </a:t>
            </a:r>
            <a:r>
              <a:rPr lang="en-US" sz="1800" spc="-10" dirty="0">
                <a:solidFill>
                  <a:srgbClr val="231F20"/>
                </a:solidFill>
                <a:latin typeface="Arial" panose="020B0604020202020204" pitchFamily="34" charset="0"/>
                <a:cs typeface="Arial" panose="020B0604020202020204" pitchFamily="34" charset="0"/>
              </a:rPr>
              <a:t>he/she</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s </a:t>
            </a:r>
            <a:r>
              <a:rPr lang="en-US" sz="1800" spc="-5" dirty="0">
                <a:solidFill>
                  <a:srgbClr val="231F20"/>
                </a:solidFill>
                <a:latin typeface="Arial" panose="020B0604020202020204" pitchFamily="34" charset="0"/>
                <a:cs typeface="Arial" panose="020B0604020202020204" pitchFamily="34" charset="0"/>
              </a:rPr>
              <a:t>at</a:t>
            </a:r>
            <a:r>
              <a:rPr lang="en-US" sz="1800" dirty="0">
                <a:solidFill>
                  <a:srgbClr val="231F20"/>
                </a:solidFill>
                <a:latin typeface="Arial" panose="020B0604020202020204" pitchFamily="34" charset="0"/>
                <a:cs typeface="Arial" panose="020B0604020202020204" pitchFamily="34" charset="0"/>
              </a:rPr>
              <a:t> high</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l</a:t>
            </a:r>
            <a:r>
              <a:rPr lang="en-US" sz="1800" spc="-3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w </a:t>
            </a:r>
            <a:r>
              <a:rPr lang="en-US" sz="1800" spc="-5" dirty="0">
                <a:solidFill>
                  <a:srgbClr val="231F20"/>
                </a:solidFill>
                <a:latin typeface="Arial" panose="020B0604020202020204" pitchFamily="34" charset="0"/>
                <a:cs typeface="Arial" panose="020B0604020202020204" pitchFamily="34" charset="0"/>
              </a:rPr>
              <a:t>risk</a:t>
            </a:r>
            <a:r>
              <a:rPr lang="en-US" sz="1800" dirty="0">
                <a:solidFill>
                  <a:srgbClr val="231F20"/>
                </a:solidFill>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324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ECA2E6E5-1390-3844-8A71-870243DA90C1}"/>
              </a:ext>
            </a:extLst>
          </p:cNvPr>
          <p:cNvSpPr>
            <a:spLocks noGrp="1"/>
          </p:cNvSpPr>
          <p:nvPr>
            <p:ph type="sldNum" sz="quarter" idx="12"/>
          </p:nvPr>
        </p:nvSpPr>
        <p:spPr/>
        <p:txBody>
          <a:bodyPr/>
          <a:lstStyle/>
          <a:p>
            <a:fld id="{5FCE7002-8CF6-784B-9A24-69DF51357AB2}" type="slidenum">
              <a:rPr lang="en-US" smtClean="0"/>
              <a:t>35</a:t>
            </a:fld>
            <a:endParaRPr lang="en-US"/>
          </a:p>
        </p:txBody>
      </p:sp>
      <p:sp>
        <p:nvSpPr>
          <p:cNvPr id="5" name="object 4">
            <a:extLst>
              <a:ext uri="{FF2B5EF4-FFF2-40B4-BE49-F238E27FC236}">
                <a16:creationId xmlns:a16="http://schemas.microsoft.com/office/drawing/2014/main" xmlns="" id="{9FE29F8B-FB59-8A4A-8224-9D2694B7735E}"/>
              </a:ext>
            </a:extLst>
          </p:cNvPr>
          <p:cNvSpPr txBox="1"/>
          <p:nvPr/>
        </p:nvSpPr>
        <p:spPr>
          <a:xfrm>
            <a:off x="774762" y="788777"/>
            <a:ext cx="9465945" cy="1229119"/>
          </a:xfrm>
          <a:prstGeom prst="rect">
            <a:avLst/>
          </a:prstGeom>
        </p:spPr>
        <p:txBody>
          <a:bodyPr vert="horz" wrap="square" lIns="0" tIns="0" rIns="0" bIns="0" rtlCol="0">
            <a:spAutoFit/>
          </a:bodyPr>
          <a:lstStyle/>
          <a:p>
            <a:pPr marL="378460" indent="-342900">
              <a:lnSpc>
                <a:spcPts val="2860"/>
              </a:lnSpc>
              <a:spcBef>
                <a:spcPts val="565"/>
              </a:spcBef>
              <a:buClr>
                <a:srgbClr val="231F20"/>
              </a:buClr>
              <a:buFont typeface="+mj-lt"/>
              <a:buAutoNum type="arabicPeriod" startAt="4"/>
              <a:tabLst>
                <a:tab pos="264795" algn="l"/>
              </a:tabLst>
            </a:pPr>
            <a:r>
              <a:rPr lang="en-US" sz="1800" dirty="0">
                <a:solidFill>
                  <a:srgbClr val="231F20"/>
                </a:solidFill>
                <a:latin typeface="Arial" panose="020B0604020202020204" pitchFamily="34" charset="0"/>
                <a:cs typeface="Arial" panose="020B0604020202020204" pitchFamily="34" charset="0"/>
              </a:rPr>
              <a:t>In</a:t>
            </a:r>
            <a:r>
              <a:rPr lang="en-US" sz="1800" spc="-30" dirty="0">
                <a:solidFill>
                  <a:srgbClr val="231F20"/>
                </a:solidFill>
                <a:latin typeface="Arial" panose="020B0604020202020204" pitchFamily="34" charset="0"/>
                <a:cs typeface="Arial" panose="020B0604020202020204" pitchFamily="34" charset="0"/>
              </a:rPr>
              <a:t>f</a:t>
            </a:r>
            <a:r>
              <a:rPr lang="en-US" sz="1800" dirty="0">
                <a:solidFill>
                  <a:srgbClr val="231F20"/>
                </a:solidFill>
                <a:latin typeface="Arial" panose="020B0604020202020204" pitchFamily="34" charset="0"/>
                <a:cs typeface="Arial" panose="020B0604020202020204" pitchFamily="34" charset="0"/>
              </a:rPr>
              <a:t>orm the client </a:t>
            </a:r>
            <a:r>
              <a:rPr lang="en-US" sz="1800" spc="-20" dirty="0">
                <a:solidFill>
                  <a:srgbClr val="231F20"/>
                </a:solidFill>
                <a:latin typeface="Arial" panose="020B0604020202020204" pitchFamily="34" charset="0"/>
                <a:cs typeface="Arial" panose="020B0604020202020204" pitchFamily="34" charset="0"/>
              </a:rPr>
              <a:t>y</a:t>
            </a:r>
            <a:r>
              <a:rPr lang="en-US" sz="1800" dirty="0">
                <a:solidFill>
                  <a:srgbClr val="231F20"/>
                </a:solidFill>
                <a:latin typeface="Arial" panose="020B0604020202020204" pitchFamily="34" charset="0"/>
                <a:cs typeface="Arial" panose="020B0604020202020204" pitchFamily="34" charset="0"/>
              </a:rPr>
              <a:t>our </a:t>
            </a:r>
            <a:r>
              <a:rPr lang="en-US" sz="1800" spc="-10" dirty="0">
                <a:solidFill>
                  <a:srgbClr val="231F20"/>
                </a:solidFill>
                <a:latin typeface="Arial" panose="020B0604020202020204" pitchFamily="34" charset="0"/>
                <a:cs typeface="Arial" panose="020B0604020202020204" pitchFamily="34" charset="0"/>
              </a:rPr>
              <a:t>findings.</a:t>
            </a:r>
            <a:endParaRPr lang="en-US" sz="1800" dirty="0">
              <a:latin typeface="Arial" panose="020B0604020202020204" pitchFamily="34" charset="0"/>
              <a:cs typeface="Arial" panose="020B0604020202020204" pitchFamily="34" charset="0"/>
            </a:endParaRPr>
          </a:p>
          <a:p>
            <a:pPr marL="264160" indent="-228600">
              <a:lnSpc>
                <a:spcPts val="2860"/>
              </a:lnSpc>
              <a:spcBef>
                <a:spcPts val="565"/>
              </a:spcBef>
              <a:buClr>
                <a:srgbClr val="231F20"/>
              </a:buClr>
              <a:buFont typeface="Franklin Gothic Book"/>
              <a:buAutoNum type="arabicPeriod" startAt="4"/>
              <a:tabLst>
                <a:tab pos="264795" algn="l"/>
              </a:tabLst>
            </a:pPr>
            <a:r>
              <a:rPr lang="en-US" sz="1800" spc="-35"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eco</a:t>
            </a:r>
            <a:r>
              <a:rPr lang="en-US" sz="1800" spc="-3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results</a:t>
            </a:r>
            <a:endParaRPr lang="en-US" sz="1800" dirty="0">
              <a:latin typeface="Arial" panose="020B0604020202020204" pitchFamily="34" charset="0"/>
              <a:cs typeface="Arial" panose="020B0604020202020204" pitchFamily="34" charset="0"/>
            </a:endParaRPr>
          </a:p>
          <a:p>
            <a:pPr marL="264160" indent="-228600">
              <a:lnSpc>
                <a:spcPts val="2860"/>
              </a:lnSpc>
              <a:spcBef>
                <a:spcPts val="565"/>
              </a:spcBef>
              <a:buClr>
                <a:srgbClr val="231F20"/>
              </a:buClr>
              <a:buFont typeface="Franklin Gothic Book"/>
              <a:buAutoNum type="arabicPeriod" startAt="4"/>
              <a:tabLst>
                <a:tab pos="264795" algn="l"/>
              </a:tabLst>
            </a:pPr>
            <a:r>
              <a:rPr lang="en-US" sz="1800" spc="-5" dirty="0">
                <a:solidFill>
                  <a:srgbClr val="231F20"/>
                </a:solidFill>
                <a:latin typeface="Arial" panose="020B0604020202020204" pitchFamily="34" charset="0"/>
                <a:cs typeface="Arial" panose="020B0604020202020204" pitchFamily="34" charset="0"/>
              </a:rPr>
              <a:t>If</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B</a:t>
            </a:r>
            <a:r>
              <a:rPr lang="en-US" sz="1800" dirty="0">
                <a:solidFill>
                  <a:srgbClr val="231F20"/>
                </a:solidFill>
                <a:latin typeface="Arial" panose="020B0604020202020204" pitchFamily="34" charset="0"/>
                <a:cs typeface="Arial" panose="020B0604020202020204" pitchFamily="34" charset="0"/>
              </a:rPr>
              <a:t>P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s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n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normal</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range,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counsel</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on</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a:t>
            </a:r>
            <a:r>
              <a:rPr lang="en-US" sz="1800" spc="-40" dirty="0">
                <a:solidFill>
                  <a:srgbClr val="231F20"/>
                </a:solidFill>
                <a:latin typeface="Arial" panose="020B0604020202020204" pitchFamily="34" charset="0"/>
                <a:cs typeface="Arial" panose="020B0604020202020204" pitchFamily="34" charset="0"/>
              </a:rPr>
              <a:t>e</a:t>
            </a:r>
            <a:r>
              <a:rPr lang="en-US" sz="1800" spc="-20" dirty="0">
                <a:solidFill>
                  <a:srgbClr val="231F20"/>
                </a:solidFill>
                <a:latin typeface="Arial" panose="020B0604020202020204" pitchFamily="34" charset="0"/>
                <a:cs typeface="Arial" panose="020B0604020202020204" pitchFamily="34" charset="0"/>
              </a:rPr>
              <a:t>v</a:t>
            </a:r>
            <a:r>
              <a:rPr lang="en-US" sz="1800" spc="-10" dirty="0">
                <a:solidFill>
                  <a:srgbClr val="231F20"/>
                </a:solidFill>
                <a:latin typeface="Arial" panose="020B0604020202020204" pitchFamily="34" charset="0"/>
                <a:cs typeface="Arial" panose="020B0604020202020204" pitchFamily="34" charset="0"/>
              </a:rPr>
              <a:t>ention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measures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411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D074245-C326-BF42-84A1-CFD4A87906B1}"/>
              </a:ext>
            </a:extLst>
          </p:cNvPr>
          <p:cNvSpPr>
            <a:spLocks noGrp="1"/>
          </p:cNvSpPr>
          <p:nvPr>
            <p:ph type="sldNum" sz="quarter" idx="12"/>
          </p:nvPr>
        </p:nvSpPr>
        <p:spPr/>
        <p:txBody>
          <a:bodyPr/>
          <a:lstStyle/>
          <a:p>
            <a:fld id="{5FCE7002-8CF6-784B-9A24-69DF51357AB2}" type="slidenum">
              <a:rPr lang="en-US" smtClean="0"/>
              <a:t>36</a:t>
            </a:fld>
            <a:endParaRPr lang="en-US"/>
          </a:p>
        </p:txBody>
      </p:sp>
      <p:sp>
        <p:nvSpPr>
          <p:cNvPr id="5" name="object 2">
            <a:extLst>
              <a:ext uri="{FF2B5EF4-FFF2-40B4-BE49-F238E27FC236}">
                <a16:creationId xmlns:a16="http://schemas.microsoft.com/office/drawing/2014/main" xmlns="" id="{386C3260-08F7-5544-8368-1FF3DFDC1A79}"/>
              </a:ext>
            </a:extLst>
          </p:cNvPr>
          <p:cNvSpPr txBox="1"/>
          <p:nvPr/>
        </p:nvSpPr>
        <p:spPr>
          <a:xfrm>
            <a:off x="743408" y="623324"/>
            <a:ext cx="3676192" cy="307777"/>
          </a:xfrm>
          <a:prstGeom prst="rect">
            <a:avLst/>
          </a:prstGeom>
        </p:spPr>
        <p:txBody>
          <a:bodyPr vert="horz" wrap="square" lIns="0" tIns="0" rIns="0" bIns="0" rtlCol="0">
            <a:spAutoFit/>
          </a:bodyPr>
          <a:lstStyle/>
          <a:p>
            <a:pPr marL="12700"/>
            <a:r>
              <a:rPr lang="en-US" sz="2000" b="1" kern="0" dirty="0">
                <a:solidFill>
                  <a:srgbClr val="00B050"/>
                </a:solidFill>
                <a:latin typeface="Arial" pitchFamily="34" charset="0"/>
                <a:cs typeface="Arial" pitchFamily="34" charset="0"/>
              </a:rPr>
              <a:t>Risk assessment job aid</a:t>
            </a:r>
          </a:p>
        </p:txBody>
      </p:sp>
      <p:graphicFrame>
        <p:nvGraphicFramePr>
          <p:cNvPr id="6" name="object 3">
            <a:extLst>
              <a:ext uri="{FF2B5EF4-FFF2-40B4-BE49-F238E27FC236}">
                <a16:creationId xmlns:a16="http://schemas.microsoft.com/office/drawing/2014/main" xmlns="" id="{023BE977-332B-2E4C-A03E-F1243DDF1074}"/>
              </a:ext>
            </a:extLst>
          </p:cNvPr>
          <p:cNvGraphicFramePr>
            <a:graphicFrameLocks noGrp="1"/>
          </p:cNvGraphicFramePr>
          <p:nvPr>
            <p:extLst>
              <p:ext uri="{D42A27DB-BD31-4B8C-83A1-F6EECF244321}">
                <p14:modId xmlns:p14="http://schemas.microsoft.com/office/powerpoint/2010/main" val="1897151842"/>
              </p:ext>
            </p:extLst>
          </p:nvPr>
        </p:nvGraphicFramePr>
        <p:xfrm>
          <a:off x="743409" y="1195508"/>
          <a:ext cx="9468000" cy="5778837"/>
        </p:xfrm>
        <a:graphic>
          <a:graphicData uri="http://schemas.openxmlformats.org/drawingml/2006/table">
            <a:tbl>
              <a:tblPr firstRow="1" bandRow="1">
                <a:tableStyleId>{2D5ABB26-0587-4C30-8999-92F81FD0307C}</a:tableStyleId>
              </a:tblPr>
              <a:tblGrid>
                <a:gridCol w="8364015">
                  <a:extLst>
                    <a:ext uri="{9D8B030D-6E8A-4147-A177-3AD203B41FA5}">
                      <a16:colId xmlns:a16="http://schemas.microsoft.com/office/drawing/2014/main" xmlns="" val="20000"/>
                    </a:ext>
                  </a:extLst>
                </a:gridCol>
                <a:gridCol w="1103985">
                  <a:extLst>
                    <a:ext uri="{9D8B030D-6E8A-4147-A177-3AD203B41FA5}">
                      <a16:colId xmlns:a16="http://schemas.microsoft.com/office/drawing/2014/main" xmlns="" val="20001"/>
                    </a:ext>
                  </a:extLst>
                </a:gridCol>
              </a:tblGrid>
              <a:tr h="333715">
                <a:tc gridSpan="2">
                  <a:txBody>
                    <a:bodyPr/>
                    <a:lstStyle/>
                    <a:p>
                      <a:pPr marL="68580">
                        <a:lnSpc>
                          <a:spcPct val="100000"/>
                        </a:lnSpc>
                      </a:pPr>
                      <a:r>
                        <a:rPr sz="1600" b="1" dirty="0">
                          <a:solidFill>
                            <a:srgbClr val="FFFFFF"/>
                          </a:solidFill>
                          <a:latin typeface="Arial" panose="020B0604020202020204" pitchFamily="34" charset="0"/>
                          <a:cs typeface="Arial" panose="020B0604020202020204" pitchFamily="34" charset="0"/>
                        </a:rPr>
                        <a:t>Risk P</a:t>
                      </a:r>
                      <a:r>
                        <a:rPr sz="1600" b="1" spc="-25" dirty="0">
                          <a:solidFill>
                            <a:srgbClr val="FFFFFF"/>
                          </a:solidFill>
                          <a:latin typeface="Arial" panose="020B0604020202020204" pitchFamily="34" charset="0"/>
                          <a:cs typeface="Arial" panose="020B0604020202020204" pitchFamily="34" charset="0"/>
                        </a:rPr>
                        <a:t>r</a:t>
                      </a:r>
                      <a:r>
                        <a:rPr sz="1600" b="1" dirty="0">
                          <a:solidFill>
                            <a:srgbClr val="FFFFFF"/>
                          </a:solidFill>
                          <a:latin typeface="Arial" panose="020B0604020202020204" pitchFamily="34" charset="0"/>
                          <a:cs typeface="Arial" panose="020B0604020202020204" pitchFamily="34" charset="0"/>
                        </a:rPr>
                        <a:t>ofile Questionnaire</a:t>
                      </a:r>
                      <a:endParaRPr sz="1600" b="1"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solidFill>
                      <a:srgbClr val="00B050"/>
                    </a:solidFill>
                  </a:tcPr>
                </a:tc>
                <a:tc hMerge="1">
                  <a:txBody>
                    <a:bodyPr/>
                    <a:lstStyle/>
                    <a:p>
                      <a:endParaRPr/>
                    </a:p>
                  </a:txBody>
                  <a:tcPr marL="0" marR="0" marT="0" marB="0"/>
                </a:tc>
                <a:extLst>
                  <a:ext uri="{0D108BD9-81ED-4DB2-BD59-A6C34878D82A}">
                    <a16:rowId xmlns:a16="http://schemas.microsoft.com/office/drawing/2014/main" xmlns="" val="10000"/>
                  </a:ext>
                </a:extLst>
              </a:tr>
              <a:tr h="333717">
                <a:tc>
                  <a:txBody>
                    <a:bodyPr/>
                    <a:lstStyle/>
                    <a:p>
                      <a:pPr marL="68580">
                        <a:lnSpc>
                          <a:spcPct val="100000"/>
                        </a:lnSpc>
                      </a:pPr>
                      <a:r>
                        <a:rPr sz="1300" b="1" dirty="0">
                          <a:solidFill>
                            <a:srgbClr val="231F20"/>
                          </a:solidFill>
                          <a:latin typeface="Arial" panose="020B0604020202020204" pitchFamily="34" charset="0"/>
                          <a:cs typeface="Arial" panose="020B0604020202020204" pitchFamily="34" charset="0"/>
                        </a:rPr>
                        <a:t>Question</a:t>
                      </a:r>
                      <a:endParaRPr sz="1300" b="1"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solidFill>
                      <a:schemeClr val="accent6">
                        <a:lumMod val="20000"/>
                        <a:lumOff val="80000"/>
                      </a:schemeClr>
                    </a:solidFill>
                  </a:tcPr>
                </a:tc>
                <a:tc>
                  <a:txBody>
                    <a:bodyPr/>
                    <a:lstStyle/>
                    <a:p>
                      <a:pPr marL="68580">
                        <a:lnSpc>
                          <a:spcPct val="100000"/>
                        </a:lnSpc>
                      </a:pPr>
                      <a:r>
                        <a:rPr sz="1300" b="1" spc="-75" dirty="0">
                          <a:solidFill>
                            <a:srgbClr val="231F20"/>
                          </a:solidFill>
                          <a:latin typeface="Arial" panose="020B0604020202020204" pitchFamily="34" charset="0"/>
                          <a:cs typeface="Arial" panose="020B0604020202020204" pitchFamily="34" charset="0"/>
                        </a:rPr>
                        <a:t>Y</a:t>
                      </a:r>
                      <a:r>
                        <a:rPr sz="1300" b="1" dirty="0">
                          <a:solidFill>
                            <a:srgbClr val="231F20"/>
                          </a:solidFill>
                          <a:latin typeface="Arial" panose="020B0604020202020204" pitchFamily="34" charset="0"/>
                          <a:cs typeface="Arial" panose="020B0604020202020204" pitchFamily="34" charset="0"/>
                        </a:rPr>
                        <a:t>our</a:t>
                      </a:r>
                      <a:r>
                        <a:rPr sz="1300" b="1" spc="-5" dirty="0">
                          <a:solidFill>
                            <a:srgbClr val="231F20"/>
                          </a:solidFill>
                          <a:latin typeface="Arial" panose="020B0604020202020204" pitchFamily="34" charset="0"/>
                          <a:cs typeface="Arial" panose="020B0604020202020204" pitchFamily="34" charset="0"/>
                        </a:rPr>
                        <a:t> </a:t>
                      </a:r>
                      <a:r>
                        <a:rPr sz="1300" b="1" dirty="0">
                          <a:solidFill>
                            <a:srgbClr val="231F20"/>
                          </a:solidFill>
                          <a:latin typeface="Arial" panose="020B0604020202020204" pitchFamily="34" charset="0"/>
                          <a:cs typeface="Arial" panose="020B0604020202020204" pitchFamily="34" charset="0"/>
                        </a:rPr>
                        <a:t>ans</a:t>
                      </a:r>
                      <a:r>
                        <a:rPr sz="1300" b="1" spc="-20" dirty="0">
                          <a:solidFill>
                            <a:srgbClr val="231F20"/>
                          </a:solidFill>
                          <a:latin typeface="Arial" panose="020B0604020202020204" pitchFamily="34" charset="0"/>
                          <a:cs typeface="Arial" panose="020B0604020202020204" pitchFamily="34" charset="0"/>
                        </a:rPr>
                        <a:t>w</a:t>
                      </a:r>
                      <a:r>
                        <a:rPr sz="1300" b="1" dirty="0">
                          <a:solidFill>
                            <a:srgbClr val="231F20"/>
                          </a:solidFill>
                          <a:latin typeface="Arial" panose="020B0604020202020204" pitchFamily="34" charset="0"/>
                          <a:cs typeface="Arial" panose="020B0604020202020204" pitchFamily="34" charset="0"/>
                        </a:rPr>
                        <a:t>er</a:t>
                      </a:r>
                      <a:endParaRPr sz="1300" b="1"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solidFill>
                      <a:schemeClr val="accent6">
                        <a:lumMod val="20000"/>
                        <a:lumOff val="80000"/>
                      </a:schemeClr>
                    </a:solidFill>
                  </a:tcPr>
                </a:tc>
                <a:extLst>
                  <a:ext uri="{0D108BD9-81ED-4DB2-BD59-A6C34878D82A}">
                    <a16:rowId xmlns:a16="http://schemas.microsoft.com/office/drawing/2014/main" xmlns="" val="10001"/>
                  </a:ext>
                </a:extLst>
              </a:tr>
              <a:tr h="333714">
                <a:tc>
                  <a:txBody>
                    <a:bodyPr/>
                    <a:lstStyle/>
                    <a:p>
                      <a:pPr marL="68580">
                        <a:lnSpc>
                          <a:spcPct val="100000"/>
                        </a:lnSpc>
                      </a:pPr>
                      <a:r>
                        <a:rPr sz="1600" spc="-10" dirty="0">
                          <a:solidFill>
                            <a:srgbClr val="231F20"/>
                          </a:solidFill>
                          <a:latin typeface="Arial" panose="020B0604020202020204" pitchFamily="34" charset="0"/>
                          <a:cs typeface="Arial" panose="020B0604020202020204" pitchFamily="34" charset="0"/>
                        </a:rPr>
                        <a:t>1</a:t>
                      </a:r>
                      <a:r>
                        <a:rPr sz="1600" dirty="0">
                          <a:solidFill>
                            <a:srgbClr val="231F20"/>
                          </a:solidFill>
                          <a:latin typeface="Arial" panose="020B0604020202020204" pitchFamily="34" charset="0"/>
                          <a:cs typeface="Arial" panose="020B0604020202020204" pitchFamily="34" charset="0"/>
                        </a:rPr>
                        <a:t>.  Are</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a:t>
                      </a:r>
                      <a:r>
                        <a:rPr sz="1600" spc="-25" dirty="0">
                          <a:solidFill>
                            <a:srgbClr val="231F20"/>
                          </a:solidFill>
                          <a:latin typeface="Arial" panose="020B0604020202020204" pitchFamily="34" charset="0"/>
                          <a:cs typeface="Arial" panose="020B0604020202020204" pitchFamily="34" charset="0"/>
                        </a:rPr>
                        <a:t>o</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er </a:t>
                      </a:r>
                      <a:r>
                        <a:rPr lang="en-US" sz="1600" b="0" spc="-5" dirty="0">
                          <a:solidFill>
                            <a:schemeClr val="tx1"/>
                          </a:solidFill>
                          <a:latin typeface="Arial" panose="020B0604020202020204" pitchFamily="34" charset="0"/>
                          <a:cs typeface="Arial" panose="020B0604020202020204" pitchFamily="34" charset="0"/>
                        </a:rPr>
                        <a:t>4</a:t>
                      </a:r>
                      <a:r>
                        <a:rPr sz="1600" b="0" dirty="0">
                          <a:solidFill>
                            <a:schemeClr val="tx1"/>
                          </a:solidFill>
                          <a:latin typeface="Arial" panose="020B0604020202020204" pitchFamily="34" charset="0"/>
                          <a:cs typeface="Arial" panose="020B0604020202020204" pitchFamily="34" charset="0"/>
                        </a:rPr>
                        <a:t>0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ea</a:t>
                      </a:r>
                      <a:r>
                        <a:rPr sz="1600" spc="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s of</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age?</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2"/>
                  </a:ext>
                </a:extLst>
              </a:tr>
              <a:tr h="429758">
                <a:tc>
                  <a:txBody>
                    <a:bodyPr/>
                    <a:lstStyle/>
                    <a:p>
                      <a:pPr marL="68580">
                        <a:lnSpc>
                          <a:spcPct val="100000"/>
                        </a:lnSpc>
                      </a:pPr>
                      <a:r>
                        <a:rPr sz="1600" spc="-5" dirty="0">
                          <a:solidFill>
                            <a:srgbClr val="231F20"/>
                          </a:solidFill>
                          <a:latin typeface="Arial" panose="020B0604020202020204" pitchFamily="34" charset="0"/>
                          <a:cs typeface="Arial" panose="020B0604020202020204" pitchFamily="34" charset="0"/>
                        </a:rPr>
                        <a:t>2</a:t>
                      </a:r>
                      <a:r>
                        <a:rPr sz="1600" dirty="0">
                          <a:solidFill>
                            <a:srgbClr val="231F20"/>
                          </a:solidFill>
                          <a:latin typeface="Arial" panose="020B0604020202020204" pitchFamily="34" charset="0"/>
                          <a:cs typeface="Arial" panose="020B0604020202020204" pitchFamily="34" charset="0"/>
                        </a:rPr>
                        <a:t>.  Do a</a:t>
                      </a:r>
                      <a:r>
                        <a:rPr sz="1600" spc="-25" dirty="0">
                          <a:solidFill>
                            <a:srgbClr val="231F20"/>
                          </a:solidFill>
                          <a:latin typeface="Arial" panose="020B0604020202020204" pitchFamily="34" charset="0"/>
                          <a:cs typeface="Arial" panose="020B0604020202020204" pitchFamily="34" charset="0"/>
                        </a:rPr>
                        <a:t>n</a:t>
                      </a:r>
                      <a:r>
                        <a:rPr sz="1600" dirty="0">
                          <a:solidFill>
                            <a:srgbClr val="231F20"/>
                          </a:solidFill>
                          <a:latin typeface="Arial" panose="020B0604020202020204" pitchFamily="34" charset="0"/>
                          <a:cs typeface="Arial" panose="020B0604020202020204" pitchFamily="34" charset="0"/>
                        </a:rPr>
                        <a:t>y membe</a:t>
                      </a:r>
                      <a:r>
                        <a:rPr sz="1600" spc="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s of</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our</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amily</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h</a:t>
                      </a:r>
                      <a:r>
                        <a:rPr sz="1600" spc="-30" dirty="0">
                          <a:solidFill>
                            <a:srgbClr val="231F20"/>
                          </a:solidFill>
                          <a:latin typeface="Arial" panose="020B0604020202020204" pitchFamily="34" charset="0"/>
                          <a:cs typeface="Arial" panose="020B0604020202020204" pitchFamily="34" charset="0"/>
                        </a:rPr>
                        <a:t>a</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 </a:t>
                      </a:r>
                      <a:r>
                        <a:rPr sz="1600" spc="-25" dirty="0">
                          <a:solidFill>
                            <a:srgbClr val="231F20"/>
                          </a:solidFill>
                          <a:latin typeface="Arial" panose="020B0604020202020204" pitchFamily="34" charset="0"/>
                          <a:cs typeface="Arial" panose="020B0604020202020204" pitchFamily="34" charset="0"/>
                        </a:rPr>
                        <a:t>h</a:t>
                      </a:r>
                      <a:r>
                        <a:rPr sz="1600" dirty="0">
                          <a:solidFill>
                            <a:srgbClr val="231F20"/>
                          </a:solidFill>
                          <a:latin typeface="Arial" panose="020B0604020202020204" pitchFamily="34" charset="0"/>
                          <a:cs typeface="Arial" panose="020B0604020202020204" pitchFamily="34" charset="0"/>
                        </a:rPr>
                        <a:t>ype</a:t>
                      </a:r>
                      <a:r>
                        <a:rPr sz="1600" spc="40" dirty="0">
                          <a:solidFill>
                            <a:srgbClr val="231F20"/>
                          </a:solidFill>
                          <a:latin typeface="Arial" panose="020B0604020202020204" pitchFamily="34" charset="0"/>
                          <a:cs typeface="Arial" panose="020B0604020202020204" pitchFamily="34" charset="0"/>
                        </a:rPr>
                        <a:t>r</a:t>
                      </a:r>
                      <a:r>
                        <a:rPr sz="1600" spc="-2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ension.</a:t>
                      </a:r>
                      <a:r>
                        <a:rPr sz="1600" spc="-10"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hea</a:t>
                      </a:r>
                      <a:r>
                        <a:rPr sz="1600" spc="3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t disease,</a:t>
                      </a:r>
                      <a:r>
                        <a:rPr sz="1600" spc="-10"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 st</a:t>
                      </a:r>
                      <a:r>
                        <a:rPr sz="1600" spc="-2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o</a:t>
                      </a:r>
                      <a:r>
                        <a:rPr sz="1600" spc="-30" dirty="0">
                          <a:solidFill>
                            <a:srgbClr val="231F20"/>
                          </a:solidFill>
                          <a:latin typeface="Arial" panose="020B0604020202020204" pitchFamily="34" charset="0"/>
                          <a:cs typeface="Arial" panose="020B0604020202020204" pitchFamily="34" charset="0"/>
                        </a:rPr>
                        <a:t>k</a:t>
                      </a:r>
                      <a:r>
                        <a:rPr sz="1600" dirty="0">
                          <a:solidFill>
                            <a:srgbClr val="231F20"/>
                          </a:solidFill>
                          <a:latin typeface="Arial" panose="020B0604020202020204" pitchFamily="34" charset="0"/>
                          <a:cs typeface="Arial" panose="020B0604020202020204" pitchFamily="34" charset="0"/>
                        </a:rPr>
                        <a:t>e or diab</a:t>
                      </a:r>
                      <a:r>
                        <a:rPr sz="1600" spc="-10" dirty="0">
                          <a:solidFill>
                            <a:srgbClr val="231F20"/>
                          </a:solidFill>
                          <a:latin typeface="Arial" panose="020B0604020202020204" pitchFamily="34" charset="0"/>
                          <a:cs typeface="Arial" panose="020B0604020202020204" pitchFamily="34" charset="0"/>
                        </a:rPr>
                        <a:t>e</a:t>
                      </a:r>
                      <a:r>
                        <a:rPr sz="1600" spc="-2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es?</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3"/>
                  </a:ext>
                </a:extLst>
              </a:tr>
              <a:tr h="333715">
                <a:tc>
                  <a:txBody>
                    <a:bodyPr/>
                    <a:lstStyle/>
                    <a:p>
                      <a:pPr marL="68580">
                        <a:lnSpc>
                          <a:spcPct val="100000"/>
                        </a:lnSpc>
                      </a:pPr>
                      <a:r>
                        <a:rPr sz="1600" spc="-5" dirty="0">
                          <a:solidFill>
                            <a:srgbClr val="231F20"/>
                          </a:solidFill>
                          <a:latin typeface="Arial" panose="020B0604020202020204" pitchFamily="34" charset="0"/>
                          <a:cs typeface="Arial" panose="020B0604020202020204" pitchFamily="34" charset="0"/>
                        </a:rPr>
                        <a:t>3</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do less </a:t>
                      </a:r>
                      <a:r>
                        <a:rPr sz="1600" spc="-25" dirty="0">
                          <a:solidFill>
                            <a:srgbClr val="231F20"/>
                          </a:solidFill>
                          <a:latin typeface="Arial" panose="020B0604020202020204" pitchFamily="34" charset="0"/>
                          <a:cs typeface="Arial" panose="020B0604020202020204" pitchFamily="34" charset="0"/>
                        </a:rPr>
                        <a:t>ex</a:t>
                      </a:r>
                      <a:r>
                        <a:rPr sz="1600" dirty="0">
                          <a:solidFill>
                            <a:srgbClr val="231F20"/>
                          </a:solidFill>
                          <a:latin typeface="Arial" panose="020B0604020202020204" pitchFamily="34" charset="0"/>
                          <a:cs typeface="Arial" panose="020B0604020202020204" pitchFamily="34" charset="0"/>
                        </a:rPr>
                        <a:t>e</a:t>
                      </a:r>
                      <a:r>
                        <a:rPr sz="1600" spc="-20"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cise</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than</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a:t>
                      </a:r>
                      <a:r>
                        <a:rPr sz="1600" spc="-3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eel</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should?</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4"/>
                  </a:ext>
                </a:extLst>
              </a:tr>
              <a:tr h="333715">
                <a:tc>
                  <a:txBody>
                    <a:bodyPr/>
                    <a:lstStyle/>
                    <a:p>
                      <a:pPr marL="68580">
                        <a:lnSpc>
                          <a:spcPct val="100000"/>
                        </a:lnSpc>
                      </a:pPr>
                      <a:r>
                        <a:rPr sz="1600" spc="-5" dirty="0">
                          <a:solidFill>
                            <a:srgbClr val="231F20"/>
                          </a:solidFill>
                          <a:latin typeface="Arial" panose="020B0604020202020204" pitchFamily="34" charset="0"/>
                          <a:cs typeface="Arial" panose="020B0604020202020204" pitchFamily="34" charset="0"/>
                        </a:rPr>
                        <a:t>4</a:t>
                      </a:r>
                      <a:r>
                        <a:rPr sz="1600" dirty="0">
                          <a:solidFill>
                            <a:srgbClr val="231F20"/>
                          </a:solidFill>
                          <a:latin typeface="Arial" panose="020B0604020202020204" pitchFamily="34" charset="0"/>
                          <a:cs typeface="Arial" panose="020B0604020202020204" pitchFamily="34" charset="0"/>
                        </a:rPr>
                        <a:t>.  </a:t>
                      </a:r>
                      <a:r>
                        <a:rPr sz="1600" spc="-30" dirty="0">
                          <a:solidFill>
                            <a:srgbClr val="231F20"/>
                          </a:solidFill>
                          <a:latin typeface="Arial" panose="020B0604020202020204" pitchFamily="34" charset="0"/>
                          <a:cs typeface="Arial" panose="020B0604020202020204" pitchFamily="34" charset="0"/>
                        </a:rPr>
                        <a:t>W</a:t>
                      </a:r>
                      <a:r>
                        <a:rPr sz="1600" dirty="0">
                          <a:solidFill>
                            <a:srgbClr val="231F20"/>
                          </a:solidFill>
                          <a:latin typeface="Arial" panose="020B0604020202020204" pitchFamily="34" charset="0"/>
                          <a:cs typeface="Arial" panose="020B0604020202020204" pitchFamily="34" charset="0"/>
                        </a:rPr>
                        <a:t>ould</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describe</a:t>
                      </a:r>
                      <a:r>
                        <a:rPr sz="1600" spc="-10"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a:t>
                      </a:r>
                      <a:r>
                        <a:rPr sz="1600" spc="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self as </a:t>
                      </a:r>
                      <a:r>
                        <a:rPr sz="1600" spc="-25" dirty="0">
                          <a:solidFill>
                            <a:srgbClr val="231F20"/>
                          </a:solidFill>
                          <a:latin typeface="Arial" panose="020B0604020202020204" pitchFamily="34" charset="0"/>
                          <a:cs typeface="Arial" panose="020B0604020202020204" pitchFamily="34" charset="0"/>
                        </a:rPr>
                        <a:t>o</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a:t>
                      </a:r>
                      <a:r>
                        <a:rPr sz="1600" spc="25" dirty="0">
                          <a:solidFill>
                            <a:srgbClr val="231F20"/>
                          </a:solidFill>
                          <a:latin typeface="Arial" panose="020B0604020202020204" pitchFamily="34" charset="0"/>
                          <a:cs typeface="Arial" panose="020B0604020202020204" pitchFamily="34" charset="0"/>
                        </a:rPr>
                        <a:t>r</a:t>
                      </a:r>
                      <a:r>
                        <a:rPr sz="1600" spc="-20" dirty="0">
                          <a:solidFill>
                            <a:srgbClr val="231F20"/>
                          </a:solidFill>
                          <a:latin typeface="Arial" panose="020B0604020202020204" pitchFamily="34" charset="0"/>
                          <a:cs typeface="Arial" panose="020B0604020202020204" pitchFamily="34" charset="0"/>
                        </a:rPr>
                        <a:t>w</a:t>
                      </a:r>
                      <a:r>
                        <a:rPr sz="1600" dirty="0">
                          <a:solidFill>
                            <a:srgbClr val="231F20"/>
                          </a:solidFill>
                          <a:latin typeface="Arial" panose="020B0604020202020204" pitchFamily="34" charset="0"/>
                          <a:cs typeface="Arial" panose="020B0604020202020204" pitchFamily="34" charset="0"/>
                        </a:rPr>
                        <a:t>eight?</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5"/>
                  </a:ext>
                </a:extLst>
              </a:tr>
              <a:tr h="333715">
                <a:tc>
                  <a:txBody>
                    <a:bodyPr/>
                    <a:lstStyle/>
                    <a:p>
                      <a:pPr marL="68580">
                        <a:lnSpc>
                          <a:spcPct val="100000"/>
                        </a:lnSpc>
                      </a:pPr>
                      <a:r>
                        <a:rPr sz="1600" spc="-5" dirty="0">
                          <a:solidFill>
                            <a:srgbClr val="231F20"/>
                          </a:solidFill>
                          <a:latin typeface="Arial" panose="020B0604020202020204" pitchFamily="34" charset="0"/>
                          <a:cs typeface="Arial" panose="020B0604020202020204" pitchFamily="34" charset="0"/>
                        </a:rPr>
                        <a:t>5</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eat</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 l</a:t>
                      </a:r>
                      <a:r>
                        <a:rPr sz="1600" spc="-15" dirty="0">
                          <a:solidFill>
                            <a:srgbClr val="231F20"/>
                          </a:solidFill>
                          <a:latin typeface="Arial" panose="020B0604020202020204" pitchFamily="34" charset="0"/>
                          <a:cs typeface="Arial" panose="020B0604020202020204" pitchFamily="34" charset="0"/>
                        </a:rPr>
                        <a:t>o</a:t>
                      </a:r>
                      <a:r>
                        <a:rPr sz="1600" dirty="0">
                          <a:solidFill>
                            <a:srgbClr val="231F20"/>
                          </a:solidFill>
                          <a:latin typeface="Arial" panose="020B0604020202020204" pitchFamily="34" charset="0"/>
                          <a:cs typeface="Arial" panose="020B0604020202020204" pitchFamily="34" charset="0"/>
                        </a:rPr>
                        <a:t>t of</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salt or l</a:t>
                      </a:r>
                      <a:r>
                        <a:rPr sz="1600" spc="-15" dirty="0">
                          <a:solidFill>
                            <a:srgbClr val="231F20"/>
                          </a:solidFill>
                          <a:latin typeface="Arial" panose="020B0604020202020204" pitchFamily="34" charset="0"/>
                          <a:cs typeface="Arial" panose="020B0604020202020204" pitchFamily="34" charset="0"/>
                        </a:rPr>
                        <a:t>o</a:t>
                      </a:r>
                      <a:r>
                        <a:rPr sz="1600" dirty="0">
                          <a:solidFill>
                            <a:srgbClr val="231F20"/>
                          </a:solidFill>
                          <a:latin typeface="Arial" panose="020B0604020202020204" pitchFamily="34" charset="0"/>
                          <a:cs typeface="Arial" panose="020B0604020202020204" pitchFamily="34" charset="0"/>
                        </a:rPr>
                        <a:t>ts</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of</a:t>
                      </a:r>
                      <a:r>
                        <a:rPr sz="1600" spc="-5" dirty="0">
                          <a:solidFill>
                            <a:srgbClr val="231F20"/>
                          </a:solidFill>
                          <a:latin typeface="Arial" panose="020B0604020202020204" pitchFamily="34" charset="0"/>
                          <a:cs typeface="Arial" panose="020B0604020202020204" pitchFamily="34" charset="0"/>
                        </a:rPr>
                        <a:t> p</a:t>
                      </a:r>
                      <a:r>
                        <a:rPr sz="1600" spc="-2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ocessed</a:t>
                      </a:r>
                      <a:r>
                        <a:rPr sz="1600" spc="-5" dirty="0">
                          <a:solidFill>
                            <a:srgbClr val="231F20"/>
                          </a:solidFill>
                          <a:latin typeface="Arial" panose="020B0604020202020204" pitchFamily="34" charset="0"/>
                          <a:cs typeface="Arial" panose="020B0604020202020204" pitchFamily="34" charset="0"/>
                        </a:rPr>
                        <a:t> </a:t>
                      </a:r>
                      <a:r>
                        <a:rPr sz="1600" spc="-3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ood?</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6"/>
                  </a:ext>
                </a:extLst>
              </a:tr>
              <a:tr h="333717">
                <a:tc>
                  <a:txBody>
                    <a:bodyPr/>
                    <a:lstStyle/>
                    <a:p>
                      <a:pPr marL="68580">
                        <a:lnSpc>
                          <a:spcPct val="100000"/>
                        </a:lnSpc>
                      </a:pPr>
                      <a:r>
                        <a:rPr sz="1600" dirty="0">
                          <a:solidFill>
                            <a:srgbClr val="231F20"/>
                          </a:solidFill>
                          <a:latin typeface="Arial" panose="020B0604020202020204" pitchFamily="34" charset="0"/>
                          <a:cs typeface="Arial" panose="020B0604020202020204" pitchFamily="34" charset="0"/>
                        </a:rPr>
                        <a:t>6</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usually</a:t>
                      </a:r>
                      <a:r>
                        <a:rPr sz="1600" spc="-10"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eat</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atty</a:t>
                      </a:r>
                      <a:r>
                        <a:rPr sz="1600" spc="-5" dirty="0">
                          <a:solidFill>
                            <a:srgbClr val="231F20"/>
                          </a:solidFill>
                          <a:latin typeface="Arial" panose="020B0604020202020204" pitchFamily="34" charset="0"/>
                          <a:cs typeface="Arial" panose="020B0604020202020204" pitchFamily="34" charset="0"/>
                        </a:rPr>
                        <a:t> </a:t>
                      </a:r>
                      <a:r>
                        <a:rPr sz="1600" spc="-30"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oods?</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7"/>
                  </a:ext>
                </a:extLst>
              </a:tr>
              <a:tr h="333715">
                <a:tc>
                  <a:txBody>
                    <a:bodyPr/>
                    <a:lstStyle/>
                    <a:p>
                      <a:pPr marL="68580">
                        <a:lnSpc>
                          <a:spcPct val="100000"/>
                        </a:lnSpc>
                      </a:pPr>
                      <a:r>
                        <a:rPr sz="1600" spc="-135" dirty="0">
                          <a:solidFill>
                            <a:srgbClr val="231F20"/>
                          </a:solidFill>
                          <a:latin typeface="Arial" panose="020B0604020202020204" pitchFamily="34" charset="0"/>
                          <a:cs typeface="Arial" panose="020B0604020202020204" pitchFamily="34" charset="0"/>
                        </a:rPr>
                        <a:t>7</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smo</a:t>
                      </a:r>
                      <a:r>
                        <a:rPr sz="1600" spc="-30" dirty="0">
                          <a:solidFill>
                            <a:srgbClr val="231F20"/>
                          </a:solidFill>
                          <a:latin typeface="Arial" panose="020B0604020202020204" pitchFamily="34" charset="0"/>
                          <a:cs typeface="Arial" panose="020B0604020202020204" pitchFamily="34" charset="0"/>
                        </a:rPr>
                        <a:t>k</a:t>
                      </a:r>
                      <a:r>
                        <a:rPr sz="1600" dirty="0">
                          <a:solidFill>
                            <a:srgbClr val="231F20"/>
                          </a:solidFill>
                          <a:latin typeface="Arial" panose="020B0604020202020204" pitchFamily="34" charset="0"/>
                          <a:cs typeface="Arial" panose="020B0604020202020204" pitchFamily="34" charset="0"/>
                        </a:rPr>
                        <a:t>e?</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8"/>
                  </a:ext>
                </a:extLst>
              </a:tr>
              <a:tr h="333715">
                <a:tc>
                  <a:txBody>
                    <a:bodyPr/>
                    <a:lstStyle/>
                    <a:p>
                      <a:pPr marL="68580">
                        <a:lnSpc>
                          <a:spcPct val="100000"/>
                        </a:lnSpc>
                      </a:pPr>
                      <a:r>
                        <a:rPr sz="1600" spc="-5" dirty="0">
                          <a:solidFill>
                            <a:srgbClr val="231F20"/>
                          </a:solidFill>
                          <a:latin typeface="Arial" panose="020B0604020202020204" pitchFamily="34" charset="0"/>
                          <a:cs typeface="Arial" panose="020B0604020202020204" pitchFamily="34" charset="0"/>
                        </a:rPr>
                        <a:t>8</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drink</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more than</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t</a:t>
                      </a:r>
                      <a:r>
                        <a:rPr sz="1600" spc="-20" dirty="0">
                          <a:solidFill>
                            <a:srgbClr val="231F20"/>
                          </a:solidFill>
                          <a:latin typeface="Arial" panose="020B0604020202020204" pitchFamily="34" charset="0"/>
                          <a:cs typeface="Arial" panose="020B0604020202020204" pitchFamily="34" charset="0"/>
                        </a:rPr>
                        <a:t>w</a:t>
                      </a:r>
                      <a:r>
                        <a:rPr sz="1600" dirty="0">
                          <a:solidFill>
                            <a:srgbClr val="231F20"/>
                          </a:solidFill>
                          <a:latin typeface="Arial" panose="020B0604020202020204" pitchFamily="34" charset="0"/>
                          <a:cs typeface="Arial" panose="020B0604020202020204" pitchFamily="34" charset="0"/>
                        </a:rPr>
                        <a:t>o alcoholic</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drinks</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 d</a:t>
                      </a:r>
                      <a:r>
                        <a:rPr sz="1600" spc="-30"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y?</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09"/>
                  </a:ext>
                </a:extLst>
              </a:tr>
              <a:tr h="333717">
                <a:tc>
                  <a:txBody>
                    <a:bodyPr/>
                    <a:lstStyle/>
                    <a:p>
                      <a:pPr marL="68580">
                        <a:lnSpc>
                          <a:spcPct val="100000"/>
                        </a:lnSpc>
                      </a:pPr>
                      <a:r>
                        <a:rPr sz="1600" spc="-5" dirty="0">
                          <a:solidFill>
                            <a:srgbClr val="231F20"/>
                          </a:solidFill>
                          <a:latin typeface="Arial" panose="020B0604020202020204" pitchFamily="34" charset="0"/>
                          <a:cs typeface="Arial" panose="020B0604020202020204" pitchFamily="34" charset="0"/>
                        </a:rPr>
                        <a:t>9</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h</a:t>
                      </a:r>
                      <a:r>
                        <a:rPr sz="1600" spc="-30" dirty="0">
                          <a:solidFill>
                            <a:srgbClr val="231F20"/>
                          </a:solidFill>
                          <a:latin typeface="Arial" panose="020B0604020202020204" pitchFamily="34" charset="0"/>
                          <a:cs typeface="Arial" panose="020B0604020202020204" pitchFamily="34" charset="0"/>
                        </a:rPr>
                        <a:t>a</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 a l</a:t>
                      </a:r>
                      <a:r>
                        <a:rPr sz="1600" spc="-15" dirty="0">
                          <a:solidFill>
                            <a:srgbClr val="231F20"/>
                          </a:solidFill>
                          <a:latin typeface="Arial" panose="020B0604020202020204" pitchFamily="34" charset="0"/>
                          <a:cs typeface="Arial" panose="020B0604020202020204" pitchFamily="34" charset="0"/>
                        </a:rPr>
                        <a:t>o</a:t>
                      </a:r>
                      <a:r>
                        <a:rPr sz="1600" dirty="0">
                          <a:solidFill>
                            <a:srgbClr val="231F20"/>
                          </a:solidFill>
                          <a:latin typeface="Arial" panose="020B0604020202020204" pitchFamily="34" charset="0"/>
                          <a:cs typeface="Arial" panose="020B0604020202020204" pitchFamily="34" charset="0"/>
                        </a:rPr>
                        <a:t>t of</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stress </a:t>
                      </a:r>
                      <a:r>
                        <a:rPr sz="1600" spc="-5" dirty="0">
                          <a:solidFill>
                            <a:srgbClr val="231F20"/>
                          </a:solidFill>
                          <a:latin typeface="Arial" panose="020B0604020202020204" pitchFamily="34" charset="0"/>
                          <a:cs typeface="Arial" panose="020B0604020202020204" pitchFamily="34" charset="0"/>
                        </a:rPr>
                        <a:t>i</a:t>
                      </a:r>
                      <a:r>
                        <a:rPr sz="1600" dirty="0">
                          <a:solidFill>
                            <a:srgbClr val="231F20"/>
                          </a:solidFill>
                          <a:latin typeface="Arial" panose="020B0604020202020204" pitchFamily="34" charset="0"/>
                          <a:cs typeface="Arial" panose="020B0604020202020204" pitchFamily="34" charset="0"/>
                        </a:rPr>
                        <a:t>n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our</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li</a:t>
                      </a:r>
                      <a:r>
                        <a:rPr sz="1600" spc="-3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e?</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10"/>
                  </a:ext>
                </a:extLst>
              </a:tr>
              <a:tr h="333715">
                <a:tc>
                  <a:txBody>
                    <a:bodyPr/>
                    <a:lstStyle/>
                    <a:p>
                      <a:pPr marL="68580">
                        <a:lnSpc>
                          <a:spcPct val="100000"/>
                        </a:lnSpc>
                      </a:pPr>
                      <a:r>
                        <a:rPr sz="1600" spc="-40" dirty="0">
                          <a:solidFill>
                            <a:srgbClr val="231F20"/>
                          </a:solidFill>
                          <a:latin typeface="Arial" panose="020B0604020202020204" pitchFamily="34" charset="0"/>
                          <a:cs typeface="Arial" panose="020B0604020202020204" pitchFamily="34" charset="0"/>
                        </a:rPr>
                        <a:t>1</a:t>
                      </a:r>
                      <a:r>
                        <a:rPr sz="1600" spc="-5" dirty="0">
                          <a:solidFill>
                            <a:srgbClr val="231F20"/>
                          </a:solidFill>
                          <a:latin typeface="Arial" panose="020B0604020202020204" pitchFamily="34" charset="0"/>
                          <a:cs typeface="Arial" panose="020B0604020202020204" pitchFamily="34" charset="0"/>
                        </a:rPr>
                        <a:t>0</a:t>
                      </a:r>
                      <a:r>
                        <a:rPr sz="1600" dirty="0">
                          <a:solidFill>
                            <a:srgbClr val="231F20"/>
                          </a:solidFill>
                          <a:latin typeface="Arial" panose="020B0604020202020204" pitchFamily="34" charset="0"/>
                          <a:cs typeface="Arial" panose="020B0604020202020204" pitchFamily="34" charset="0"/>
                        </a:rPr>
                        <a:t>. Do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a:t>
                      </a:r>
                      <a:r>
                        <a:rPr sz="1600" spc="-3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eel</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h</a:t>
                      </a:r>
                      <a:r>
                        <a:rPr sz="1600" spc="-30" dirty="0">
                          <a:solidFill>
                            <a:srgbClr val="231F20"/>
                          </a:solidFill>
                          <a:latin typeface="Arial" panose="020B0604020202020204" pitchFamily="34" charset="0"/>
                          <a:cs typeface="Arial" panose="020B0604020202020204" pitchFamily="34" charset="0"/>
                        </a:rPr>
                        <a:t>a</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 a </a:t>
                      </a:r>
                      <a:r>
                        <a:rPr sz="1600" spc="-5" dirty="0">
                          <a:solidFill>
                            <a:srgbClr val="231F20"/>
                          </a:solidFill>
                          <a:latin typeface="Arial" panose="020B0604020202020204" pitchFamily="34" charset="0"/>
                          <a:cs typeface="Arial" panose="020B0604020202020204" pitchFamily="34" charset="0"/>
                        </a:rPr>
                        <a:t>p</a:t>
                      </a:r>
                      <a:r>
                        <a:rPr sz="1600" spc="-2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oblem</a:t>
                      </a:r>
                      <a:r>
                        <a:rPr sz="1600" spc="-5" dirty="0">
                          <a:solidFill>
                            <a:srgbClr val="231F20"/>
                          </a:solidFill>
                          <a:latin typeface="Arial" panose="020B0604020202020204" pitchFamily="34" charset="0"/>
                          <a:cs typeface="Arial" panose="020B0604020202020204" pitchFamily="34" charset="0"/>
                        </a:rPr>
                        <a:t> i</a:t>
                      </a:r>
                      <a:r>
                        <a:rPr sz="1600" dirty="0">
                          <a:solidFill>
                            <a:srgbClr val="231F20"/>
                          </a:solidFill>
                          <a:latin typeface="Arial" panose="020B0604020202020204" pitchFamily="34" charset="0"/>
                          <a:cs typeface="Arial" panose="020B0604020202020204" pitchFamily="34" charset="0"/>
                        </a:rPr>
                        <a:t>n managing</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stress?</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8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11"/>
                  </a:ext>
                </a:extLst>
              </a:tr>
              <a:tr h="333715">
                <a:tc>
                  <a:txBody>
                    <a:bodyPr/>
                    <a:lstStyle/>
                    <a:p>
                      <a:pPr marL="68580">
                        <a:lnSpc>
                          <a:spcPct val="100000"/>
                        </a:lnSpc>
                      </a:pPr>
                      <a:r>
                        <a:rPr sz="1400" spc="-80" dirty="0">
                          <a:solidFill>
                            <a:srgbClr val="231F20"/>
                          </a:solidFill>
                          <a:latin typeface="Arial" panose="020B0604020202020204" pitchFamily="34" charset="0"/>
                          <a:cs typeface="Arial" panose="020B0604020202020204" pitchFamily="34" charset="0"/>
                        </a:rPr>
                        <a:t>T</a:t>
                      </a:r>
                      <a:r>
                        <a:rPr sz="1400" spc="-10" dirty="0">
                          <a:solidFill>
                            <a:srgbClr val="231F20"/>
                          </a:solidFill>
                          <a:latin typeface="Arial" panose="020B0604020202020204" pitchFamily="34" charset="0"/>
                          <a:cs typeface="Arial" panose="020B0604020202020204" pitchFamily="34" charset="0"/>
                        </a:rPr>
                        <a:t>o</a:t>
                      </a:r>
                      <a:r>
                        <a:rPr sz="1400" dirty="0">
                          <a:solidFill>
                            <a:srgbClr val="231F20"/>
                          </a:solidFill>
                          <a:latin typeface="Arial" panose="020B0604020202020204" pitchFamily="34" charset="0"/>
                          <a:cs typeface="Arial" panose="020B0604020202020204" pitchFamily="34" charset="0"/>
                        </a:rPr>
                        <a:t>tal</a:t>
                      </a:r>
                      <a:r>
                        <a:rPr sz="1400" spc="-5" dirty="0">
                          <a:solidFill>
                            <a:srgbClr val="231F20"/>
                          </a:solidFill>
                          <a:latin typeface="Arial" panose="020B0604020202020204" pitchFamily="34" charset="0"/>
                          <a:cs typeface="Arial" panose="020B0604020202020204" pitchFamily="34" charset="0"/>
                        </a:rPr>
                        <a:t> </a:t>
                      </a:r>
                      <a:r>
                        <a:rPr sz="1400" dirty="0">
                          <a:solidFill>
                            <a:srgbClr val="231F20"/>
                          </a:solidFill>
                          <a:latin typeface="Arial" panose="020B0604020202020204" pitchFamily="34" charset="0"/>
                          <a:cs typeface="Arial" panose="020B0604020202020204" pitchFamily="34" charset="0"/>
                        </a:rPr>
                        <a:t>number of</a:t>
                      </a:r>
                      <a:r>
                        <a:rPr sz="1400" spc="-5" dirty="0">
                          <a:solidFill>
                            <a:srgbClr val="231F20"/>
                          </a:solidFill>
                          <a:latin typeface="Arial" panose="020B0604020202020204" pitchFamily="34" charset="0"/>
                          <a:cs typeface="Arial" panose="020B0604020202020204" pitchFamily="34" charset="0"/>
                        </a:rPr>
                        <a:t> </a:t>
                      </a:r>
                      <a:r>
                        <a:rPr sz="1400" dirty="0">
                          <a:solidFill>
                            <a:srgbClr val="231F20"/>
                          </a:solidFill>
                          <a:latin typeface="Arial" panose="020B0604020202020204" pitchFamily="34" charset="0"/>
                          <a:cs typeface="Arial" panose="020B0604020202020204" pitchFamily="34" charset="0"/>
                        </a:rPr>
                        <a:t>“</a:t>
                      </a:r>
                      <a:r>
                        <a:rPr sz="1400" spc="-25" dirty="0">
                          <a:solidFill>
                            <a:srgbClr val="231F20"/>
                          </a:solidFill>
                          <a:latin typeface="Arial" panose="020B0604020202020204" pitchFamily="34" charset="0"/>
                          <a:cs typeface="Arial" panose="020B0604020202020204" pitchFamily="34" charset="0"/>
                        </a:rPr>
                        <a:t>y</a:t>
                      </a:r>
                      <a:r>
                        <a:rPr sz="1400" dirty="0">
                          <a:solidFill>
                            <a:srgbClr val="231F20"/>
                          </a:solidFill>
                          <a:latin typeface="Arial" panose="020B0604020202020204" pitchFamily="34" charset="0"/>
                          <a:cs typeface="Arial" panose="020B0604020202020204" pitchFamily="34" charset="0"/>
                        </a:rPr>
                        <a:t>es”</a:t>
                      </a:r>
                      <a:r>
                        <a:rPr sz="1400" spc="-5" dirty="0">
                          <a:solidFill>
                            <a:srgbClr val="231F20"/>
                          </a:solidFill>
                          <a:latin typeface="Arial" panose="020B0604020202020204" pitchFamily="34" charset="0"/>
                          <a:cs typeface="Arial" panose="020B0604020202020204" pitchFamily="34" charset="0"/>
                        </a:rPr>
                        <a:t> </a:t>
                      </a:r>
                      <a:r>
                        <a:rPr sz="1400" dirty="0">
                          <a:solidFill>
                            <a:srgbClr val="231F20"/>
                          </a:solidFill>
                          <a:latin typeface="Arial" panose="020B0604020202020204" pitchFamily="34" charset="0"/>
                          <a:cs typeface="Arial" panose="020B0604020202020204" pitchFamily="34" charset="0"/>
                        </a:rPr>
                        <a:t>ans</a:t>
                      </a:r>
                      <a:r>
                        <a:rPr sz="1400" spc="-20" dirty="0">
                          <a:solidFill>
                            <a:srgbClr val="231F20"/>
                          </a:solidFill>
                          <a:latin typeface="Arial" panose="020B0604020202020204" pitchFamily="34" charset="0"/>
                          <a:cs typeface="Arial" panose="020B0604020202020204" pitchFamily="34" charset="0"/>
                        </a:rPr>
                        <a:t>w</a:t>
                      </a:r>
                      <a:r>
                        <a:rPr sz="1400" dirty="0">
                          <a:solidFill>
                            <a:srgbClr val="231F20"/>
                          </a:solidFill>
                          <a:latin typeface="Arial" panose="020B0604020202020204" pitchFamily="34" charset="0"/>
                          <a:cs typeface="Arial" panose="020B0604020202020204" pitchFamily="34" charset="0"/>
                        </a:rPr>
                        <a:t>e</a:t>
                      </a:r>
                      <a:r>
                        <a:rPr sz="1400" spc="5" dirty="0">
                          <a:solidFill>
                            <a:srgbClr val="231F20"/>
                          </a:solidFill>
                          <a:latin typeface="Arial" panose="020B0604020202020204" pitchFamily="34" charset="0"/>
                          <a:cs typeface="Arial" panose="020B0604020202020204" pitchFamily="34" charset="0"/>
                        </a:rPr>
                        <a:t>r</a:t>
                      </a:r>
                      <a:r>
                        <a:rPr sz="1400" dirty="0">
                          <a:solidFill>
                            <a:srgbClr val="231F20"/>
                          </a:solidFill>
                          <a:latin typeface="Arial" panose="020B0604020202020204" pitchFamily="34" charset="0"/>
                          <a:cs typeface="Arial" panose="020B0604020202020204" pitchFamily="34" charset="0"/>
                        </a:rPr>
                        <a:t>s</a:t>
                      </a:r>
                      <a:endParaRPr sz="14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200"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12"/>
                  </a:ext>
                </a:extLst>
              </a:tr>
              <a:tr h="539301">
                <a:tc>
                  <a:txBody>
                    <a:bodyPr/>
                    <a:lstStyle/>
                    <a:p>
                      <a:pPr marL="68580" marR="5081905" lvl="0" indent="0" algn="l" defTabSz="1007943" rtl="0" eaLnBrk="1" fontAlgn="auto" latinLnBrk="0" hangingPunct="1">
                        <a:lnSpc>
                          <a:spcPct val="100000"/>
                        </a:lnSpc>
                        <a:spcBef>
                          <a:spcPts val="0"/>
                        </a:spcBef>
                        <a:spcAft>
                          <a:spcPts val="0"/>
                        </a:spcAft>
                        <a:buClrTx/>
                        <a:buSzTx/>
                        <a:buFontTx/>
                        <a:buNone/>
                        <a:tabLst/>
                        <a:defRPr/>
                      </a:pPr>
                      <a:r>
                        <a:rPr lang="en-US" sz="1200" b="1" dirty="0"/>
                        <a:t>6 or more “yes··answers = high risk. 3 - 5  yes answers = moderate risk. 0 - 2  yes answers = low risk.</a:t>
                      </a:r>
                      <a:endParaRPr sz="1200" b="1"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3">
                      <a:solidFill>
                        <a:srgbClr val="E3CA83"/>
                      </a:solidFill>
                      <a:prstDash val="solid"/>
                    </a:lnR>
                    <a:lnT w="6350">
                      <a:solidFill>
                        <a:srgbClr val="E3CA83"/>
                      </a:solidFill>
                      <a:prstDash val="solid"/>
                    </a:lnT>
                    <a:lnB w="6350">
                      <a:solidFill>
                        <a:srgbClr val="E3CA83"/>
                      </a:solidFill>
                      <a:prstDash val="solid"/>
                    </a:lnB>
                  </a:tcPr>
                </a:tc>
                <a:tc>
                  <a:txBody>
                    <a:bodyPr/>
                    <a:lstStyle/>
                    <a:p>
                      <a:endParaRPr sz="1200" b="1" dirty="0">
                        <a:latin typeface="Arial" panose="020B0604020202020204" pitchFamily="34" charset="0"/>
                        <a:cs typeface="Arial" panose="020B0604020202020204" pitchFamily="34" charset="0"/>
                      </a:endParaRPr>
                    </a:p>
                  </a:txBody>
                  <a:tcPr marL="0" marR="0" marT="0" marB="0" anchor="ctr">
                    <a:lnL w="6353">
                      <a:solidFill>
                        <a:srgbClr val="E3CA83"/>
                      </a:solidFill>
                      <a:prstDash val="solid"/>
                    </a:lnL>
                    <a:lnR w="6350">
                      <a:solidFill>
                        <a:srgbClr val="E3CA83"/>
                      </a:solidFill>
                      <a:prstDash val="solid"/>
                    </a:lnR>
                    <a:lnT w="6350">
                      <a:solidFill>
                        <a:srgbClr val="E3CA83"/>
                      </a:solidFill>
                      <a:prstDash val="solid"/>
                    </a:lnT>
                    <a:lnB w="6350">
                      <a:solidFill>
                        <a:srgbClr val="E3CA83"/>
                      </a:solidFill>
                      <a:prstDash val="solid"/>
                    </a:lnB>
                  </a:tcPr>
                </a:tc>
                <a:extLst>
                  <a:ext uri="{0D108BD9-81ED-4DB2-BD59-A6C34878D82A}">
                    <a16:rowId xmlns:a16="http://schemas.microsoft.com/office/drawing/2014/main" xmlns="" val="10013"/>
                  </a:ext>
                </a:extLst>
              </a:tr>
              <a:tr h="795854">
                <a:tc gridSpan="2">
                  <a:txBody>
                    <a:bodyPr/>
                    <a:lstStyle/>
                    <a:p>
                      <a:pPr marL="68580" marR="240029">
                        <a:lnSpc>
                          <a:spcPct val="100000"/>
                        </a:lnSpc>
                      </a:pPr>
                      <a:r>
                        <a:rPr sz="1600" spc="-2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emember</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this</a:t>
                      </a:r>
                      <a:r>
                        <a:rPr sz="1600" spc="-5" dirty="0">
                          <a:solidFill>
                            <a:srgbClr val="231F20"/>
                          </a:solidFill>
                          <a:latin typeface="Arial" panose="020B0604020202020204" pitchFamily="34" charset="0"/>
                          <a:cs typeface="Arial" panose="020B0604020202020204" pitchFamily="34" charset="0"/>
                        </a:rPr>
                        <a:t> i</a:t>
                      </a:r>
                      <a:r>
                        <a:rPr sz="1600" dirty="0">
                          <a:solidFill>
                            <a:srgbClr val="231F20"/>
                          </a:solidFill>
                          <a:latin typeface="Arial" panose="020B0604020202020204" pitchFamily="34" charset="0"/>
                          <a:cs typeface="Arial" panose="020B0604020202020204" pitchFamily="34" charset="0"/>
                        </a:rPr>
                        <a:t>s only</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 “risk”</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assessment.It</a:t>
                      </a:r>
                      <a:r>
                        <a:rPr sz="1600" spc="-5" dirty="0">
                          <a:solidFill>
                            <a:srgbClr val="231F20"/>
                          </a:solidFill>
                          <a:latin typeface="Arial" panose="020B0604020202020204" pitchFamily="34" charset="0"/>
                          <a:cs typeface="Arial" panose="020B0604020202020204" pitchFamily="34" charset="0"/>
                        </a:rPr>
                        <a:t> </a:t>
                      </a:r>
                      <a:r>
                        <a:rPr sz="1600" spc="-25" dirty="0">
                          <a:solidFill>
                            <a:srgbClr val="231F20"/>
                          </a:solidFill>
                          <a:latin typeface="Arial" panose="020B0604020202020204" pitchFamily="34" charset="0"/>
                          <a:cs typeface="Arial" panose="020B0604020202020204" pitchFamily="34" charset="0"/>
                        </a:rPr>
                        <a:t>w</a:t>
                      </a:r>
                      <a:r>
                        <a:rPr sz="1600" dirty="0">
                          <a:solidFill>
                            <a:srgbClr val="231F20"/>
                          </a:solidFill>
                          <a:latin typeface="Arial" panose="020B0604020202020204" pitchFamily="34" charset="0"/>
                          <a:cs typeface="Arial" panose="020B0604020202020204" pitchFamily="34" charset="0"/>
                        </a:rPr>
                        <a:t>on’t</a:t>
                      </a:r>
                      <a:r>
                        <a:rPr sz="1600" spc="-5" dirty="0">
                          <a:solidFill>
                            <a:srgbClr val="231F20"/>
                          </a:solidFill>
                          <a:latin typeface="Arial" panose="020B0604020202020204" pitchFamily="34" charset="0"/>
                          <a:cs typeface="Arial" panose="020B0604020202020204" pitchFamily="34" charset="0"/>
                        </a:rPr>
                        <a:t> </a:t>
                      </a:r>
                      <a:r>
                        <a:rPr sz="1600" spc="-2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ell</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wh</a:t>
                      </a:r>
                      <a:r>
                        <a:rPr sz="1600" spc="-10" dirty="0">
                          <a:solidFill>
                            <a:srgbClr val="231F20"/>
                          </a:solidFill>
                          <a:latin typeface="Arial" panose="020B0604020202020204" pitchFamily="34" charset="0"/>
                          <a:cs typeface="Arial" panose="020B0604020202020204" pitchFamily="34" charset="0"/>
                        </a:rPr>
                        <a:t>e</a:t>
                      </a:r>
                      <a:r>
                        <a:rPr sz="1600" dirty="0">
                          <a:solidFill>
                            <a:srgbClr val="231F20"/>
                          </a:solidFill>
                          <a:latin typeface="Arial" panose="020B0604020202020204" pitchFamily="34" charset="0"/>
                          <a:cs typeface="Arial" panose="020B0604020202020204" pitchFamily="34" charset="0"/>
                        </a:rPr>
                        <a:t>ther</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do,or</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 don’t</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h</a:t>
                      </a:r>
                      <a:r>
                        <a:rPr sz="1600" spc="-35" dirty="0">
                          <a:solidFill>
                            <a:srgbClr val="231F20"/>
                          </a:solidFill>
                          <a:latin typeface="Arial" panose="020B0604020202020204" pitchFamily="34" charset="0"/>
                          <a:cs typeface="Arial" panose="020B0604020202020204" pitchFamily="34" charset="0"/>
                        </a:rPr>
                        <a:t>a</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 </a:t>
                      </a:r>
                      <a:r>
                        <a:rPr sz="1600" spc="-25" dirty="0">
                          <a:solidFill>
                            <a:srgbClr val="231F20"/>
                          </a:solidFill>
                          <a:latin typeface="Arial" panose="020B0604020202020204" pitchFamily="34" charset="0"/>
                          <a:cs typeface="Arial" panose="020B0604020202020204" pitchFamily="34" charset="0"/>
                        </a:rPr>
                        <a:t>h</a:t>
                      </a:r>
                      <a:r>
                        <a:rPr sz="1600" dirty="0">
                          <a:solidFill>
                            <a:srgbClr val="231F20"/>
                          </a:solidFill>
                          <a:latin typeface="Arial" panose="020B0604020202020204" pitchFamily="34" charset="0"/>
                          <a:cs typeface="Arial" panose="020B0604020202020204" pitchFamily="34" charset="0"/>
                        </a:rPr>
                        <a:t>ype</a:t>
                      </a:r>
                      <a:r>
                        <a:rPr sz="1600" spc="40" dirty="0">
                          <a:solidFill>
                            <a:srgbClr val="231F20"/>
                          </a:solidFill>
                          <a:latin typeface="Arial" panose="020B0604020202020204" pitchFamily="34" charset="0"/>
                          <a:cs typeface="Arial" panose="020B0604020202020204" pitchFamily="34" charset="0"/>
                        </a:rPr>
                        <a:t>r</a:t>
                      </a:r>
                      <a:r>
                        <a:rPr sz="1600" spc="-2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ension.</a:t>
                      </a:r>
                      <a:r>
                        <a:rPr sz="1600" spc="-1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Th</a:t>
                      </a:r>
                      <a:r>
                        <a:rPr sz="1600" dirty="0">
                          <a:solidFill>
                            <a:srgbClr val="231F20"/>
                          </a:solidFill>
                          <a:latin typeface="Arial" panose="020B0604020202020204" pitchFamily="34" charset="0"/>
                          <a:cs typeface="Arial" panose="020B0604020202020204" pitchFamily="34" charset="0"/>
                        </a:rPr>
                        <a:t>e </a:t>
                      </a:r>
                      <a:r>
                        <a:rPr sz="1600" spc="-5" dirty="0">
                          <a:solidFill>
                            <a:srgbClr val="231F20"/>
                          </a:solidFill>
                          <a:latin typeface="Arial" panose="020B0604020202020204" pitchFamily="34" charset="0"/>
                          <a:cs typeface="Arial" panose="020B0604020202020204" pitchFamily="34" charset="0"/>
                        </a:rPr>
                        <a:t>bes</a:t>
                      </a:r>
                      <a:r>
                        <a:rPr sz="1600" dirty="0">
                          <a:solidFill>
                            <a:srgbClr val="231F20"/>
                          </a:solidFill>
                          <a:latin typeface="Arial" panose="020B0604020202020204" pitchFamily="34" charset="0"/>
                          <a:cs typeface="Arial" panose="020B0604020202020204" pitchFamily="34" charset="0"/>
                        </a:rPr>
                        <a:t>t </a:t>
                      </a:r>
                      <a:r>
                        <a:rPr sz="1600" spc="-20" dirty="0">
                          <a:solidFill>
                            <a:srgbClr val="231F20"/>
                          </a:solidFill>
                          <a:latin typeface="Arial" panose="020B0604020202020204" pitchFamily="34" charset="0"/>
                          <a:cs typeface="Arial" panose="020B0604020202020204" pitchFamily="34" charset="0"/>
                        </a:rPr>
                        <a:t>w</a:t>
                      </a:r>
                      <a:r>
                        <a:rPr sz="1600" spc="-30"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y </a:t>
                      </a:r>
                      <a:r>
                        <a:rPr sz="1600" spc="-20"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o ma</a:t>
                      </a:r>
                      <a:r>
                        <a:rPr sz="1600" spc="-30" dirty="0">
                          <a:solidFill>
                            <a:srgbClr val="231F20"/>
                          </a:solidFill>
                          <a:latin typeface="Arial" panose="020B0604020202020204" pitchFamily="34" charset="0"/>
                          <a:cs typeface="Arial" panose="020B0604020202020204" pitchFamily="34" charset="0"/>
                        </a:rPr>
                        <a:t>k</a:t>
                      </a:r>
                      <a:r>
                        <a:rPr sz="1600" dirty="0">
                          <a:solidFill>
                            <a:srgbClr val="231F20"/>
                          </a:solidFill>
                          <a:latin typeface="Arial" panose="020B0604020202020204" pitchFamily="34" charset="0"/>
                          <a:cs typeface="Arial" panose="020B0604020202020204" pitchFamily="34" charset="0"/>
                        </a:rPr>
                        <a:t>e sure </a:t>
                      </a:r>
                      <a:r>
                        <a:rPr sz="1600" spc="-5" dirty="0">
                          <a:solidFill>
                            <a:srgbClr val="231F20"/>
                          </a:solidFill>
                          <a:latin typeface="Arial" panose="020B0604020202020204" pitchFamily="34" charset="0"/>
                          <a:cs typeface="Arial" panose="020B0604020202020204" pitchFamily="34" charset="0"/>
                        </a:rPr>
                        <a:t>i</a:t>
                      </a:r>
                      <a:r>
                        <a:rPr sz="1600" dirty="0">
                          <a:solidFill>
                            <a:srgbClr val="231F20"/>
                          </a:solidFill>
                          <a:latin typeface="Arial" panose="020B0604020202020204" pitchFamily="34" charset="0"/>
                          <a:cs typeface="Arial" panose="020B0604020202020204" pitchFamily="34" charset="0"/>
                        </a:rPr>
                        <a:t>s </a:t>
                      </a:r>
                      <a:r>
                        <a:rPr sz="1600" spc="-2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o h</a:t>
                      </a:r>
                      <a:r>
                        <a:rPr sz="1600" spc="-30" dirty="0">
                          <a:solidFill>
                            <a:srgbClr val="231F20"/>
                          </a:solidFill>
                          <a:latin typeface="Arial" panose="020B0604020202020204" pitchFamily="34" charset="0"/>
                          <a:cs typeface="Arial" panose="020B0604020202020204" pitchFamily="34" charset="0"/>
                        </a:rPr>
                        <a:t>a</a:t>
                      </a:r>
                      <a:r>
                        <a:rPr sz="1600" spc="-20" dirty="0">
                          <a:solidFill>
                            <a:srgbClr val="231F20"/>
                          </a:solidFill>
                          <a:latin typeface="Arial" panose="020B0604020202020204" pitchFamily="34" charset="0"/>
                          <a:cs typeface="Arial" panose="020B0604020202020204" pitchFamily="34" charset="0"/>
                        </a:rPr>
                        <a:t>v</a:t>
                      </a:r>
                      <a:r>
                        <a:rPr sz="1600" dirty="0">
                          <a:solidFill>
                            <a:srgbClr val="231F20"/>
                          </a:solidFill>
                          <a:latin typeface="Arial" panose="020B0604020202020204" pitchFamily="34" charset="0"/>
                          <a:cs typeface="Arial" panose="020B0604020202020204" pitchFamily="34" charset="0"/>
                        </a:rPr>
                        <a:t>e </a:t>
                      </a:r>
                      <a:r>
                        <a:rPr sz="1600" spc="-20" dirty="0">
                          <a:solidFill>
                            <a:srgbClr val="231F20"/>
                          </a:solidFill>
                          <a:latin typeface="Arial" panose="020B0604020202020204" pitchFamily="34" charset="0"/>
                          <a:cs typeface="Arial" panose="020B0604020202020204" pitchFamily="34" charset="0"/>
                        </a:rPr>
                        <a:t>y</a:t>
                      </a:r>
                      <a:r>
                        <a:rPr sz="1600" dirty="0">
                          <a:solidFill>
                            <a:srgbClr val="231F20"/>
                          </a:solidFill>
                          <a:latin typeface="Arial" panose="020B0604020202020204" pitchFamily="34" charset="0"/>
                          <a:cs typeface="Arial" panose="020B0604020202020204" pitchFamily="34" charset="0"/>
                        </a:rPr>
                        <a:t>our</a:t>
                      </a:r>
                      <a:r>
                        <a:rPr sz="1600" spc="-5" dirty="0">
                          <a:solidFill>
                            <a:srgbClr val="231F20"/>
                          </a:solidFill>
                          <a:latin typeface="Arial" panose="020B0604020202020204" pitchFamily="34" charset="0"/>
                          <a:cs typeface="Arial" panose="020B0604020202020204" pitchFamily="34" charset="0"/>
                        </a:rPr>
                        <a:t> bloo</a:t>
                      </a:r>
                      <a:r>
                        <a:rPr sz="1600" dirty="0">
                          <a:solidFill>
                            <a:srgbClr val="231F20"/>
                          </a:solidFill>
                          <a:latin typeface="Arial" panose="020B0604020202020204" pitchFamily="34" charset="0"/>
                          <a:cs typeface="Arial" panose="020B0604020202020204" pitchFamily="34" charset="0"/>
                        </a:rPr>
                        <a:t>d </a:t>
                      </a:r>
                      <a:r>
                        <a:rPr sz="1600" spc="-5" dirty="0">
                          <a:solidFill>
                            <a:srgbClr val="231F20"/>
                          </a:solidFill>
                          <a:latin typeface="Arial" panose="020B0604020202020204" pitchFamily="34" charset="0"/>
                          <a:cs typeface="Arial" panose="020B0604020202020204" pitchFamily="34" charset="0"/>
                        </a:rPr>
                        <a:t>pressur</a:t>
                      </a:r>
                      <a:r>
                        <a:rPr sz="1600" dirty="0">
                          <a:solidFill>
                            <a:srgbClr val="231F20"/>
                          </a:solidFill>
                          <a:latin typeface="Arial" panose="020B0604020202020204" pitchFamily="34" charset="0"/>
                          <a:cs typeface="Arial" panose="020B0604020202020204" pitchFamily="34" charset="0"/>
                        </a:rPr>
                        <a:t>e</a:t>
                      </a:r>
                      <a:r>
                        <a:rPr sz="1600" spc="5" dirty="0">
                          <a:solidFill>
                            <a:srgbClr val="231F20"/>
                          </a:solidFill>
                          <a:latin typeface="Arial" panose="020B0604020202020204" pitchFamily="34" charset="0"/>
                          <a:cs typeface="Arial" panose="020B0604020202020204" pitchFamily="34" charset="0"/>
                        </a:rPr>
                        <a:t> </a:t>
                      </a:r>
                      <a:r>
                        <a:rPr sz="1600" spc="-30"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es</a:t>
                      </a:r>
                      <a:r>
                        <a:rPr sz="1600" spc="-2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ed,and</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ask</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health </a:t>
                      </a:r>
                      <a:r>
                        <a:rPr sz="1600" spc="-5" dirty="0">
                          <a:solidFill>
                            <a:srgbClr val="231F20"/>
                          </a:solidFill>
                          <a:latin typeface="Arial" panose="020B0604020202020204" pitchFamily="34" charset="0"/>
                          <a:cs typeface="Arial" panose="020B0604020202020204" pitchFamily="34" charset="0"/>
                        </a:rPr>
                        <a:t>p</a:t>
                      </a:r>
                      <a:r>
                        <a:rPr sz="1600" spc="-30"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o</a:t>
                      </a:r>
                      <a:r>
                        <a:rPr sz="1600" spc="-35"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essional</a:t>
                      </a:r>
                      <a:r>
                        <a:rPr sz="1600" spc="-10"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o </a:t>
                      </a:r>
                      <a:r>
                        <a:rPr sz="1600" spc="-25" dirty="0">
                          <a:solidFill>
                            <a:srgbClr val="231F20"/>
                          </a:solidFill>
                          <a:latin typeface="Arial" panose="020B0604020202020204" pitchFamily="34" charset="0"/>
                          <a:cs typeface="Arial" panose="020B0604020202020204" pitchFamily="34" charset="0"/>
                        </a:rPr>
                        <a:t>e</a:t>
                      </a:r>
                      <a:r>
                        <a:rPr sz="1600" dirty="0">
                          <a:solidFill>
                            <a:srgbClr val="231F20"/>
                          </a:solidFill>
                          <a:latin typeface="Arial" panose="020B0604020202020204" pitchFamily="34" charset="0"/>
                          <a:cs typeface="Arial" panose="020B0604020202020204" pitchFamily="34" charset="0"/>
                        </a:rPr>
                        <a:t>xplain</a:t>
                      </a:r>
                      <a:r>
                        <a:rPr sz="1600" spc="-5" dirty="0">
                          <a:solidFill>
                            <a:srgbClr val="231F20"/>
                          </a:solidFill>
                          <a:latin typeface="Arial" panose="020B0604020202020204" pitchFamily="34" charset="0"/>
                          <a:cs typeface="Arial" panose="020B0604020202020204" pitchFamily="34" charset="0"/>
                        </a:rPr>
                        <a:t> wha</a:t>
                      </a:r>
                      <a:r>
                        <a:rPr sz="1600" dirty="0">
                          <a:solidFill>
                            <a:srgbClr val="231F20"/>
                          </a:solidFill>
                          <a:latin typeface="Arial" panose="020B0604020202020204" pitchFamily="34" charset="0"/>
                          <a:cs typeface="Arial" panose="020B0604020202020204" pitchFamily="34" charset="0"/>
                        </a:rPr>
                        <a:t>t the</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reading</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means.</a:t>
                      </a:r>
                      <a:endParaRPr sz="1600" dirty="0">
                        <a:latin typeface="Arial" panose="020B0604020202020204" pitchFamily="34" charset="0"/>
                        <a:cs typeface="Arial" panose="020B0604020202020204" pitchFamily="34" charset="0"/>
                      </a:endParaRPr>
                    </a:p>
                  </a:txBody>
                  <a:tcPr marL="0" marR="0" marT="0" marB="0" anchor="ctr">
                    <a:lnL w="6350">
                      <a:solidFill>
                        <a:srgbClr val="E3CA83"/>
                      </a:solidFill>
                      <a:prstDash val="solid"/>
                    </a:lnL>
                    <a:lnR w="6350">
                      <a:solidFill>
                        <a:srgbClr val="E3CA83"/>
                      </a:solidFill>
                      <a:prstDash val="solid"/>
                    </a:lnR>
                    <a:lnT w="6350" cap="flat" cmpd="sng" algn="ctr">
                      <a:solidFill>
                        <a:srgbClr val="E3CA83"/>
                      </a:solidFill>
                      <a:prstDash val="solid"/>
                      <a:round/>
                      <a:headEnd type="none" w="med" len="med"/>
                      <a:tailEnd type="none" w="med" len="med"/>
                    </a:lnT>
                    <a:lnB w="6350">
                      <a:solidFill>
                        <a:srgbClr val="E3CA83"/>
                      </a:solidFill>
                      <a:prstDash val="solid"/>
                    </a:lnB>
                    <a:solidFill>
                      <a:schemeClr val="accent6">
                        <a:lumMod val="60000"/>
                        <a:lumOff val="40000"/>
                      </a:schemeClr>
                    </a:solidFill>
                  </a:tcPr>
                </a:tc>
                <a:tc hMerge="1">
                  <a:txBody>
                    <a:bodyPr/>
                    <a:lstStyle/>
                    <a:p>
                      <a:endParaRPr/>
                    </a:p>
                  </a:txBody>
                  <a:tcPr marL="0" marR="0" marT="0" marB="0"/>
                </a:tc>
                <a:extLst>
                  <a:ext uri="{0D108BD9-81ED-4DB2-BD59-A6C34878D82A}">
                    <a16:rowId xmlns:a16="http://schemas.microsoft.com/office/drawing/2014/main" xmlns="" val="10014"/>
                  </a:ext>
                </a:extLst>
              </a:tr>
            </a:tbl>
          </a:graphicData>
        </a:graphic>
      </p:graphicFrame>
    </p:spTree>
    <p:extLst>
      <p:ext uri="{BB962C8B-B14F-4D97-AF65-F5344CB8AC3E}">
        <p14:creationId xmlns:p14="http://schemas.microsoft.com/office/powerpoint/2010/main" val="1550315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A9308AC-176C-A24D-9D32-78B36A0636A5}"/>
              </a:ext>
            </a:extLst>
          </p:cNvPr>
          <p:cNvSpPr>
            <a:spLocks noGrp="1"/>
          </p:cNvSpPr>
          <p:nvPr>
            <p:ph type="sldNum" sz="quarter" idx="12"/>
          </p:nvPr>
        </p:nvSpPr>
        <p:spPr/>
        <p:txBody>
          <a:bodyPr/>
          <a:lstStyle/>
          <a:p>
            <a:fld id="{5FCE7002-8CF6-784B-9A24-69DF51357AB2}" type="slidenum">
              <a:rPr lang="en-US" smtClean="0"/>
              <a:t>37</a:t>
            </a:fld>
            <a:endParaRPr lang="en-US"/>
          </a:p>
        </p:txBody>
      </p:sp>
      <p:sp>
        <p:nvSpPr>
          <p:cNvPr id="5" name="object 2">
            <a:extLst>
              <a:ext uri="{FF2B5EF4-FFF2-40B4-BE49-F238E27FC236}">
                <a16:creationId xmlns:a16="http://schemas.microsoft.com/office/drawing/2014/main" xmlns="" id="{7A8927CD-ED97-D54E-A559-D75222371185}"/>
              </a:ext>
            </a:extLst>
          </p:cNvPr>
          <p:cNvSpPr txBox="1"/>
          <p:nvPr/>
        </p:nvSpPr>
        <p:spPr>
          <a:xfrm>
            <a:off x="779410" y="740537"/>
            <a:ext cx="9279201" cy="5682133"/>
          </a:xfrm>
          <a:prstGeom prst="rect">
            <a:avLst/>
          </a:prstGeom>
        </p:spPr>
        <p:txBody>
          <a:bodyPr vert="horz" wrap="square" lIns="0" tIns="0" rIns="0" bIns="0" rtlCol="0">
            <a:spAutoFit/>
          </a:bodyPr>
          <a:lstStyle/>
          <a:p>
            <a:pPr marL="12700">
              <a:lnSpc>
                <a:spcPts val="2800"/>
              </a:lnSpc>
            </a:pPr>
            <a:r>
              <a:rPr lang="en-US" sz="2000" b="1" kern="0" dirty="0">
                <a:solidFill>
                  <a:srgbClr val="00B050"/>
                </a:solidFill>
                <a:latin typeface="Arial" pitchFamily="34" charset="0"/>
                <a:cs typeface="Arial" pitchFamily="34" charset="0"/>
              </a:rPr>
              <a:t>Client paths and their interaction with </a:t>
            </a:r>
            <a:r>
              <a:rPr lang="en-US" sz="2000" b="1" kern="0" dirty="0" smtClean="0">
                <a:solidFill>
                  <a:srgbClr val="FF0000"/>
                </a:solidFill>
                <a:latin typeface="Arial" pitchFamily="34" charset="0"/>
                <a:cs typeface="Arial" pitchFamily="34" charset="0"/>
              </a:rPr>
              <a:t>CHWs</a:t>
            </a:r>
            <a:endParaRPr lang="en-US" sz="2000" b="1" kern="0" dirty="0">
              <a:solidFill>
                <a:srgbClr val="FF0000"/>
              </a:solidFill>
              <a:latin typeface="Arial" pitchFamily="34" charset="0"/>
              <a:cs typeface="Arial" pitchFamily="34" charset="0"/>
            </a:endParaRPr>
          </a:p>
          <a:p>
            <a:pPr marL="171450" indent="-171450">
              <a:lnSpc>
                <a:spcPts val="2800"/>
              </a:lnSpc>
              <a:buFont typeface="Wingdings" panose="05000000000000000000" pitchFamily="2" charset="2"/>
              <a:buChar char="§"/>
            </a:pPr>
            <a:r>
              <a:rPr lang="en-GB" sz="1800" spc="-15" dirty="0">
                <a:solidFill>
                  <a:srgbClr val="231F20"/>
                </a:solidFill>
                <a:latin typeface="Arial" panose="020B0604020202020204" pitchFamily="34" charset="0"/>
                <a:cs typeface="Arial" panose="020B0604020202020204" pitchFamily="34" charset="0"/>
              </a:rPr>
              <a:t>In order for the client to have a confirmed diagnosis of Hypertension they require multiple elevated blood pressure readings over a period of time – typically 2-3 months. Therefore it is essential that as a </a:t>
            </a:r>
            <a:r>
              <a:rPr lang="en-GB" sz="1800" spc="-15" dirty="0" smtClean="0">
                <a:solidFill>
                  <a:srgbClr val="FF0000"/>
                </a:solidFill>
                <a:latin typeface="Arial" panose="020B0604020202020204" pitchFamily="34" charset="0"/>
                <a:cs typeface="Arial" panose="020B0604020202020204" pitchFamily="34" charset="0"/>
              </a:rPr>
              <a:t>CHW</a:t>
            </a:r>
            <a:r>
              <a:rPr lang="en-GB" sz="1800" spc="-15" dirty="0" smtClean="0">
                <a:solidFill>
                  <a:srgbClr val="231F20"/>
                </a:solidFill>
                <a:latin typeface="Arial" panose="020B0604020202020204" pitchFamily="34" charset="0"/>
                <a:cs typeface="Arial" panose="020B0604020202020204" pitchFamily="34" charset="0"/>
              </a:rPr>
              <a:t> </a:t>
            </a:r>
            <a:r>
              <a:rPr lang="en-GB" sz="1800" spc="-15" dirty="0">
                <a:solidFill>
                  <a:srgbClr val="231F20"/>
                </a:solidFill>
                <a:latin typeface="Arial" panose="020B0604020202020204" pitchFamily="34" charset="0"/>
                <a:cs typeface="Arial" panose="020B0604020202020204" pitchFamily="34" charset="0"/>
              </a:rPr>
              <a:t>you assist with this process and ensure the client receives the correct number of readings and is correctly linked to the health facility. </a:t>
            </a:r>
          </a:p>
          <a:p>
            <a:pPr marL="207010" indent="-171450">
              <a:lnSpc>
                <a:spcPts val="2800"/>
              </a:lnSpc>
              <a:spcBef>
                <a:spcPts val="505"/>
              </a:spcBef>
              <a:buClr>
                <a:srgbClr val="231F20"/>
              </a:buClr>
              <a:buFont typeface="Wingdings" panose="05000000000000000000" pitchFamily="2" charset="2"/>
              <a:buChar char="§"/>
              <a:tabLst>
                <a:tab pos="264795" algn="l"/>
              </a:tabLst>
            </a:pPr>
            <a:r>
              <a:rPr lang="en-US" sz="1800" spc="-15" dirty="0">
                <a:solidFill>
                  <a:srgbClr val="231F20"/>
                </a:solidFill>
                <a:latin typeface="Arial" panose="020B0604020202020204" pitchFamily="34" charset="0"/>
                <a:cs typeface="Arial" panose="020B0604020202020204" pitchFamily="34" charset="0"/>
              </a:rPr>
              <a:t>As a </a:t>
            </a:r>
            <a:r>
              <a:rPr lang="en-US" sz="1800" spc="-15" dirty="0" smtClean="0">
                <a:solidFill>
                  <a:srgbClr val="FF0000"/>
                </a:solidFill>
                <a:latin typeface="Arial" panose="020B0604020202020204" pitchFamily="34" charset="0"/>
                <a:cs typeface="Arial" panose="020B0604020202020204" pitchFamily="34" charset="0"/>
              </a:rPr>
              <a:t>CHWs</a:t>
            </a:r>
            <a:r>
              <a:rPr lang="en-US" sz="1800" spc="-15" dirty="0">
                <a:solidFill>
                  <a:srgbClr val="231F20"/>
                </a:solidFill>
                <a:latin typeface="Arial" panose="020B0604020202020204" pitchFamily="34" charset="0"/>
                <a:cs typeface="Arial" panose="020B0604020202020204" pitchFamily="34" charset="0"/>
              </a:rPr>
              <a:t>, all clients you encounter that have an elevated BP reading (top or bottom reading  is equal or higher than systolic 140 or diastolic 90 mmHg) are likely to follow three possible paths (see chart on next slide):</a:t>
            </a:r>
          </a:p>
          <a:p>
            <a:pPr marL="778510" lvl="1" indent="-285750">
              <a:lnSpc>
                <a:spcPts val="2800"/>
              </a:lnSpc>
              <a:spcBef>
                <a:spcPts val="505"/>
              </a:spcBef>
              <a:buClr>
                <a:srgbClr val="231F20"/>
              </a:buClr>
              <a:buFont typeface="Wingdings" panose="05000000000000000000" pitchFamily="2" charset="2"/>
              <a:buChar char="§"/>
              <a:tabLst>
                <a:tab pos="264795" algn="l"/>
              </a:tabLst>
            </a:pPr>
            <a:r>
              <a:rPr lang="en-US" sz="2000" b="1" kern="0" dirty="0">
                <a:solidFill>
                  <a:srgbClr val="00B050"/>
                </a:solidFill>
                <a:latin typeface="Arial" pitchFamily="34" charset="0"/>
                <a:cs typeface="Arial" pitchFamily="34" charset="0"/>
              </a:rPr>
              <a:t>Client Path 1</a:t>
            </a:r>
            <a:r>
              <a:rPr lang="en-US" sz="1800" spc="-15" dirty="0">
                <a:latin typeface="Arial" panose="020B0604020202020204" pitchFamily="34" charset="0"/>
                <a:cs typeface="Arial" panose="020B0604020202020204" pitchFamily="34" charset="0"/>
              </a:rPr>
              <a:t>: T</a:t>
            </a:r>
            <a:r>
              <a:rPr lang="en-US" sz="1800" spc="-15" dirty="0">
                <a:solidFill>
                  <a:srgbClr val="231F20"/>
                </a:solidFill>
                <a:latin typeface="Arial" panose="020B0604020202020204" pitchFamily="34" charset="0"/>
                <a:cs typeface="Arial" panose="020B0604020202020204" pitchFamily="34" charset="0"/>
              </a:rPr>
              <a:t>hese are the clients who have an elevated BP reading on visit 1, and you refer to a health facility, and are able to attend the appointment.</a:t>
            </a:r>
          </a:p>
          <a:p>
            <a:pPr marL="778510" lvl="1" indent="-285750">
              <a:lnSpc>
                <a:spcPts val="2800"/>
              </a:lnSpc>
              <a:spcBef>
                <a:spcPts val="505"/>
              </a:spcBef>
              <a:buClr>
                <a:srgbClr val="231F20"/>
              </a:buClr>
              <a:buFont typeface="Wingdings" panose="05000000000000000000" pitchFamily="2" charset="2"/>
              <a:buChar char="§"/>
              <a:tabLst>
                <a:tab pos="264795" algn="l"/>
              </a:tabLst>
            </a:pPr>
            <a:r>
              <a:rPr lang="en-US" sz="2000" b="1" kern="0" dirty="0">
                <a:solidFill>
                  <a:srgbClr val="00B050"/>
                </a:solidFill>
                <a:latin typeface="Arial" pitchFamily="34" charset="0"/>
                <a:cs typeface="Arial" pitchFamily="34" charset="0"/>
              </a:rPr>
              <a:t>Client Path 2</a:t>
            </a:r>
            <a:r>
              <a:rPr lang="en-US" sz="1800" b="1" spc="-15" dirty="0">
                <a:solidFill>
                  <a:srgbClr val="00B05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These are those clients whom you find have an elevated BP reading on visit 1, but due to various reasons, the clients are unable to attend the clinic day as advised by you, and whom you schedule to come back and do a second reading on a different day within a month.</a:t>
            </a:r>
          </a:p>
          <a:p>
            <a:pPr marL="207010" marR="5080" indent="-171450">
              <a:lnSpc>
                <a:spcPct val="150000"/>
              </a:lnSpc>
              <a:spcBef>
                <a:spcPts val="565"/>
              </a:spcBef>
              <a:buClr>
                <a:srgbClr val="231F20"/>
              </a:buClr>
              <a:buFont typeface="Wingdings" panose="05000000000000000000" pitchFamily="2" charset="2"/>
              <a:buChar char="§"/>
              <a:tabLst>
                <a:tab pos="264795" algn="l"/>
              </a:tabLst>
            </a:pPr>
            <a:endParaRPr sz="1400" spc="-15" dirty="0">
              <a:solidFill>
                <a:srgbClr val="C5342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8213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804611A-3F38-9640-BE21-02B2AF80E179}"/>
              </a:ext>
            </a:extLst>
          </p:cNvPr>
          <p:cNvSpPr>
            <a:spLocks noGrp="1"/>
          </p:cNvSpPr>
          <p:nvPr>
            <p:ph type="sldNum" sz="quarter" idx="12"/>
          </p:nvPr>
        </p:nvSpPr>
        <p:spPr/>
        <p:txBody>
          <a:bodyPr/>
          <a:lstStyle/>
          <a:p>
            <a:fld id="{5FCE7002-8CF6-784B-9A24-69DF51357AB2}" type="slidenum">
              <a:rPr lang="en-US" smtClean="0"/>
              <a:t>38</a:t>
            </a:fld>
            <a:endParaRPr lang="en-US"/>
          </a:p>
        </p:txBody>
      </p:sp>
      <p:sp>
        <p:nvSpPr>
          <p:cNvPr id="5" name="Rectangle 4">
            <a:extLst>
              <a:ext uri="{FF2B5EF4-FFF2-40B4-BE49-F238E27FC236}">
                <a16:creationId xmlns:a16="http://schemas.microsoft.com/office/drawing/2014/main" xmlns="" id="{69A9DDEC-9001-5247-B303-05C48EE905C9}"/>
              </a:ext>
            </a:extLst>
          </p:cNvPr>
          <p:cNvSpPr/>
          <p:nvPr/>
        </p:nvSpPr>
        <p:spPr>
          <a:xfrm>
            <a:off x="775856" y="1052945"/>
            <a:ext cx="9337962" cy="5632311"/>
          </a:xfrm>
          <a:prstGeom prst="rect">
            <a:avLst/>
          </a:prstGeom>
        </p:spPr>
        <p:txBody>
          <a:bodyPr wrap="square">
            <a:spAutoFit/>
          </a:bodyPr>
          <a:lstStyle/>
          <a:p>
            <a:pPr marL="778510" lvl="1" indent="-285750">
              <a:lnSpc>
                <a:spcPts val="2800"/>
              </a:lnSpc>
              <a:spcBef>
                <a:spcPts val="505"/>
              </a:spcBef>
              <a:buClr>
                <a:srgbClr val="231F20"/>
              </a:buClr>
              <a:buFont typeface="Wingdings" panose="05000000000000000000" pitchFamily="2" charset="2"/>
              <a:buChar char="§"/>
              <a:tabLst>
                <a:tab pos="264795" algn="l"/>
              </a:tabLst>
            </a:pPr>
            <a:r>
              <a:rPr lang="en-US" sz="2000" b="1" kern="0" dirty="0">
                <a:solidFill>
                  <a:srgbClr val="00B050"/>
                </a:solidFill>
                <a:latin typeface="Arial" pitchFamily="34" charset="0"/>
                <a:cs typeface="Arial" pitchFamily="34" charset="0"/>
              </a:rPr>
              <a:t>Client Path 3</a:t>
            </a:r>
            <a:r>
              <a:rPr lang="en-US" sz="2000" spc="-15" dirty="0">
                <a:latin typeface="Arial" panose="020B0604020202020204" pitchFamily="34" charset="0"/>
                <a:cs typeface="Arial" panose="020B0604020202020204" pitchFamily="34" charset="0"/>
              </a:rPr>
              <a:t>:</a:t>
            </a:r>
            <a:r>
              <a:rPr lang="en-US" sz="2000" spc="-15" dirty="0">
                <a:solidFill>
                  <a:srgbClr val="C5342E"/>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These are those clients whom you found to have an elevated BP reading on visit 1, you referred them to the facility for a facility level BP recording and further evaluation, and have now been sent back to you for a 3</a:t>
            </a:r>
            <a:r>
              <a:rPr lang="en-US" sz="1800" spc="-15" baseline="30000" dirty="0">
                <a:solidFill>
                  <a:srgbClr val="231F20"/>
                </a:solidFill>
                <a:latin typeface="Arial" panose="020B0604020202020204" pitchFamily="34" charset="0"/>
                <a:cs typeface="Arial" panose="020B0604020202020204" pitchFamily="34" charset="0"/>
              </a:rPr>
              <a:t>rd</a:t>
            </a:r>
            <a:r>
              <a:rPr lang="en-US" sz="1800" spc="-15" dirty="0">
                <a:solidFill>
                  <a:srgbClr val="231F20"/>
                </a:solidFill>
                <a:latin typeface="Arial" panose="020B0604020202020204" pitchFamily="34" charset="0"/>
                <a:cs typeface="Arial" panose="020B0604020202020204" pitchFamily="34" charset="0"/>
              </a:rPr>
              <a:t> reading at the community. For these types of clients, you are required to do the third BP reading and then refer them back to the facility.  Since these clients will have already been issued with </a:t>
            </a:r>
            <a:r>
              <a:rPr lang="en-US" sz="1800" spc="-15" dirty="0" smtClean="0">
                <a:solidFill>
                  <a:srgbClr val="231F20"/>
                </a:solidFill>
                <a:latin typeface="Arial" panose="020B0604020202020204" pitchFamily="34" charset="0"/>
                <a:cs typeface="Arial" panose="020B0604020202020204" pitchFamily="34" charset="0"/>
              </a:rPr>
              <a:t>an Appointment Card (at the NCD Clinics) at </a:t>
            </a:r>
            <a:r>
              <a:rPr lang="en-US" sz="1800" spc="-15" dirty="0">
                <a:solidFill>
                  <a:srgbClr val="231F20"/>
                </a:solidFill>
                <a:latin typeface="Arial" panose="020B0604020202020204" pitchFamily="34" charset="0"/>
                <a:cs typeface="Arial" panose="020B0604020202020204" pitchFamily="34" charset="0"/>
              </a:rPr>
              <a:t>the facility, all BP reading should be recorded in the clients’ booklet. </a:t>
            </a:r>
            <a:endParaRPr lang="en-US" sz="1800" dirty="0">
              <a:latin typeface="Arial" panose="020B0604020202020204" pitchFamily="34" charset="0"/>
              <a:cs typeface="Arial" panose="020B0604020202020204" pitchFamily="34" charset="0"/>
            </a:endParaRPr>
          </a:p>
          <a:p>
            <a:pPr marL="207010" marR="5080" indent="-171450">
              <a:lnSpc>
                <a:spcPts val="2800"/>
              </a:lnSpc>
              <a:spcBef>
                <a:spcPts val="565"/>
              </a:spcBef>
              <a:buClr>
                <a:srgbClr val="231F20"/>
              </a:buClr>
              <a:buFont typeface="Wingdings" panose="05000000000000000000" pitchFamily="2" charset="2"/>
              <a:buChar char="§"/>
              <a:tabLst>
                <a:tab pos="264795" algn="l"/>
              </a:tabLst>
            </a:pPr>
            <a:r>
              <a:rPr lang="en-US" sz="1800" spc="-5" dirty="0">
                <a:solidFill>
                  <a:srgbClr val="231F20"/>
                </a:solidFill>
                <a:latin typeface="Arial" panose="020B0604020202020204" pitchFamily="34" charset="0"/>
                <a:cs typeface="Arial" panose="020B0604020202020204" pitchFamily="34" charset="0"/>
              </a:rPr>
              <a:t>For all clients, on any visit, if either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op</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a:t>
            </a:r>
            <a:r>
              <a:rPr lang="en-US" sz="1800" spc="-25" dirty="0">
                <a:solidFill>
                  <a:srgbClr val="231F20"/>
                </a:solidFill>
                <a:latin typeface="Arial" panose="020B0604020202020204" pitchFamily="34" charset="0"/>
                <a:cs typeface="Arial" panose="020B0604020202020204" pitchFamily="34" charset="0"/>
              </a:rPr>
              <a:t>o</a:t>
            </a:r>
            <a:r>
              <a:rPr lang="en-US" sz="1800" spc="-5" dirty="0">
                <a:solidFill>
                  <a:srgbClr val="231F20"/>
                </a:solidFill>
                <a:latin typeface="Arial" panose="020B0604020202020204" pitchFamily="34" charset="0"/>
                <a:cs typeface="Arial" panose="020B0604020202020204" pitchFamily="34" charset="0"/>
              </a:rPr>
              <a:t>t</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om</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numbe</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s </a:t>
            </a:r>
            <a:r>
              <a:rPr lang="en-US" sz="1800" spc="-10" dirty="0">
                <a:solidFill>
                  <a:srgbClr val="231F20"/>
                </a:solidFill>
                <a:latin typeface="Arial" panose="020B0604020202020204" pitchFamily="34" charset="0"/>
                <a:cs typeface="Arial" panose="020B0604020202020204" pitchFamily="34" charset="0"/>
              </a:rPr>
              <a:t>higher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than</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sys</a:t>
            </a:r>
            <a:r>
              <a:rPr lang="en-US" sz="1800" spc="-25" dirty="0">
                <a:solidFill>
                  <a:srgbClr val="231F20"/>
                </a:solidFill>
                <a:latin typeface="Arial" panose="020B0604020202020204" pitchFamily="34" charset="0"/>
                <a:cs typeface="Arial" panose="020B0604020202020204" pitchFamily="34" charset="0"/>
              </a:rPr>
              <a:t>t</a:t>
            </a:r>
            <a:r>
              <a:rPr lang="en-US" sz="1800" spc="-5" dirty="0">
                <a:solidFill>
                  <a:srgbClr val="231F20"/>
                </a:solidFill>
                <a:latin typeface="Arial" panose="020B0604020202020204" pitchFamily="34" charset="0"/>
                <a:cs typeface="Arial" panose="020B0604020202020204" pitchFamily="34" charset="0"/>
              </a:rPr>
              <a:t>olic </a:t>
            </a:r>
            <a:r>
              <a:rPr lang="en-US" sz="1800" spc="-40" dirty="0">
                <a:solidFill>
                  <a:srgbClr val="231F20"/>
                </a:solidFill>
                <a:latin typeface="Arial" panose="020B0604020202020204" pitchFamily="34" charset="0"/>
                <a:cs typeface="Arial" panose="020B0604020202020204" pitchFamily="34" charset="0"/>
              </a:rPr>
              <a:t>18</a:t>
            </a:r>
            <a:r>
              <a:rPr lang="en-US" sz="1800" dirty="0">
                <a:solidFill>
                  <a:srgbClr val="231F20"/>
                </a:solidFill>
                <a:latin typeface="Arial" panose="020B0604020202020204" pitchFamily="34" charset="0"/>
                <a:cs typeface="Arial" panose="020B0604020202020204" pitchFamily="34" charset="0"/>
              </a:rPr>
              <a:t>0 </a:t>
            </a:r>
            <a:r>
              <a:rPr lang="en-US" sz="1800" spc="-10" dirty="0">
                <a:solidFill>
                  <a:srgbClr val="231F20"/>
                </a:solidFill>
                <a:latin typeface="Arial" panose="020B0604020202020204" pitchFamily="34" charset="0"/>
                <a:cs typeface="Arial" panose="020B0604020202020204" pitchFamily="34" charset="0"/>
              </a:rPr>
              <a:t>or</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dias</a:t>
            </a:r>
            <a:r>
              <a:rPr lang="en-US" sz="1800" spc="-30" dirty="0">
                <a:solidFill>
                  <a:srgbClr val="231F20"/>
                </a:solidFill>
                <a:latin typeface="Arial" panose="020B0604020202020204" pitchFamily="34" charset="0"/>
                <a:cs typeface="Arial" panose="020B0604020202020204" pitchFamily="34" charset="0"/>
              </a:rPr>
              <a:t>t</a:t>
            </a:r>
            <a:r>
              <a:rPr lang="en-US" sz="1800" spc="-5" dirty="0">
                <a:solidFill>
                  <a:srgbClr val="231F20"/>
                </a:solidFill>
                <a:latin typeface="Arial" panose="020B0604020202020204" pitchFamily="34" charset="0"/>
                <a:cs typeface="Arial" panose="020B0604020202020204" pitchFamily="34" charset="0"/>
              </a:rPr>
              <a:t>olic 11</a:t>
            </a:r>
            <a:r>
              <a:rPr lang="en-US" sz="1800" dirty="0">
                <a:solidFill>
                  <a:srgbClr val="231F20"/>
                </a:solidFill>
                <a:latin typeface="Arial" panose="020B0604020202020204" pitchFamily="34" charset="0"/>
                <a:cs typeface="Arial" panose="020B0604020202020204" pitchFamily="34" charset="0"/>
              </a:rPr>
              <a:t>0 </a:t>
            </a:r>
            <a:r>
              <a:rPr lang="en-US" sz="1800" spc="-10" dirty="0">
                <a:solidFill>
                  <a:srgbClr val="231F20"/>
                </a:solidFill>
                <a:latin typeface="Arial" panose="020B0604020202020204" pitchFamily="34" charset="0"/>
                <a:cs typeface="Arial" panose="020B0604020202020204" pitchFamily="34" charset="0"/>
              </a:rPr>
              <a:t>mmHg,</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re</a:t>
            </a:r>
            <a:r>
              <a:rPr lang="en-US" sz="1800" spc="-4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er</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client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health</a:t>
            </a:r>
            <a:r>
              <a:rPr lang="en-US" sz="1800"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f</a:t>
            </a:r>
            <a:r>
              <a:rPr lang="en-US" sz="1800" dirty="0">
                <a:solidFill>
                  <a:srgbClr val="231F20"/>
                </a:solidFill>
                <a:latin typeface="Arial" panose="020B0604020202020204" pitchFamily="34" charset="0"/>
                <a:cs typeface="Arial" panose="020B0604020202020204" pitchFamily="34" charset="0"/>
              </a:rPr>
              <a:t>acility</a:t>
            </a:r>
            <a:r>
              <a:rPr lang="en-US" sz="1800" b="1" dirty="0">
                <a:solidFill>
                  <a:srgbClr val="231F20"/>
                </a:solidFill>
                <a:latin typeface="Arial" panose="020B0604020202020204" pitchFamily="34" charset="0"/>
                <a:cs typeface="Arial" panose="020B0604020202020204" pitchFamily="34" charset="0"/>
              </a:rPr>
              <a:t> </a:t>
            </a:r>
            <a:r>
              <a:rPr lang="en-US" sz="1800" b="1" kern="0" dirty="0">
                <a:solidFill>
                  <a:schemeClr val="tx1">
                    <a:lumMod val="75000"/>
                    <a:lumOff val="25000"/>
                  </a:schemeClr>
                </a:solidFill>
                <a:latin typeface="Arial" pitchFamily="34" charset="0"/>
                <a:cs typeface="Arial" pitchFamily="34" charset="0"/>
              </a:rPr>
              <a:t>immediately</a:t>
            </a:r>
            <a:r>
              <a:rPr lang="en-US" sz="1800" b="1" spc="-15" dirty="0">
                <a:solidFill>
                  <a:schemeClr val="tx1">
                    <a:lumMod val="75000"/>
                    <a:lumOff val="25000"/>
                  </a:schemeClr>
                </a:solidFill>
                <a:latin typeface="Arial" panose="020B0604020202020204" pitchFamily="34" charset="0"/>
                <a:cs typeface="Arial" panose="020B0604020202020204" pitchFamily="34" charset="0"/>
              </a:rPr>
              <a:t>.</a:t>
            </a:r>
          </a:p>
          <a:p>
            <a:pPr marL="207010" marR="5080" indent="-171450">
              <a:lnSpc>
                <a:spcPts val="2800"/>
              </a:lnSpc>
              <a:spcBef>
                <a:spcPts val="565"/>
              </a:spcBef>
              <a:buClr>
                <a:srgbClr val="231F20"/>
              </a:buClr>
              <a:buFont typeface="Wingdings" panose="05000000000000000000" pitchFamily="2" charset="2"/>
              <a:buChar char="§"/>
              <a:tabLst>
                <a:tab pos="264795" algn="l"/>
              </a:tabLst>
            </a:pPr>
            <a:r>
              <a:rPr lang="en-US" sz="1800" spc="-15" dirty="0">
                <a:latin typeface="Arial" panose="020B0604020202020204" pitchFamily="34" charset="0"/>
                <a:cs typeface="Arial" panose="020B0604020202020204" pitchFamily="34" charset="0"/>
              </a:rPr>
              <a:t>In order to do this there are several paths that the client may take. It is important that each reading is captured in the clients </a:t>
            </a:r>
            <a:r>
              <a:rPr lang="en-US" sz="1800" spc="-15" dirty="0" smtClean="0">
                <a:solidFill>
                  <a:srgbClr val="FF0000"/>
                </a:solidFill>
                <a:latin typeface="Arial" panose="020B0604020202020204" pitchFamily="34" charset="0"/>
                <a:cs typeface="Arial" panose="020B0604020202020204" pitchFamily="34" charset="0"/>
              </a:rPr>
              <a:t>patient</a:t>
            </a:r>
            <a:r>
              <a:rPr lang="en-US" sz="1800" spc="-15" dirty="0" smtClean="0">
                <a:solidFill>
                  <a:srgbClr val="FF0000"/>
                </a:solidFill>
                <a:latin typeface="Arial" panose="020B0604020202020204" pitchFamily="34" charset="0"/>
                <a:cs typeface="Arial" panose="020B0604020202020204" pitchFamily="34" charset="0"/>
              </a:rPr>
              <a:t> </a:t>
            </a:r>
            <a:r>
              <a:rPr lang="en-US" sz="1800" spc="-15" dirty="0">
                <a:solidFill>
                  <a:srgbClr val="FF0000"/>
                </a:solidFill>
                <a:latin typeface="Arial" panose="020B0604020202020204" pitchFamily="34" charset="0"/>
                <a:cs typeface="Arial" panose="020B0604020202020204" pitchFamily="34" charset="0"/>
              </a:rPr>
              <a:t>booklet </a:t>
            </a:r>
            <a:r>
              <a:rPr lang="en-US" sz="1800" spc="-15" dirty="0">
                <a:latin typeface="Arial" panose="020B0604020202020204" pitchFamily="34" charset="0"/>
                <a:cs typeface="Arial" panose="020B0604020202020204" pitchFamily="34" charset="0"/>
              </a:rPr>
              <a:t>as well as the screening register. You must follow up with clients on a regular basis to ensure they have a blood pressure reading at least once a month (by you or the health facility) and ensure you continue to follow up with the client once diagnosed to ensure they are following lifestyle changes and taking medicine as required. </a:t>
            </a:r>
          </a:p>
        </p:txBody>
      </p:sp>
    </p:spTree>
    <p:extLst>
      <p:ext uri="{BB962C8B-B14F-4D97-AF65-F5344CB8AC3E}">
        <p14:creationId xmlns:p14="http://schemas.microsoft.com/office/powerpoint/2010/main" val="2504694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296B8F3-62B4-9E49-A414-804F22251255}"/>
              </a:ext>
            </a:extLst>
          </p:cNvPr>
          <p:cNvSpPr>
            <a:spLocks noGrp="1"/>
          </p:cNvSpPr>
          <p:nvPr>
            <p:ph type="sldNum" sz="quarter" idx="12"/>
          </p:nvPr>
        </p:nvSpPr>
        <p:spPr/>
        <p:txBody>
          <a:bodyPr/>
          <a:lstStyle/>
          <a:p>
            <a:fld id="{5FCE7002-8CF6-784B-9A24-69DF51357AB2}" type="slidenum">
              <a:rPr lang="en-US" smtClean="0"/>
              <a:t>39</a:t>
            </a:fld>
            <a:endParaRPr lang="en-US"/>
          </a:p>
        </p:txBody>
      </p:sp>
      <p:pic>
        <p:nvPicPr>
          <p:cNvPr id="9" name="Picture 8">
            <a:extLst>
              <a:ext uri="{FF2B5EF4-FFF2-40B4-BE49-F238E27FC236}">
                <a16:creationId xmlns:a16="http://schemas.microsoft.com/office/drawing/2014/main" xmlns="" id="{76535FC0-D7B4-6C4C-A540-EBF17C0A9957}"/>
              </a:ext>
            </a:extLst>
          </p:cNvPr>
          <p:cNvPicPr>
            <a:picLocks noChangeAspect="1"/>
          </p:cNvPicPr>
          <p:nvPr/>
        </p:nvPicPr>
        <p:blipFill>
          <a:blip r:embed="rId2"/>
          <a:stretch>
            <a:fillRect/>
          </a:stretch>
        </p:blipFill>
        <p:spPr>
          <a:xfrm>
            <a:off x="0" y="2148"/>
            <a:ext cx="10691813" cy="7555379"/>
          </a:xfrm>
          <a:prstGeom prst="rect">
            <a:avLst/>
          </a:prstGeom>
        </p:spPr>
      </p:pic>
    </p:spTree>
    <p:extLst>
      <p:ext uri="{BB962C8B-B14F-4D97-AF65-F5344CB8AC3E}">
        <p14:creationId xmlns:p14="http://schemas.microsoft.com/office/powerpoint/2010/main" val="24578807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90E179D-6ED4-1147-8A82-D90316F7A326}"/>
              </a:ext>
            </a:extLst>
          </p:cNvPr>
          <p:cNvSpPr>
            <a:spLocks noGrp="1"/>
          </p:cNvSpPr>
          <p:nvPr>
            <p:ph type="sldNum" sz="quarter" idx="12"/>
          </p:nvPr>
        </p:nvSpPr>
        <p:spPr/>
        <p:txBody>
          <a:bodyPr/>
          <a:lstStyle/>
          <a:p>
            <a:fld id="{5FCE7002-8CF6-784B-9A24-69DF51357AB2}" type="slidenum">
              <a:rPr lang="en-US" smtClean="0"/>
              <a:t>40</a:t>
            </a:fld>
            <a:endParaRPr lang="en-US"/>
          </a:p>
        </p:txBody>
      </p:sp>
      <p:sp>
        <p:nvSpPr>
          <p:cNvPr id="6" name="object 2">
            <a:extLst>
              <a:ext uri="{FF2B5EF4-FFF2-40B4-BE49-F238E27FC236}">
                <a16:creationId xmlns:a16="http://schemas.microsoft.com/office/drawing/2014/main" xmlns="" id="{5EF27A77-F438-214E-B5C8-2BBE9B7A6731}"/>
              </a:ext>
            </a:extLst>
          </p:cNvPr>
          <p:cNvSpPr txBox="1"/>
          <p:nvPr/>
        </p:nvSpPr>
        <p:spPr>
          <a:xfrm>
            <a:off x="757262" y="986732"/>
            <a:ext cx="9624791" cy="5502725"/>
          </a:xfrm>
          <a:prstGeom prst="rect">
            <a:avLst/>
          </a:prstGeom>
        </p:spPr>
        <p:txBody>
          <a:bodyPr vert="horz" wrap="square" lIns="0" tIns="0" rIns="0" bIns="0" rtlCol="0">
            <a:spAutoFit/>
          </a:bodyPr>
          <a:lstStyle/>
          <a:p>
            <a:pPr marL="12700">
              <a:lnSpc>
                <a:spcPts val="2800"/>
              </a:lnSpc>
            </a:pPr>
            <a:r>
              <a:rPr lang="en-GB" sz="2000" b="1" kern="0" dirty="0">
                <a:solidFill>
                  <a:srgbClr val="00B050"/>
                </a:solidFill>
                <a:latin typeface="Arial" pitchFamily="34" charset="0"/>
                <a:cs typeface="Arial" pitchFamily="34" charset="0"/>
              </a:rPr>
              <a:t>Referral</a:t>
            </a:r>
            <a:endParaRPr lang="en-GB" sz="2000" b="1" dirty="0">
              <a:solidFill>
                <a:srgbClr val="00B050"/>
              </a:solidFill>
              <a:latin typeface="Arial" panose="020B0604020202020204" pitchFamily="34" charset="0"/>
              <a:cs typeface="Arial" panose="020B0604020202020204" pitchFamily="34" charset="0"/>
            </a:endParaRPr>
          </a:p>
          <a:p>
            <a:pPr marL="264160" indent="-228600">
              <a:lnSpc>
                <a:spcPts val="2800"/>
              </a:lnSpc>
              <a:spcBef>
                <a:spcPts val="505"/>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Whe</a:t>
            </a:r>
            <a:r>
              <a:rPr sz="1800" spc="-10" dirty="0">
                <a:solidFill>
                  <a:srgbClr val="231F20"/>
                </a:solidFill>
                <a:latin typeface="Arial" panose="020B0604020202020204" pitchFamily="34" charset="0"/>
                <a:cs typeface="Arial" panose="020B0604020202020204" pitchFamily="34" charset="0"/>
              </a:rPr>
              <a:t>n</a:t>
            </a:r>
            <a:r>
              <a:rPr sz="1800" dirty="0">
                <a:solidFill>
                  <a:srgbClr val="231F20"/>
                </a:solidFill>
                <a:latin typeface="Arial" panose="020B0604020202020204" pitchFamily="34" charset="0"/>
                <a:cs typeface="Arial" panose="020B0604020202020204" pitchFamily="34" charset="0"/>
              </a:rPr>
              <a:t> taking</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al</a:t>
            </a:r>
            <a:r>
              <a:rPr sz="1800" spc="-30" dirty="0">
                <a:solidFill>
                  <a:srgbClr val="231F20"/>
                </a:solidFill>
                <a:latin typeface="Arial" panose="020B0604020202020204" pitchFamily="34" charset="0"/>
                <a:cs typeface="Arial" panose="020B0604020202020204" pitchFamily="34" charset="0"/>
              </a:rPr>
              <a:t>w</a:t>
            </a:r>
            <a:r>
              <a:rPr sz="1800" spc="-40"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ys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consider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second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P </a:t>
            </a:r>
            <a:r>
              <a:rPr sz="1800" spc="-10" dirty="0">
                <a:solidFill>
                  <a:srgbClr val="231F20"/>
                </a:solidFill>
                <a:latin typeface="Arial" panose="020B0604020202020204" pitchFamily="34" charset="0"/>
                <a:cs typeface="Arial" panose="020B0604020202020204" pitchFamily="34" charset="0"/>
              </a:rPr>
              <a:t>measurement.</a:t>
            </a:r>
            <a:endParaRPr sz="1800" dirty="0">
              <a:latin typeface="Arial" panose="020B0604020202020204" pitchFamily="34" charset="0"/>
              <a:cs typeface="Arial" panose="020B0604020202020204" pitchFamily="34" charset="0"/>
            </a:endParaRPr>
          </a:p>
          <a:p>
            <a:pPr marL="264160" marR="5080" indent="-228600">
              <a:lnSpc>
                <a:spcPts val="2800"/>
              </a:lnSpc>
              <a:spcBef>
                <a:spcPts val="565"/>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If </a:t>
            </a:r>
            <a:r>
              <a:rPr lang="en-US" sz="1800" spc="-5" dirty="0">
                <a:solidFill>
                  <a:srgbClr val="231F20"/>
                </a:solidFill>
                <a:latin typeface="Arial" panose="020B0604020202020204" pitchFamily="34" charset="0"/>
                <a:cs typeface="Arial" panose="020B0604020202020204" pitchFamily="34" charset="0"/>
              </a:rPr>
              <a:t>blood pressure reading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q</a:t>
            </a:r>
            <a:r>
              <a:rPr sz="1800" spc="-10" dirty="0">
                <a:solidFill>
                  <a:srgbClr val="231F20"/>
                </a:solidFill>
                <a:latin typeface="Arial" panose="020B0604020202020204" pitchFamily="34" charset="0"/>
                <a:cs typeface="Arial" panose="020B0604020202020204" pitchFamily="34" charset="0"/>
              </a:rPr>
              <a:t>ual</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higher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than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sys</a:t>
            </a:r>
            <a:r>
              <a:rPr sz="1800" spc="-25"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a:t>
            </a:r>
            <a:r>
              <a:rPr sz="1800" spc="-40" dirty="0">
                <a:solidFill>
                  <a:srgbClr val="231F20"/>
                </a:solidFill>
                <a:latin typeface="Arial" panose="020B0604020202020204" pitchFamily="34" charset="0"/>
                <a:cs typeface="Arial" panose="020B0604020202020204" pitchFamily="34" charset="0"/>
              </a:rPr>
              <a:t>1</a:t>
            </a:r>
            <a:r>
              <a:rPr sz="1800" spc="-5" dirty="0">
                <a:solidFill>
                  <a:srgbClr val="231F20"/>
                </a:solidFill>
                <a:latin typeface="Arial" panose="020B0604020202020204" pitchFamily="34" charset="0"/>
                <a:cs typeface="Arial" panose="020B0604020202020204" pitchFamily="34" charset="0"/>
              </a:rPr>
              <a:t>4</a:t>
            </a:r>
            <a:r>
              <a:rPr sz="1800" dirty="0">
                <a:solidFill>
                  <a:srgbClr val="231F20"/>
                </a:solidFill>
                <a:latin typeface="Arial" panose="020B0604020202020204" pitchFamily="34" charset="0"/>
                <a:cs typeface="Arial" panose="020B0604020202020204" pitchFamily="34" charset="0"/>
              </a:rPr>
              <a:t>0 </a:t>
            </a:r>
            <a:r>
              <a:rPr lang="en-US" sz="1800" dirty="0">
                <a:solidFill>
                  <a:srgbClr val="231F20"/>
                </a:solidFill>
                <a:latin typeface="Arial" panose="020B0604020202020204" pitchFamily="34" charset="0"/>
                <a:cs typeface="Arial" panose="020B0604020202020204" pitchFamily="34" charset="0"/>
              </a:rPr>
              <a:t>and/</a:t>
            </a:r>
            <a:r>
              <a:rPr sz="1800" spc="-10" dirty="0">
                <a:solidFill>
                  <a:srgbClr val="231F20"/>
                </a:solidFill>
                <a:latin typeface="Arial" panose="020B0604020202020204" pitchFamily="34" charset="0"/>
                <a:cs typeface="Arial" panose="020B0604020202020204" pitchFamily="34" charset="0"/>
              </a:rPr>
              <a:t>or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dias</a:t>
            </a:r>
            <a:r>
              <a:rPr sz="1800" spc="-30" dirty="0">
                <a:solidFill>
                  <a:srgbClr val="231F20"/>
                </a:solidFill>
                <a:latin typeface="Arial" panose="020B0604020202020204" pitchFamily="34" charset="0"/>
                <a:cs typeface="Arial" panose="020B0604020202020204" pitchFamily="34" charset="0"/>
              </a:rPr>
              <a:t>t</a:t>
            </a:r>
            <a:r>
              <a:rPr sz="1800" spc="-5" dirty="0">
                <a:solidFill>
                  <a:srgbClr val="231F20"/>
                </a:solidFill>
                <a:latin typeface="Arial" panose="020B0604020202020204" pitchFamily="34" charset="0"/>
                <a:cs typeface="Arial" panose="020B0604020202020204" pitchFamily="34" charset="0"/>
              </a:rPr>
              <a:t>olic 9</a:t>
            </a:r>
            <a:r>
              <a:rPr sz="1800" dirty="0">
                <a:solidFill>
                  <a:srgbClr val="231F20"/>
                </a:solidFill>
                <a:latin typeface="Arial" panose="020B0604020202020204" pitchFamily="34" charset="0"/>
                <a:cs typeface="Arial" panose="020B0604020202020204" pitchFamily="34" charset="0"/>
              </a:rPr>
              <a:t>0 </a:t>
            </a:r>
            <a:r>
              <a:rPr sz="1800" spc="-10" dirty="0">
                <a:solidFill>
                  <a:srgbClr val="231F20"/>
                </a:solidFill>
                <a:latin typeface="Arial" panose="020B0604020202020204" pitchFamily="34" charset="0"/>
                <a:cs typeface="Arial" panose="020B0604020202020204" pitchFamily="34" charset="0"/>
              </a:rPr>
              <a:t>mmHg,</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client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health</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acility</a:t>
            </a:r>
            <a:endParaRPr lang="en-US" sz="1800" dirty="0">
              <a:solidFill>
                <a:srgbClr val="231F20"/>
              </a:solidFill>
              <a:latin typeface="Arial" panose="020B0604020202020204" pitchFamily="34" charset="0"/>
              <a:cs typeface="Arial" panose="020B0604020202020204" pitchFamily="34" charset="0"/>
            </a:endParaRPr>
          </a:p>
          <a:p>
            <a:pPr marL="264160" marR="5080" indent="-228600">
              <a:lnSpc>
                <a:spcPts val="2800"/>
              </a:lnSpc>
              <a:spcBef>
                <a:spcPts val="565"/>
              </a:spcBef>
              <a:buClr>
                <a:srgbClr val="231F20"/>
              </a:buClr>
              <a:buFont typeface="Arial"/>
              <a:buChar char="•"/>
              <a:tabLst>
                <a:tab pos="264795" algn="l"/>
              </a:tabLst>
            </a:pPr>
            <a:r>
              <a:rPr lang="en-ZA" sz="1800" dirty="0">
                <a:solidFill>
                  <a:srgbClr val="231F20"/>
                </a:solidFill>
                <a:latin typeface="Arial" panose="020B0604020202020204" pitchFamily="34" charset="0"/>
                <a:cs typeface="Arial" panose="020B0604020202020204" pitchFamily="34" charset="0"/>
              </a:rPr>
              <a:t>All clients with BP readings of SBP &gt;180 and/or DBP reading of &gt;110 on any visit should be referred to a facility </a:t>
            </a:r>
            <a:r>
              <a:rPr lang="en-ZA" sz="1800" b="1" dirty="0">
                <a:solidFill>
                  <a:schemeClr val="tx1">
                    <a:lumMod val="75000"/>
                    <a:lumOff val="25000"/>
                  </a:schemeClr>
                </a:solidFill>
                <a:latin typeface="Arial" panose="020B0604020202020204" pitchFamily="34" charset="0"/>
                <a:cs typeface="Arial" panose="020B0604020202020204" pitchFamily="34" charset="0"/>
              </a:rPr>
              <a:t>immediately</a:t>
            </a:r>
            <a:endParaRPr lang="en-GB" sz="1800" b="1" dirty="0">
              <a:solidFill>
                <a:schemeClr val="tx1">
                  <a:lumMod val="75000"/>
                  <a:lumOff val="25000"/>
                </a:schemeClr>
              </a:solidFill>
              <a:latin typeface="Arial" panose="020B0604020202020204" pitchFamily="34" charset="0"/>
              <a:cs typeface="Arial" panose="020B0604020202020204" pitchFamily="34" charset="0"/>
            </a:endParaRPr>
          </a:p>
          <a:p>
            <a:pPr marL="35560" marR="5080">
              <a:lnSpc>
                <a:spcPts val="2800"/>
              </a:lnSpc>
              <a:spcBef>
                <a:spcPts val="565"/>
              </a:spcBef>
              <a:buClr>
                <a:srgbClr val="231F20"/>
              </a:buClr>
              <a:tabLst>
                <a:tab pos="264795" algn="l"/>
              </a:tabLst>
            </a:pPr>
            <a:endParaRPr sz="1200" dirty="0">
              <a:latin typeface="Arial" panose="020B0604020202020204" pitchFamily="34" charset="0"/>
              <a:cs typeface="Arial" panose="020B0604020202020204" pitchFamily="34" charset="0"/>
            </a:endParaRPr>
          </a:p>
          <a:p>
            <a:pPr marL="12700">
              <a:lnSpc>
                <a:spcPts val="2800"/>
              </a:lnSpc>
            </a:pPr>
            <a:r>
              <a:rPr lang="en-GB" sz="2000" b="1" kern="0" dirty="0">
                <a:solidFill>
                  <a:srgbClr val="00B050"/>
                </a:solidFill>
                <a:latin typeface="Arial" pitchFamily="34" charset="0"/>
                <a:cs typeface="Arial" pitchFamily="34" charset="0"/>
              </a:rPr>
              <a:t>Follow-up and Defaulter tracing </a:t>
            </a:r>
            <a:endParaRPr lang="en-GB" sz="2000" b="1" dirty="0">
              <a:solidFill>
                <a:srgbClr val="00B050"/>
              </a:solidFill>
              <a:latin typeface="Arial" panose="020B0604020202020204" pitchFamily="34" charset="0"/>
              <a:cs typeface="Arial" panose="020B0604020202020204" pitchFamily="34" charset="0"/>
            </a:endParaRPr>
          </a:p>
          <a:p>
            <a:pPr marL="264160" indent="-228600">
              <a:lnSpc>
                <a:spcPts val="2800"/>
              </a:lnSpc>
              <a:spcBef>
                <a:spcPts val="505"/>
              </a:spcBef>
              <a:buClr>
                <a:srgbClr val="231F20"/>
              </a:buClr>
              <a:buFont typeface="Arial"/>
              <a:buChar char="•"/>
              <a:tabLst>
                <a:tab pos="264795" algn="l"/>
              </a:tabLst>
            </a:pPr>
            <a:r>
              <a:rPr sz="1800" dirty="0">
                <a:solidFill>
                  <a:srgbClr val="231F20"/>
                </a:solidFill>
                <a:latin typeface="Arial" panose="020B0604020202020204" pitchFamily="34" charset="0"/>
                <a:cs typeface="Arial" panose="020B0604020202020204" pitchFamily="34" charset="0"/>
              </a:rPr>
              <a:t>Visit the client </a:t>
            </a:r>
            <a:r>
              <a:rPr sz="1800" spc="-2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o </a:t>
            </a:r>
            <a:r>
              <a:rPr sz="1800" spc="-15" dirty="0">
                <a:solidFill>
                  <a:srgbClr val="231F20"/>
                </a:solidFill>
                <a:latin typeface="Arial" panose="020B0604020202020204" pitchFamily="34" charset="0"/>
                <a:cs typeface="Arial" panose="020B0604020202020204" pitchFamily="34" charset="0"/>
              </a:rPr>
              <a:t>confirm</a:t>
            </a:r>
            <a:r>
              <a:rPr sz="1800" dirty="0">
                <a:solidFill>
                  <a:srgbClr val="231F20"/>
                </a:solidFill>
                <a:latin typeface="Arial" panose="020B0604020202020204" pitchFamily="34" charset="0"/>
                <a:cs typeface="Arial" panose="020B0604020202020204" pitchFamily="34" charset="0"/>
              </a:rPr>
              <a:t> that th</a:t>
            </a:r>
            <a:r>
              <a:rPr sz="1800" spc="-25"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y </a:t>
            </a:r>
            <a:r>
              <a:rPr sz="1800" spc="-20"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ent </a:t>
            </a:r>
            <a:r>
              <a:rPr sz="1800" spc="-20"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o the health </a:t>
            </a:r>
            <a:r>
              <a:rPr sz="1800" spc="-1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acility</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Also</a:t>
            </a:r>
            <a:r>
              <a:rPr lang="en-US" sz="1800" spc="-10" dirty="0">
                <a:solidFill>
                  <a:srgbClr val="231F20"/>
                </a:solidFill>
                <a:latin typeface="Arial" panose="020B0604020202020204" pitchFamily="34" charset="0"/>
                <a:cs typeface="Arial" panose="020B0604020202020204" pitchFamily="34" charset="0"/>
              </a:rPr>
              <a:t>,</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oll</a:t>
            </a:r>
            <a:r>
              <a:rPr sz="1800" spc="-3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-up</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ensure</a:t>
            </a:r>
            <a:r>
              <a:rPr sz="1800" spc="-5" dirty="0">
                <a:solidFill>
                  <a:srgbClr val="231F20"/>
                </a:solidFill>
                <a:latin typeface="Arial" panose="020B0604020202020204" pitchFamily="34" charset="0"/>
                <a:cs typeface="Arial" panose="020B0604020202020204" pitchFamily="34" charset="0"/>
              </a:rPr>
              <a:t> clients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adhering</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healthcare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spc="-40" dirty="0">
                <a:solidFill>
                  <a:srgbClr val="231F20"/>
                </a:solidFill>
                <a:latin typeface="Arial" panose="020B0604020202020204" pitchFamily="34" charset="0"/>
                <a:cs typeface="Arial" panose="020B0604020202020204" pitchFamily="34" charset="0"/>
              </a:rPr>
              <a:t>k</a:t>
            </a:r>
            <a:r>
              <a:rPr sz="1800" spc="-5" dirty="0">
                <a:solidFill>
                  <a:srgbClr val="231F20"/>
                </a:solidFill>
                <a:latin typeface="Arial" panose="020B0604020202020204" pitchFamily="34" charset="0"/>
                <a:cs typeface="Arial" panose="020B0604020202020204" pitchFamily="34" charset="0"/>
              </a:rPr>
              <a:t>er’s </a:t>
            </a:r>
            <a:r>
              <a:rPr sz="1800" spc="-10" dirty="0">
                <a:solidFill>
                  <a:srgbClr val="231F20"/>
                </a:solidFill>
                <a:latin typeface="Arial" panose="020B0604020202020204" pitchFamily="34" charset="0"/>
                <a:cs typeface="Arial" panose="020B0604020202020204" pitchFamily="34" charset="0"/>
              </a:rPr>
              <a:t>recommendations</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3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emind</a:t>
            </a:r>
            <a:r>
              <a:rPr sz="1800" spc="-5" dirty="0">
                <a:solidFill>
                  <a:srgbClr val="231F20"/>
                </a:solidFill>
                <a:latin typeface="Arial" panose="020B0604020202020204" pitchFamily="34" charset="0"/>
                <a:cs typeface="Arial" panose="020B0604020202020204" pitchFamily="34" charset="0"/>
              </a:rPr>
              <a:t> clients wit</a:t>
            </a:r>
            <a:r>
              <a:rPr sz="1800" dirty="0">
                <a:solidFill>
                  <a:srgbClr val="231F20"/>
                </a:solidFill>
                <a:latin typeface="Arial" panose="020B0604020202020204" pitchFamily="34" charset="0"/>
                <a:cs typeface="Arial" panose="020B0604020202020204" pitchFamily="34" charset="0"/>
              </a:rPr>
              <a:t>h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chec</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their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a:t>
            </a:r>
            <a:r>
              <a:rPr sz="1800" spc="-1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regularly</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3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emind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clients </a:t>
            </a:r>
            <a:r>
              <a:rPr lang="en-US" sz="1800" spc="-5" dirty="0">
                <a:solidFill>
                  <a:srgbClr val="231F20"/>
                </a:solidFill>
                <a:latin typeface="Arial" panose="020B0604020202020204" pitchFamily="34" charset="0"/>
                <a:cs typeface="Arial" panose="020B0604020202020204" pitchFamily="34" charset="0"/>
              </a:rPr>
              <a:t>and/or care giver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visi</a:t>
            </a:r>
            <a:r>
              <a:rPr sz="1800" dirty="0">
                <a:solidFill>
                  <a:srgbClr val="231F20"/>
                </a:solidFill>
                <a:latin typeface="Arial" panose="020B0604020202020204" pitchFamily="34" charset="0"/>
                <a:cs typeface="Arial" panose="020B0604020202020204" pitchFamily="34" charset="0"/>
              </a:rPr>
              <a:t>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acility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advised</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b</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t>
            </a:r>
            <a:r>
              <a:rPr sz="1800" spc="-30" dirty="0">
                <a:solidFill>
                  <a:srgbClr val="231F20"/>
                </a:solidFill>
                <a:latin typeface="Arial" panose="020B0604020202020204" pitchFamily="34" charset="0"/>
                <a:cs typeface="Arial" panose="020B0604020202020204" pitchFamily="34" charset="0"/>
              </a:rPr>
              <a:t>r</a:t>
            </a:r>
            <a:r>
              <a:rPr sz="1800" spc="-35"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vide</a:t>
            </a:r>
            <a:r>
              <a:rPr sz="1800" spc="-7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a:t>
            </a:r>
            <a:endParaRPr lang="en-US" sz="1800" dirty="0">
              <a:solidFill>
                <a:srgbClr val="231F20"/>
              </a:solidFill>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lang="en-US" sz="1800" dirty="0">
                <a:solidFill>
                  <a:srgbClr val="231F20"/>
                </a:solidFill>
                <a:latin typeface="Arial" panose="020B0604020202020204" pitchFamily="34" charset="0"/>
                <a:cs typeface="Arial" panose="020B0604020202020204" pitchFamily="34" charset="0"/>
              </a:rPr>
              <a:t>E</a:t>
            </a:r>
            <a:r>
              <a:rPr lang="en-ZA" sz="1800" dirty="0">
                <a:solidFill>
                  <a:srgbClr val="231F20"/>
                </a:solidFill>
                <a:latin typeface="Arial" panose="020B0604020202020204" pitchFamily="34" charset="0"/>
                <a:cs typeface="Arial" panose="020B0604020202020204" pitchFamily="34" charset="0"/>
              </a:rPr>
              <a:t>ducate family members on hypertension and the importance of adhering to treatment.</a:t>
            </a:r>
            <a:endParaRPr lang="en-GB" sz="1800" dirty="0">
              <a:solidFill>
                <a:srgbClr val="231F2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9368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03B65500-1FBA-2740-95D6-8BEB343A91BC}"/>
              </a:ext>
            </a:extLst>
          </p:cNvPr>
          <p:cNvSpPr>
            <a:spLocks noGrp="1"/>
          </p:cNvSpPr>
          <p:nvPr>
            <p:ph type="sldNum" sz="quarter" idx="12"/>
          </p:nvPr>
        </p:nvSpPr>
        <p:spPr/>
        <p:txBody>
          <a:bodyPr/>
          <a:lstStyle/>
          <a:p>
            <a:fld id="{5FCE7002-8CF6-784B-9A24-69DF51357AB2}" type="slidenum">
              <a:rPr lang="en-US" smtClean="0"/>
              <a:t>41</a:t>
            </a:fld>
            <a:endParaRPr lang="en-US"/>
          </a:p>
        </p:txBody>
      </p:sp>
      <p:sp>
        <p:nvSpPr>
          <p:cNvPr id="5" name="object 2">
            <a:extLst>
              <a:ext uri="{FF2B5EF4-FFF2-40B4-BE49-F238E27FC236}">
                <a16:creationId xmlns:a16="http://schemas.microsoft.com/office/drawing/2014/main" xmlns="" id="{8C5AB20D-C29A-7D43-8C21-A6B762BFA89C}"/>
              </a:ext>
            </a:extLst>
          </p:cNvPr>
          <p:cNvSpPr txBox="1"/>
          <p:nvPr/>
        </p:nvSpPr>
        <p:spPr>
          <a:xfrm>
            <a:off x="757262" y="986732"/>
            <a:ext cx="9624791" cy="3515001"/>
          </a:xfrm>
          <a:prstGeom prst="rect">
            <a:avLst/>
          </a:prstGeom>
        </p:spPr>
        <p:txBody>
          <a:bodyPr vert="horz" wrap="square" lIns="0" tIns="0" rIns="0" bIns="0" rtlCol="0">
            <a:spAutoFit/>
          </a:bodyPr>
          <a:lstStyle/>
          <a:p>
            <a:pPr marL="12700">
              <a:lnSpc>
                <a:spcPct val="100000"/>
              </a:lnSpc>
            </a:pPr>
            <a:r>
              <a:rPr lang="en-GB" sz="2000" b="1" kern="0" dirty="0">
                <a:solidFill>
                  <a:srgbClr val="00B050"/>
                </a:solidFill>
                <a:latin typeface="Arial" pitchFamily="34" charset="0"/>
                <a:cs typeface="Arial" pitchFamily="34" charset="0"/>
              </a:rPr>
              <a:t>Adherence</a:t>
            </a:r>
            <a:endParaRPr lang="en-GB" sz="2000" b="1" dirty="0">
              <a:solidFill>
                <a:srgbClr val="00B050"/>
              </a:solidFill>
              <a:latin typeface="Arial" panose="020B0604020202020204" pitchFamily="34" charset="0"/>
              <a:cs typeface="Arial" panose="020B0604020202020204" pitchFamily="34" charset="0"/>
            </a:endParaRPr>
          </a:p>
          <a:p>
            <a:pPr marL="264160" indent="-228600">
              <a:lnSpc>
                <a:spcPts val="2760"/>
              </a:lnSpc>
              <a:spcBef>
                <a:spcPts val="505"/>
              </a:spcBef>
              <a:buClr>
                <a:srgbClr val="231F20"/>
              </a:buClr>
              <a:buFont typeface="Arial"/>
              <a:buChar char="•"/>
              <a:tabLst>
                <a:tab pos="264795" algn="l"/>
              </a:tabLst>
            </a:pPr>
            <a:r>
              <a:rPr sz="1800" spc="-8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reatment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adherence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means</a:t>
            </a:r>
            <a:r>
              <a:rPr sz="1800" dirty="0">
                <a:solidFill>
                  <a:srgbClr val="231F20"/>
                </a:solidFill>
                <a:latin typeface="Arial" panose="020B0604020202020204" pitchFamily="34" charset="0"/>
                <a:cs typeface="Arial" panose="020B0604020202020204" pitchFamily="34" charset="0"/>
              </a:rPr>
              <a:t>  taking </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medication</a:t>
            </a:r>
            <a:r>
              <a:rPr sz="1800"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xactly</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prescribed</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missing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35" dirty="0">
                <a:solidFill>
                  <a:srgbClr val="231F20"/>
                </a:solidFill>
                <a:latin typeface="Arial" panose="020B0604020202020204" pitchFamily="34" charset="0"/>
                <a:cs typeface="Arial" panose="020B0604020202020204" pitchFamily="34" charset="0"/>
              </a:rPr>
              <a:t>n</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doses.</a:t>
            </a:r>
            <a:endParaRPr sz="1800" dirty="0">
              <a:latin typeface="Arial" panose="020B0604020202020204" pitchFamily="34" charset="0"/>
              <a:cs typeface="Arial" panose="020B0604020202020204" pitchFamily="34" charset="0"/>
            </a:endParaRPr>
          </a:p>
          <a:p>
            <a:pPr marL="264160" indent="-228600">
              <a:lnSpc>
                <a:spcPts val="2760"/>
              </a:lnSpc>
              <a:spcBef>
                <a:spcPts val="565"/>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I</a:t>
            </a:r>
            <a:r>
              <a:rPr sz="1800" spc="-25" dirty="0">
                <a:solidFill>
                  <a:srgbClr val="231F20"/>
                </a:solidFill>
                <a:latin typeface="Arial" panose="020B0604020202020204" pitchFamily="34" charset="0"/>
                <a:cs typeface="Arial" panose="020B0604020202020204" pitchFamily="34" charset="0"/>
              </a:rPr>
              <a:t>m</a:t>
            </a:r>
            <a:r>
              <a:rPr sz="1800" spc="-15" dirty="0">
                <a:solidFill>
                  <a:srgbClr val="231F20"/>
                </a:solidFill>
                <a:latin typeface="Arial" panose="020B0604020202020204" pitchFamily="34" charset="0"/>
                <a:cs typeface="Arial" panose="020B0604020202020204" pitchFamily="34" charset="0"/>
              </a:rPr>
              <a:t>po</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tant in</a:t>
            </a:r>
            <a:r>
              <a:rPr sz="1800" spc="-3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ormation about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medication</a:t>
            </a:r>
            <a:endParaRPr sz="1800" dirty="0">
              <a:latin typeface="Arial" panose="020B0604020202020204" pitchFamily="34" charset="0"/>
              <a:cs typeface="Arial" panose="020B0604020202020204" pitchFamily="34" charset="0"/>
            </a:endParaRPr>
          </a:p>
          <a:p>
            <a:pPr marL="516255" lvl="1" indent="-228600">
              <a:lnSpc>
                <a:spcPts val="2760"/>
              </a:lnSpc>
              <a:spcBef>
                <a:spcPts val="565"/>
              </a:spcBef>
              <a:buClr>
                <a:srgbClr val="231F20"/>
              </a:buClr>
              <a:buFont typeface="Franklin Gothic Book"/>
              <a:buAutoNum type="romanLcPeriod"/>
              <a:tabLst>
                <a:tab pos="516890" algn="l"/>
              </a:tabLst>
            </a:pPr>
            <a:r>
              <a:rPr sz="1800" spc="-15" dirty="0">
                <a:solidFill>
                  <a:srgbClr val="231F20"/>
                </a:solidFill>
                <a:latin typeface="Arial" panose="020B0604020202020204" pitchFamily="34" charset="0"/>
                <a:cs typeface="Arial" panose="020B0604020202020204" pitchFamily="34" charset="0"/>
              </a:rPr>
              <a:t>Kn</a:t>
            </a:r>
            <a:r>
              <a:rPr sz="1800" spc="-25"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name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t>
            </a:r>
            <a:r>
              <a:rPr lang="en-US" sz="1800" spc="-10" dirty="0">
                <a:solidFill>
                  <a:srgbClr val="231F20"/>
                </a:solidFill>
                <a:latin typeface="Arial" panose="020B0604020202020204" pitchFamily="34" charset="0"/>
                <a:cs typeface="Arial" panose="020B0604020202020204" pitchFamily="34" charset="0"/>
              </a:rPr>
              <a:t>medicine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eep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pac</a:t>
            </a:r>
            <a:r>
              <a:rPr sz="1800" spc="-25"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age</a:t>
            </a:r>
            <a:endParaRPr sz="1800" dirty="0">
              <a:latin typeface="Arial" panose="020B0604020202020204" pitchFamily="34" charset="0"/>
              <a:cs typeface="Arial" panose="020B0604020202020204" pitchFamily="34" charset="0"/>
            </a:endParaRPr>
          </a:p>
          <a:p>
            <a:pPr marL="516255" lvl="1" indent="-228600">
              <a:lnSpc>
                <a:spcPts val="2760"/>
              </a:lnSpc>
              <a:spcBef>
                <a:spcPts val="280"/>
              </a:spcBef>
              <a:buClr>
                <a:srgbClr val="231F20"/>
              </a:buClr>
              <a:buFont typeface="Franklin Gothic Book"/>
              <a:buAutoNum type="romanLcPeriod"/>
              <a:tabLst>
                <a:tab pos="516890" algn="l"/>
              </a:tabLst>
            </a:pPr>
            <a:r>
              <a:rPr lang="en-US" sz="1800" spc="-10" dirty="0">
                <a:solidFill>
                  <a:srgbClr val="231F20"/>
                </a:solidFill>
                <a:latin typeface="Arial" panose="020B0604020202020204" pitchFamily="34" charset="0"/>
                <a:cs typeface="Arial" panose="020B0604020202020204" pitchFamily="34" charset="0"/>
              </a:rPr>
              <a:t>D</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miss</a:t>
            </a:r>
            <a:r>
              <a:rPr lang="en-US"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clinic</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appointment</a:t>
            </a:r>
            <a:endParaRPr sz="1800" dirty="0">
              <a:latin typeface="Arial" panose="020B0604020202020204" pitchFamily="34" charset="0"/>
              <a:cs typeface="Arial" panose="020B0604020202020204" pitchFamily="34" charset="0"/>
            </a:endParaRPr>
          </a:p>
          <a:p>
            <a:pPr marL="516255" lvl="1" indent="-228600">
              <a:lnSpc>
                <a:spcPts val="2760"/>
              </a:lnSpc>
              <a:spcBef>
                <a:spcPts val="280"/>
              </a:spcBef>
              <a:buClr>
                <a:srgbClr val="231F20"/>
              </a:buClr>
              <a:buFont typeface="Franklin Gothic Book"/>
              <a:buAutoNum type="romanLcPeriod"/>
              <a:tabLst>
                <a:tab pos="516890" algn="l"/>
              </a:tabLst>
            </a:pPr>
            <a:r>
              <a:rPr sz="1800" spc="-15" dirty="0">
                <a:solidFill>
                  <a:srgbClr val="231F20"/>
                </a:solidFill>
                <a:latin typeface="Arial" panose="020B0604020202020204" pitchFamily="34" charset="0"/>
                <a:cs typeface="Arial" panose="020B0604020202020204" pitchFamily="34" charset="0"/>
              </a:rPr>
              <a:t>Car</a:t>
            </a:r>
            <a:r>
              <a:rPr sz="1800" spc="2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medication</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appointment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ca</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whil</a:t>
            </a:r>
            <a:r>
              <a:rPr sz="1800" dirty="0">
                <a:solidFill>
                  <a:srgbClr val="231F20"/>
                </a:solidFill>
                <a:latin typeface="Arial" panose="020B0604020202020204" pitchFamily="34" charset="0"/>
                <a:cs typeface="Arial" panose="020B0604020202020204" pitchFamily="34" charset="0"/>
              </a:rPr>
              <a:t>e </a:t>
            </a:r>
            <a:r>
              <a:rPr sz="1800" spc="-5" dirty="0">
                <a:solidFill>
                  <a:srgbClr val="231F20"/>
                </a:solidFill>
                <a:latin typeface="Arial" panose="020B0604020202020204" pitchFamily="34" charset="0"/>
                <a:cs typeface="Arial" panose="020B0604020202020204" pitchFamily="34" charset="0"/>
              </a:rPr>
              <a:t>tr</a:t>
            </a:r>
            <a:r>
              <a:rPr sz="1800" spc="-40" dirty="0">
                <a:solidFill>
                  <a:srgbClr val="231F20"/>
                </a:solidFill>
                <a:latin typeface="Arial" panose="020B0604020202020204" pitchFamily="34" charset="0"/>
                <a:cs typeface="Arial" panose="020B0604020202020204" pitchFamily="34" charset="0"/>
              </a:rPr>
              <a:t>a</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elling</a:t>
            </a:r>
            <a:endParaRPr sz="1800" dirty="0">
              <a:latin typeface="Arial" panose="020B0604020202020204" pitchFamily="34" charset="0"/>
              <a:cs typeface="Arial" panose="020B0604020202020204" pitchFamily="34" charset="0"/>
            </a:endParaRPr>
          </a:p>
          <a:p>
            <a:pPr marL="264160" indent="-228600">
              <a:lnSpc>
                <a:spcPts val="2760"/>
              </a:lnSpc>
              <a:spcBef>
                <a:spcPts val="565"/>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As</a:t>
            </a:r>
            <a:r>
              <a:rPr sz="1800" spc="-5" dirty="0">
                <a:solidFill>
                  <a:srgbClr val="231F20"/>
                </a:solidFill>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a</a:t>
            </a:r>
            <a:r>
              <a:rPr lang="en-US" sz="1800" spc="-10" dirty="0">
                <a:latin typeface="Arial" panose="020B0604020202020204" pitchFamily="34" charset="0"/>
                <a:cs typeface="Arial" panose="020B0604020202020204" pitchFamily="34" charset="0"/>
              </a:rPr>
              <a:t> participant</a:t>
            </a:r>
            <a:r>
              <a:rPr lang="en-US" sz="1800" dirty="0">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al</a:t>
            </a:r>
            <a:r>
              <a:rPr sz="1800" spc="-25" dirty="0">
                <a:solidFill>
                  <a:srgbClr val="231F20"/>
                </a:solidFill>
                <a:latin typeface="Arial" panose="020B0604020202020204" pitchFamily="34" charset="0"/>
                <a:cs typeface="Arial" panose="020B0604020202020204" pitchFamily="34" charset="0"/>
              </a:rPr>
              <a:t>w</a:t>
            </a:r>
            <a:r>
              <a:rPr sz="1800" spc="-40"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ys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in</a:t>
            </a:r>
            <a:r>
              <a:rPr sz="1800" spc="-15" dirty="0">
                <a:solidFill>
                  <a:srgbClr val="231F20"/>
                </a:solidFill>
                <a:latin typeface="Arial" panose="020B0604020202020204" pitchFamily="34" charset="0"/>
                <a:cs typeface="Arial" panose="020B0604020202020204" pitchFamily="34" charset="0"/>
              </a:rPr>
              <a:t>q</a:t>
            </a:r>
            <a:r>
              <a:rPr sz="1800" spc="-5" dirty="0">
                <a:solidFill>
                  <a:srgbClr val="231F20"/>
                </a:solidFill>
                <a:latin typeface="Arial" panose="020B0604020202020204" pitchFamily="34" charset="0"/>
                <a:cs typeface="Arial" panose="020B0604020202020204" pitchFamily="34" charset="0"/>
              </a:rPr>
              <a:t>uire </a:t>
            </a:r>
            <a:r>
              <a:rPr sz="1800" dirty="0">
                <a:solidFill>
                  <a:srgbClr val="231F20"/>
                </a:solidFill>
                <a:latin typeface="Arial" panose="020B0604020202020204" pitchFamily="34" charset="0"/>
                <a:cs typeface="Arial" panose="020B0604020202020204" pitchFamily="34" charset="0"/>
              </a:rPr>
              <a:t>w</a:t>
            </a:r>
            <a:r>
              <a:rPr sz="1800" spc="-25" dirty="0">
                <a:solidFill>
                  <a:srgbClr val="231F20"/>
                </a:solidFill>
                <a:latin typeface="Arial" panose="020B0604020202020204" pitchFamily="34" charset="0"/>
                <a:cs typeface="Arial" panose="020B0604020202020204" pitchFamily="34" charset="0"/>
              </a:rPr>
              <a:t>h</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client </a:t>
            </a:r>
            <a:r>
              <a:rPr sz="1800" spc="-10" dirty="0">
                <a:solidFill>
                  <a:srgbClr val="231F20"/>
                </a:solidFill>
                <a:latin typeface="Arial" panose="020B0604020202020204" pitchFamily="34" charset="0"/>
                <a:cs typeface="Arial" panose="020B0604020202020204" pitchFamily="34" charset="0"/>
              </a:rPr>
              <a:t>isn’</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adhering</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treatment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gi</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eedback</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healthcare</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spc="-7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6283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8ABBFEDC-38F7-F244-95A5-B3B4BFBA02FE}"/>
              </a:ext>
            </a:extLst>
          </p:cNvPr>
          <p:cNvSpPr>
            <a:spLocks noGrp="1"/>
          </p:cNvSpPr>
          <p:nvPr>
            <p:ph type="sldNum" sz="quarter" idx="12"/>
          </p:nvPr>
        </p:nvSpPr>
        <p:spPr/>
        <p:txBody>
          <a:bodyPr/>
          <a:lstStyle/>
          <a:p>
            <a:fld id="{5FCE7002-8CF6-784B-9A24-69DF51357AB2}" type="slidenum">
              <a:rPr lang="en-US" smtClean="0"/>
              <a:t>42</a:t>
            </a:fld>
            <a:endParaRPr lang="en-US"/>
          </a:p>
        </p:txBody>
      </p:sp>
      <p:sp>
        <p:nvSpPr>
          <p:cNvPr id="5" name="object 2">
            <a:extLst>
              <a:ext uri="{FF2B5EF4-FFF2-40B4-BE49-F238E27FC236}">
                <a16:creationId xmlns:a16="http://schemas.microsoft.com/office/drawing/2014/main" xmlns="" id="{8951B99C-A827-5841-90B0-E87FEA7ABF04}"/>
              </a:ext>
            </a:extLst>
          </p:cNvPr>
          <p:cNvSpPr/>
          <p:nvPr/>
        </p:nvSpPr>
        <p:spPr>
          <a:xfrm>
            <a:off x="713739" y="947162"/>
            <a:ext cx="9275388" cy="1491238"/>
          </a:xfrm>
          <a:custGeom>
            <a:avLst/>
            <a:gdLst/>
            <a:ahLst/>
            <a:cxnLst/>
            <a:rect l="l" t="t" r="r" b="b"/>
            <a:pathLst>
              <a:path w="9545955" h="2389504">
                <a:moveTo>
                  <a:pt x="107933" y="0"/>
                </a:moveTo>
                <a:lnTo>
                  <a:pt x="62515" y="496"/>
                </a:lnTo>
                <a:lnTo>
                  <a:pt x="21471" y="7761"/>
                </a:lnTo>
                <a:lnTo>
                  <a:pt x="1654" y="45262"/>
                </a:lnTo>
                <a:lnTo>
                  <a:pt x="0" y="82639"/>
                </a:lnTo>
                <a:lnTo>
                  <a:pt x="7" y="2306471"/>
                </a:lnTo>
                <a:lnTo>
                  <a:pt x="3906" y="2357005"/>
                </a:lnTo>
                <a:lnTo>
                  <a:pt x="31722" y="2385058"/>
                </a:lnTo>
                <a:lnTo>
                  <a:pt x="82572" y="2389044"/>
                </a:lnTo>
                <a:lnTo>
                  <a:pt x="9462344" y="2389049"/>
                </a:lnTo>
                <a:lnTo>
                  <a:pt x="9483000" y="2388614"/>
                </a:lnTo>
                <a:lnTo>
                  <a:pt x="9524044" y="2381350"/>
                </a:lnTo>
                <a:lnTo>
                  <a:pt x="9543861" y="2343848"/>
                </a:lnTo>
                <a:lnTo>
                  <a:pt x="9545515" y="2306471"/>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a:p>
        </p:txBody>
      </p:sp>
      <p:sp>
        <p:nvSpPr>
          <p:cNvPr id="6" name="object 4">
            <a:extLst>
              <a:ext uri="{FF2B5EF4-FFF2-40B4-BE49-F238E27FC236}">
                <a16:creationId xmlns:a16="http://schemas.microsoft.com/office/drawing/2014/main" xmlns="" id="{FAE0EDE5-7337-BA44-9191-1DFCE090AEDA}"/>
              </a:ext>
            </a:extLst>
          </p:cNvPr>
          <p:cNvSpPr txBox="1"/>
          <p:nvPr/>
        </p:nvSpPr>
        <p:spPr>
          <a:xfrm>
            <a:off x="2880880" y="1141748"/>
            <a:ext cx="6336271" cy="307777"/>
          </a:xfrm>
          <a:prstGeom prst="rect">
            <a:avLst/>
          </a:prstGeom>
        </p:spPr>
        <p:txBody>
          <a:bodyPr vert="horz" wrap="square" lIns="0" tIns="0" rIns="0" bIns="0" rtlCol="0">
            <a:spAutoFit/>
          </a:bodyPr>
          <a:lstStyle/>
          <a:p>
            <a:pPr marL="12700">
              <a:lnSpc>
                <a:spcPct val="100000"/>
              </a:lnSpc>
            </a:pPr>
            <a:r>
              <a:rPr lang="en-US" sz="2000" i="1" spc="140" dirty="0">
                <a:latin typeface="Arial" panose="020B0604020202020204" pitchFamily="34" charset="0"/>
                <a:cs typeface="Arial" panose="020B0604020202020204" pitchFamily="34" charset="0"/>
              </a:rPr>
              <a:t>A</a:t>
            </a:r>
            <a:r>
              <a:rPr lang="en-US" sz="2000" i="1" spc="114" dirty="0">
                <a:latin typeface="Arial" panose="020B0604020202020204" pitchFamily="34" charset="0"/>
                <a:cs typeface="Arial" panose="020B0604020202020204" pitchFamily="34" charset="0"/>
              </a:rPr>
              <a:t>ddressing</a:t>
            </a:r>
            <a:r>
              <a:rPr lang="en-US" sz="2000" i="1" spc="50" dirty="0">
                <a:latin typeface="Arial" panose="020B0604020202020204" pitchFamily="34" charset="0"/>
                <a:cs typeface="Arial" panose="020B0604020202020204" pitchFamily="34" charset="0"/>
              </a:rPr>
              <a:t> </a:t>
            </a:r>
            <a:r>
              <a:rPr lang="en-US" sz="2000" i="1" spc="120" dirty="0">
                <a:latin typeface="Arial" panose="020B0604020202020204" pitchFamily="34" charset="0"/>
                <a:cs typeface="Arial" panose="020B0604020202020204" pitchFamily="34" charset="0"/>
              </a:rPr>
              <a:t>barriers</a:t>
            </a:r>
            <a:r>
              <a:rPr lang="en-US" sz="2000" i="1" spc="50" dirty="0">
                <a:latin typeface="Arial" panose="020B0604020202020204" pitchFamily="34" charset="0"/>
                <a:cs typeface="Arial" panose="020B0604020202020204" pitchFamily="34" charset="0"/>
              </a:rPr>
              <a:t> </a:t>
            </a:r>
            <a:r>
              <a:rPr lang="en-US" sz="2000" i="1" spc="160" dirty="0">
                <a:latin typeface="Arial" panose="020B0604020202020204" pitchFamily="34" charset="0"/>
                <a:cs typeface="Arial" panose="020B0604020202020204" pitchFamily="34" charset="0"/>
              </a:rPr>
              <a:t>t</a:t>
            </a:r>
            <a:r>
              <a:rPr lang="en-US" sz="2000" i="1" spc="100" dirty="0">
                <a:latin typeface="Arial" panose="020B0604020202020204" pitchFamily="34" charset="0"/>
                <a:cs typeface="Arial" panose="020B0604020202020204" pitchFamily="34" charset="0"/>
              </a:rPr>
              <a:t>o</a:t>
            </a:r>
            <a:r>
              <a:rPr lang="en-US" sz="2000" i="1" spc="50" dirty="0">
                <a:latin typeface="Arial" panose="020B0604020202020204" pitchFamily="34" charset="0"/>
                <a:cs typeface="Arial" panose="020B0604020202020204" pitchFamily="34" charset="0"/>
              </a:rPr>
              <a:t> </a:t>
            </a:r>
            <a:r>
              <a:rPr lang="en-US" sz="2000" i="1" spc="125" dirty="0">
                <a:latin typeface="Arial" panose="020B0604020202020204" pitchFamily="34" charset="0"/>
                <a:cs typeface="Arial" panose="020B0604020202020204" pitchFamily="34" charset="0"/>
              </a:rPr>
              <a:t>adherence</a:t>
            </a:r>
            <a:endParaRPr lang="en-US" sz="2000" i="1" dirty="0">
              <a:latin typeface="Arial" panose="020B0604020202020204" pitchFamily="34" charset="0"/>
              <a:cs typeface="Arial" panose="020B0604020202020204" pitchFamily="34" charset="0"/>
            </a:endParaRPr>
          </a:p>
        </p:txBody>
      </p:sp>
      <p:sp>
        <p:nvSpPr>
          <p:cNvPr id="7" name="object 3">
            <a:extLst>
              <a:ext uri="{FF2B5EF4-FFF2-40B4-BE49-F238E27FC236}">
                <a16:creationId xmlns:a16="http://schemas.microsoft.com/office/drawing/2014/main" xmlns="" id="{3F9ED3EE-BDE0-4D41-A541-D34A7BCF3CEA}"/>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sz="1799" b="1" spc="-640" dirty="0">
                <a:solidFill>
                  <a:schemeClr val="bg1"/>
                </a:solidFill>
                <a:latin typeface="Arial Black"/>
                <a:cs typeface="Arial Black"/>
              </a:rPr>
              <a:t>1</a:t>
            </a:r>
            <a:endParaRPr sz="1799" dirty="0">
              <a:solidFill>
                <a:schemeClr val="bg1"/>
              </a:solidFill>
              <a:latin typeface="Arial Black"/>
              <a:cs typeface="Arial Black"/>
            </a:endParaRPr>
          </a:p>
        </p:txBody>
      </p:sp>
      <p:sp>
        <p:nvSpPr>
          <p:cNvPr id="8" name="object 5">
            <a:extLst>
              <a:ext uri="{FF2B5EF4-FFF2-40B4-BE49-F238E27FC236}">
                <a16:creationId xmlns:a16="http://schemas.microsoft.com/office/drawing/2014/main" xmlns="" id="{0ACF01A2-C374-A64D-A0A5-7B1F9B1233AA}"/>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9" name="Rectangle 8">
            <a:extLst>
              <a:ext uri="{FF2B5EF4-FFF2-40B4-BE49-F238E27FC236}">
                <a16:creationId xmlns:a16="http://schemas.microsoft.com/office/drawing/2014/main" xmlns="" id="{C99B9CB0-FACC-D24E-8FA3-1D23DC5583BA}"/>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bject 6">
            <a:extLst>
              <a:ext uri="{FF2B5EF4-FFF2-40B4-BE49-F238E27FC236}">
                <a16:creationId xmlns:a16="http://schemas.microsoft.com/office/drawing/2014/main" xmlns="" id="{1C2B2A0C-478F-C142-B54C-46371FC3670B}"/>
              </a:ext>
            </a:extLst>
          </p:cNvPr>
          <p:cNvSpPr txBox="1"/>
          <p:nvPr/>
        </p:nvSpPr>
        <p:spPr>
          <a:xfrm>
            <a:off x="940091" y="1778800"/>
            <a:ext cx="5294453" cy="507831"/>
          </a:xfrm>
          <a:prstGeom prst="rect">
            <a:avLst/>
          </a:prstGeom>
        </p:spPr>
        <p:txBody>
          <a:bodyPr vert="horz" wrap="square" lIns="0" tIns="0" rIns="0" bIns="0" rtlCol="0">
            <a:spAutoFit/>
          </a:bodyPr>
          <a:lstStyle/>
          <a:p>
            <a:pPr marL="12700">
              <a:lnSpc>
                <a:spcPct val="100000"/>
              </a:lnSpc>
            </a:pPr>
            <a:r>
              <a:rPr sz="1400" b="1" spc="-10" dirty="0">
                <a:solidFill>
                  <a:srgbClr val="00B050"/>
                </a:solidFill>
                <a:latin typeface="Arial" panose="020B0604020202020204" pitchFamily="34" charset="0"/>
                <a:cs typeface="Arial" panose="020B0604020202020204" pitchFamily="34" charset="0"/>
              </a:rPr>
              <a:t>G</a:t>
            </a:r>
            <a:r>
              <a:rPr sz="1400" b="1" spc="-5" dirty="0">
                <a:solidFill>
                  <a:srgbClr val="00B050"/>
                </a:solidFill>
                <a:latin typeface="Arial" panose="020B0604020202020204" pitchFamily="34" charset="0"/>
                <a:cs typeface="Arial" panose="020B0604020202020204" pitchFamily="34" charset="0"/>
              </a:rPr>
              <a:t>ROU</a:t>
            </a:r>
            <a:r>
              <a:rPr sz="1400" b="1" dirty="0">
                <a:solidFill>
                  <a:srgbClr val="00B050"/>
                </a:solidFill>
                <a:latin typeface="Arial" panose="020B0604020202020204" pitchFamily="34" charset="0"/>
                <a:cs typeface="Arial" panose="020B0604020202020204" pitchFamily="34" charset="0"/>
              </a:rPr>
              <a:t>P</a:t>
            </a:r>
            <a:r>
              <a:rPr sz="1400" b="1" spc="-25" dirty="0">
                <a:solidFill>
                  <a:srgbClr val="00B050"/>
                </a:solidFill>
                <a:latin typeface="Arial" panose="020B0604020202020204" pitchFamily="34" charset="0"/>
                <a:cs typeface="Arial" panose="020B0604020202020204" pitchFamily="34" charset="0"/>
              </a:rPr>
              <a:t> </a:t>
            </a:r>
            <a:r>
              <a:rPr sz="1400" b="1" spc="-15" dirty="0">
                <a:solidFill>
                  <a:srgbClr val="00B050"/>
                </a:solidFill>
                <a:latin typeface="Arial" panose="020B0604020202020204" pitchFamily="34" charset="0"/>
                <a:cs typeface="Arial" panose="020B0604020202020204" pitchFamily="34" charset="0"/>
              </a:rPr>
              <a:t>W</a:t>
            </a:r>
            <a:r>
              <a:rPr sz="1400" b="1" dirty="0">
                <a:solidFill>
                  <a:srgbClr val="00B050"/>
                </a:solidFill>
                <a:latin typeface="Arial" panose="020B0604020202020204" pitchFamily="34" charset="0"/>
                <a:cs typeface="Arial" panose="020B0604020202020204" pitchFamily="34" charset="0"/>
              </a:rPr>
              <a:t>OR</a:t>
            </a:r>
            <a:r>
              <a:rPr sz="1400" b="1" spc="-5" dirty="0">
                <a:solidFill>
                  <a:srgbClr val="00B050"/>
                </a:solidFill>
                <a:latin typeface="Arial" panose="020B0604020202020204" pitchFamily="34" charset="0"/>
                <a:cs typeface="Arial" panose="020B0604020202020204" pitchFamily="34" charset="0"/>
              </a:rPr>
              <a:t>K</a:t>
            </a:r>
            <a:r>
              <a:rPr sz="1400" b="1" dirty="0">
                <a:solidFill>
                  <a:srgbClr val="00B050"/>
                </a:solidFill>
                <a:latin typeface="Arial" panose="020B0604020202020204" pitchFamily="34" charset="0"/>
                <a:cs typeface="Arial" panose="020B0604020202020204" pitchFamily="34" charset="0"/>
              </a:rPr>
              <a:t>: </a:t>
            </a:r>
            <a:r>
              <a:rPr sz="1400" dirty="0">
                <a:solidFill>
                  <a:srgbClr val="231F20"/>
                </a:solidFill>
                <a:latin typeface="Arial" panose="020B0604020202020204" pitchFamily="34" charset="0"/>
                <a:cs typeface="Arial" panose="020B0604020202020204" pitchFamily="34" charset="0"/>
              </a:rPr>
              <a:t>10 minutes</a:t>
            </a:r>
            <a:endParaRPr sz="1400" dirty="0">
              <a:latin typeface="Arial" panose="020B0604020202020204" pitchFamily="34" charset="0"/>
              <a:cs typeface="Arial" panose="020B0604020202020204" pitchFamily="34" charset="0"/>
            </a:endParaRPr>
          </a:p>
          <a:p>
            <a:pPr marL="12700">
              <a:lnSpc>
                <a:spcPct val="100000"/>
              </a:lnSpc>
              <a:spcBef>
                <a:spcPts val="565"/>
              </a:spcBef>
            </a:pPr>
            <a:r>
              <a:rPr sz="1400" spc="-15" dirty="0">
                <a:solidFill>
                  <a:srgbClr val="231F20"/>
                </a:solidFill>
                <a:latin typeface="Arial" panose="020B0604020202020204" pitchFamily="34" charset="0"/>
                <a:cs typeface="Arial" panose="020B0604020202020204" pitchFamily="34" charset="0"/>
              </a:rPr>
              <a:t>Brains</a:t>
            </a:r>
            <a:r>
              <a:rPr sz="1400" spc="-20" dirty="0">
                <a:solidFill>
                  <a:srgbClr val="231F20"/>
                </a:solidFill>
                <a:latin typeface="Arial" panose="020B0604020202020204" pitchFamily="34" charset="0"/>
                <a:cs typeface="Arial" panose="020B0604020202020204" pitchFamily="34" charset="0"/>
              </a:rPr>
              <a:t>t</a:t>
            </a:r>
            <a:r>
              <a:rPr sz="1400" spc="-10" dirty="0">
                <a:solidFill>
                  <a:srgbClr val="231F20"/>
                </a:solidFill>
                <a:latin typeface="Arial" panose="020B0604020202020204" pitchFamily="34" charset="0"/>
                <a:cs typeface="Arial" panose="020B0604020202020204" pitchFamily="34" charset="0"/>
              </a:rPr>
              <a:t>orming on</a:t>
            </a:r>
            <a:r>
              <a:rPr sz="1400" spc="-5" dirty="0">
                <a:solidFill>
                  <a:srgbClr val="231F20"/>
                </a:solidFill>
                <a:latin typeface="Arial" panose="020B0604020202020204" pitchFamily="34" charset="0"/>
                <a:cs typeface="Arial" panose="020B0604020202020204" pitchFamily="34" charset="0"/>
              </a:rPr>
              <a:t> </a:t>
            </a:r>
            <a:r>
              <a:rPr sz="1400" spc="-10" dirty="0">
                <a:solidFill>
                  <a:srgbClr val="231F20"/>
                </a:solidFill>
                <a:latin typeface="Arial" panose="020B0604020202020204" pitchFamily="34" charset="0"/>
                <a:cs typeface="Arial" panose="020B0604020202020204" pitchFamily="34" charset="0"/>
              </a:rPr>
              <a:t>barrie</a:t>
            </a:r>
            <a:r>
              <a:rPr sz="1400" dirty="0">
                <a:solidFill>
                  <a:srgbClr val="231F20"/>
                </a:solidFill>
                <a:latin typeface="Arial" panose="020B0604020202020204" pitchFamily="34" charset="0"/>
                <a:cs typeface="Arial" panose="020B0604020202020204" pitchFamily="34" charset="0"/>
              </a:rPr>
              <a:t>r</a:t>
            </a:r>
            <a:r>
              <a:rPr sz="1400" spc="-10" dirty="0">
                <a:solidFill>
                  <a:srgbClr val="231F20"/>
                </a:solidFill>
                <a:latin typeface="Arial" panose="020B0604020202020204" pitchFamily="34" charset="0"/>
                <a:cs typeface="Arial" panose="020B0604020202020204" pitchFamily="34" charset="0"/>
              </a:rPr>
              <a:t>s</a:t>
            </a:r>
            <a:r>
              <a:rPr sz="1400" dirty="0">
                <a:solidFill>
                  <a:srgbClr val="231F20"/>
                </a:solidFill>
                <a:latin typeface="Arial" panose="020B0604020202020204" pitchFamily="34" charset="0"/>
                <a:cs typeface="Arial" panose="020B0604020202020204" pitchFamily="34" charset="0"/>
              </a:rPr>
              <a:t> </a:t>
            </a:r>
            <a:r>
              <a:rPr sz="1400" spc="-5" dirty="0">
                <a:solidFill>
                  <a:srgbClr val="231F20"/>
                </a:solidFill>
                <a:latin typeface="Arial" panose="020B0604020202020204" pitchFamily="34" charset="0"/>
                <a:cs typeface="Arial" panose="020B0604020202020204" pitchFamily="34" charset="0"/>
              </a:rPr>
              <a:t>of </a:t>
            </a:r>
            <a:r>
              <a:rPr sz="1400" spc="-10" dirty="0">
                <a:solidFill>
                  <a:srgbClr val="231F20"/>
                </a:solidFill>
                <a:latin typeface="Arial" panose="020B0604020202020204" pitchFamily="34" charset="0"/>
                <a:cs typeface="Arial" panose="020B0604020202020204" pitchFamily="34" charset="0"/>
              </a:rPr>
              <a:t>adherence</a:t>
            </a:r>
            <a:r>
              <a:rPr sz="1400" spc="-5" dirty="0">
                <a:solidFill>
                  <a:srgbClr val="231F20"/>
                </a:solidFill>
                <a:latin typeface="Arial" panose="020B0604020202020204" pitchFamily="34" charset="0"/>
                <a:cs typeface="Arial" panose="020B0604020202020204" pitchFamily="34" charset="0"/>
              </a:rPr>
              <a:t> </a:t>
            </a:r>
            <a:r>
              <a:rPr sz="1400" spc="-30" dirty="0">
                <a:solidFill>
                  <a:srgbClr val="231F20"/>
                </a:solidFill>
                <a:latin typeface="Arial" panose="020B0604020202020204" pitchFamily="34" charset="0"/>
                <a:cs typeface="Arial" panose="020B0604020202020204" pitchFamily="34" charset="0"/>
              </a:rPr>
              <a:t>t</a:t>
            </a:r>
            <a:r>
              <a:rPr sz="1400" spc="-10" dirty="0">
                <a:solidFill>
                  <a:srgbClr val="231F20"/>
                </a:solidFill>
                <a:latin typeface="Arial" panose="020B0604020202020204" pitchFamily="34" charset="0"/>
                <a:cs typeface="Arial" panose="020B0604020202020204" pitchFamily="34" charset="0"/>
              </a:rPr>
              <a:t>o</a:t>
            </a:r>
            <a:r>
              <a:rPr sz="1400" dirty="0">
                <a:solidFill>
                  <a:srgbClr val="231F20"/>
                </a:solidFill>
                <a:latin typeface="Arial" panose="020B0604020202020204" pitchFamily="34" charset="0"/>
                <a:cs typeface="Arial" panose="020B0604020202020204" pitchFamily="34" charset="0"/>
              </a:rPr>
              <a:t> </a:t>
            </a:r>
            <a:r>
              <a:rPr sz="1400" spc="-10" dirty="0">
                <a:solidFill>
                  <a:srgbClr val="231F20"/>
                </a:solidFill>
                <a:latin typeface="Arial" panose="020B0604020202020204" pitchFamily="34" charset="0"/>
                <a:cs typeface="Arial" panose="020B0604020202020204" pitchFamily="34" charset="0"/>
              </a:rPr>
              <a:t>treatment</a:t>
            </a:r>
            <a:endParaRPr sz="1400" dirty="0">
              <a:latin typeface="Arial" panose="020B0604020202020204" pitchFamily="34" charset="0"/>
              <a:cs typeface="Arial" panose="020B0604020202020204" pitchFamily="34" charset="0"/>
            </a:endParaRPr>
          </a:p>
        </p:txBody>
      </p:sp>
      <p:sp>
        <p:nvSpPr>
          <p:cNvPr id="11" name="object 7">
            <a:extLst>
              <a:ext uri="{FF2B5EF4-FFF2-40B4-BE49-F238E27FC236}">
                <a16:creationId xmlns:a16="http://schemas.microsoft.com/office/drawing/2014/main" xmlns="" id="{B424897F-7B0E-B94B-941F-C5EC5EC65FD2}"/>
              </a:ext>
            </a:extLst>
          </p:cNvPr>
          <p:cNvSpPr txBox="1"/>
          <p:nvPr/>
        </p:nvSpPr>
        <p:spPr>
          <a:xfrm>
            <a:off x="679145" y="2577566"/>
            <a:ext cx="9631999" cy="4193456"/>
          </a:xfrm>
          <a:prstGeom prst="rect">
            <a:avLst/>
          </a:prstGeom>
        </p:spPr>
        <p:txBody>
          <a:bodyPr vert="horz" wrap="square" lIns="0" tIns="0" rIns="0" bIns="0" rtlCol="0">
            <a:spAutoFit/>
          </a:bodyPr>
          <a:lstStyle/>
          <a:p>
            <a:pPr marL="12700">
              <a:lnSpc>
                <a:spcPct val="120000"/>
              </a:lnSpc>
            </a:pPr>
            <a:r>
              <a:rPr lang="en-GB" sz="2000" b="1" kern="0" dirty="0">
                <a:solidFill>
                  <a:srgbClr val="00B050"/>
                </a:solidFill>
                <a:latin typeface="Arial" pitchFamily="34" charset="0"/>
                <a:cs typeface="Arial" pitchFamily="34" charset="0"/>
              </a:rPr>
              <a:t>Frequently asked questions on adherence to hypertension treatment:</a:t>
            </a:r>
            <a:endParaRPr sz="2000" b="1" dirty="0">
              <a:solidFill>
                <a:srgbClr val="00B050"/>
              </a:solidFill>
              <a:latin typeface="Arial" panose="020B0604020202020204" pitchFamily="34" charset="0"/>
              <a:cs typeface="Arial" panose="020B0604020202020204" pitchFamily="34" charset="0"/>
            </a:endParaRPr>
          </a:p>
          <a:p>
            <a:pPr marL="264160" marR="5080" indent="-228600">
              <a:lnSpc>
                <a:spcPct val="120000"/>
              </a:lnSpc>
              <a:spcBef>
                <a:spcPts val="790"/>
              </a:spcBef>
              <a:buClr>
                <a:srgbClr val="231F20"/>
              </a:buClr>
              <a:buFont typeface="Arial"/>
              <a:buChar char="•"/>
              <a:tabLst>
                <a:tab pos="264795" algn="l"/>
              </a:tabLst>
            </a:pPr>
            <a:r>
              <a:rPr sz="1700" spc="-15" dirty="0">
                <a:solidFill>
                  <a:srgbClr val="231F20"/>
                </a:solidFill>
                <a:latin typeface="Arial" panose="020B0604020202020204" pitchFamily="34" charset="0"/>
                <a:cs typeface="Arial" panose="020B0604020202020204" pitchFamily="34" charset="0"/>
              </a:rPr>
              <a:t>Be</a:t>
            </a:r>
            <a:r>
              <a:rPr sz="1700" spc="-35" dirty="0">
                <a:solidFill>
                  <a:srgbClr val="231F20"/>
                </a:solidFill>
                <a:latin typeface="Arial" panose="020B0604020202020204" pitchFamily="34" charset="0"/>
                <a:cs typeface="Arial" panose="020B0604020202020204" pitchFamily="34" charset="0"/>
              </a:rPr>
              <a:t>f</a:t>
            </a:r>
            <a:r>
              <a:rPr sz="1700" spc="-10" dirty="0">
                <a:solidFill>
                  <a:srgbClr val="231F20"/>
                </a:solidFill>
                <a:latin typeface="Arial" panose="020B0604020202020204" pitchFamily="34" charset="0"/>
                <a:cs typeface="Arial" panose="020B0604020202020204" pitchFamily="34" charset="0"/>
              </a:rPr>
              <a:t>ore</a:t>
            </a:r>
            <a:r>
              <a:rPr sz="1700" spc="-5" dirty="0">
                <a:solidFill>
                  <a:srgbClr val="231F20"/>
                </a:solidFill>
                <a:latin typeface="Arial" panose="020B0604020202020204" pitchFamily="34" charset="0"/>
                <a:cs typeface="Arial" panose="020B0604020202020204" pitchFamily="34" charset="0"/>
              </a:rPr>
              <a:t> </a:t>
            </a:r>
            <a:r>
              <a:rPr sz="1700" spc="-20" dirty="0">
                <a:solidFill>
                  <a:srgbClr val="231F20"/>
                </a:solidFill>
                <a:latin typeface="Arial" panose="020B0604020202020204" pitchFamily="34" charset="0"/>
                <a:cs typeface="Arial" panose="020B0604020202020204" pitchFamily="34" charset="0"/>
              </a:rPr>
              <a:t>y</a:t>
            </a:r>
            <a:r>
              <a:rPr sz="1700" spc="-10" dirty="0">
                <a:solidFill>
                  <a:srgbClr val="231F20"/>
                </a:solidFill>
                <a:latin typeface="Arial" panose="020B0604020202020204" pitchFamily="34" charset="0"/>
                <a:cs typeface="Arial" panose="020B0604020202020204" pitchFamily="34" charset="0"/>
              </a:rPr>
              <a:t>ou</a:t>
            </a:r>
            <a:r>
              <a:rPr sz="1700"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sta</a:t>
            </a:r>
            <a:r>
              <a:rPr sz="1700" spc="25" dirty="0">
                <a:solidFill>
                  <a:srgbClr val="231F20"/>
                </a:solidFill>
                <a:latin typeface="Arial" panose="020B0604020202020204" pitchFamily="34" charset="0"/>
                <a:cs typeface="Arial" panose="020B0604020202020204" pitchFamily="34" charset="0"/>
              </a:rPr>
              <a:t>r</a:t>
            </a:r>
            <a:r>
              <a:rPr sz="1700" spc="-5" dirty="0">
                <a:solidFill>
                  <a:srgbClr val="231F20"/>
                </a:solidFill>
                <a:latin typeface="Arial" panose="020B0604020202020204" pitchFamily="34" charset="0"/>
                <a:cs typeface="Arial" panose="020B0604020202020204" pitchFamily="34" charset="0"/>
              </a:rPr>
              <a:t>t</a:t>
            </a:r>
            <a:r>
              <a:rPr sz="1700"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treatment,</a:t>
            </a:r>
            <a:r>
              <a:rPr sz="1700" spc="-5" dirty="0">
                <a:solidFill>
                  <a:srgbClr val="231F20"/>
                </a:solidFill>
                <a:latin typeface="Arial" panose="020B0604020202020204" pitchFamily="34" charset="0"/>
                <a:cs typeface="Arial" panose="020B0604020202020204" pitchFamily="34" charset="0"/>
              </a:rPr>
              <a:t> </a:t>
            </a:r>
            <a:r>
              <a:rPr sz="1700" spc="-15" dirty="0">
                <a:solidFill>
                  <a:srgbClr val="231F20"/>
                </a:solidFill>
                <a:latin typeface="Arial" panose="020B0604020202020204" pitchFamily="34" charset="0"/>
                <a:cs typeface="Arial" panose="020B0604020202020204" pitchFamily="34" charset="0"/>
              </a:rPr>
              <a:t>b</a:t>
            </a:r>
            <a:r>
              <a:rPr sz="1700" spc="-10" dirty="0">
                <a:solidFill>
                  <a:srgbClr val="231F20"/>
                </a:solidFill>
                <a:latin typeface="Arial" panose="020B0604020202020204" pitchFamily="34" charset="0"/>
                <a:cs typeface="Arial" panose="020B0604020202020204" pitchFamily="34" charset="0"/>
              </a:rPr>
              <a:t>e</a:t>
            </a:r>
            <a:r>
              <a:rPr sz="1700"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ce</a:t>
            </a:r>
            <a:r>
              <a:rPr sz="1700" spc="25" dirty="0">
                <a:solidFill>
                  <a:srgbClr val="231F20"/>
                </a:solidFill>
                <a:latin typeface="Arial" panose="020B0604020202020204" pitchFamily="34" charset="0"/>
                <a:cs typeface="Arial" panose="020B0604020202020204" pitchFamily="34" charset="0"/>
              </a:rPr>
              <a:t>r</a:t>
            </a:r>
            <a:r>
              <a:rPr sz="1700" spc="-5" dirty="0">
                <a:solidFill>
                  <a:srgbClr val="231F20"/>
                </a:solidFill>
                <a:latin typeface="Arial" panose="020B0604020202020204" pitchFamily="34" charset="0"/>
                <a:cs typeface="Arial" panose="020B0604020202020204" pitchFamily="34" charset="0"/>
              </a:rPr>
              <a:t>tain </a:t>
            </a:r>
            <a:r>
              <a:rPr sz="1700" spc="-20" dirty="0">
                <a:solidFill>
                  <a:srgbClr val="231F20"/>
                </a:solidFill>
                <a:latin typeface="Arial" panose="020B0604020202020204" pitchFamily="34" charset="0"/>
                <a:cs typeface="Arial" panose="020B0604020202020204" pitchFamily="34" charset="0"/>
              </a:rPr>
              <a:t>y</a:t>
            </a:r>
            <a:r>
              <a:rPr sz="1700" spc="-10" dirty="0">
                <a:solidFill>
                  <a:srgbClr val="231F20"/>
                </a:solidFill>
                <a:latin typeface="Arial" panose="020B0604020202020204" pitchFamily="34" charset="0"/>
                <a:cs typeface="Arial" panose="020B0604020202020204" pitchFamily="34" charset="0"/>
              </a:rPr>
              <a:t>ou’re</a:t>
            </a:r>
            <a:r>
              <a:rPr sz="1700" spc="-5"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commit</a:t>
            </a:r>
            <a:r>
              <a:rPr sz="1700" spc="-30" dirty="0">
                <a:solidFill>
                  <a:srgbClr val="231F20"/>
                </a:solidFill>
                <a:latin typeface="Arial" panose="020B0604020202020204" pitchFamily="34" charset="0"/>
                <a:cs typeface="Arial" panose="020B0604020202020204" pitchFamily="34" charset="0"/>
              </a:rPr>
              <a:t>t</a:t>
            </a:r>
            <a:r>
              <a:rPr sz="1700" spc="-10" dirty="0">
                <a:solidFill>
                  <a:srgbClr val="231F20"/>
                </a:solidFill>
                <a:latin typeface="Arial" panose="020B0604020202020204" pitchFamily="34" charset="0"/>
                <a:cs typeface="Arial" panose="020B0604020202020204" pitchFamily="34" charset="0"/>
              </a:rPr>
              <a:t>ed</a:t>
            </a:r>
            <a:r>
              <a:rPr sz="1700" spc="-5" dirty="0">
                <a:solidFill>
                  <a:srgbClr val="231F20"/>
                </a:solidFill>
                <a:latin typeface="Arial" panose="020B0604020202020204" pitchFamily="34" charset="0"/>
                <a:cs typeface="Arial" panose="020B0604020202020204" pitchFamily="34" charset="0"/>
              </a:rPr>
              <a:t> </a:t>
            </a:r>
            <a:r>
              <a:rPr sz="1700" spc="-25" dirty="0">
                <a:solidFill>
                  <a:srgbClr val="231F20"/>
                </a:solidFill>
                <a:latin typeface="Arial" panose="020B0604020202020204" pitchFamily="34" charset="0"/>
                <a:cs typeface="Arial" panose="020B0604020202020204" pitchFamily="34" charset="0"/>
              </a:rPr>
              <a:t>t</a:t>
            </a:r>
            <a:r>
              <a:rPr sz="1700" spc="-10" dirty="0">
                <a:solidFill>
                  <a:srgbClr val="231F20"/>
                </a:solidFill>
                <a:latin typeface="Arial" panose="020B0604020202020204" pitchFamily="34" charset="0"/>
                <a:cs typeface="Arial" panose="020B0604020202020204" pitchFamily="34" charset="0"/>
              </a:rPr>
              <a:t>o</a:t>
            </a:r>
            <a:r>
              <a:rPr sz="1700" dirty="0">
                <a:solidFill>
                  <a:srgbClr val="231F20"/>
                </a:solidFill>
                <a:latin typeface="Arial" panose="020B0604020202020204" pitchFamily="34" charset="0"/>
                <a:cs typeface="Arial" panose="020B0604020202020204" pitchFamily="34" charset="0"/>
              </a:rPr>
              <a:t> taking</a:t>
            </a:r>
            <a:r>
              <a:rPr sz="1700" spc="-5"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medications</a:t>
            </a:r>
            <a:r>
              <a:rPr sz="1700" dirty="0">
                <a:solidFill>
                  <a:srgbClr val="231F20"/>
                </a:solidFill>
                <a:latin typeface="Arial" panose="020B0604020202020204" pitchFamily="34" charset="0"/>
                <a:cs typeface="Arial" panose="020B0604020202020204" pitchFamily="34" charset="0"/>
              </a:rPr>
              <a:t> </a:t>
            </a:r>
            <a:r>
              <a:rPr sz="1700" spc="-35" dirty="0">
                <a:solidFill>
                  <a:srgbClr val="231F20"/>
                </a:solidFill>
                <a:latin typeface="Arial" panose="020B0604020202020204" pitchFamily="34" charset="0"/>
                <a:cs typeface="Arial" panose="020B0604020202020204" pitchFamily="34" charset="0"/>
              </a:rPr>
              <a:t>e</a:t>
            </a:r>
            <a:r>
              <a:rPr sz="1700" spc="-20" dirty="0">
                <a:solidFill>
                  <a:srgbClr val="231F20"/>
                </a:solidFill>
                <a:latin typeface="Arial" panose="020B0604020202020204" pitchFamily="34" charset="0"/>
                <a:cs typeface="Arial" panose="020B0604020202020204" pitchFamily="34" charset="0"/>
              </a:rPr>
              <a:t>v</a:t>
            </a:r>
            <a:r>
              <a:rPr sz="1700" spc="-10" dirty="0">
                <a:solidFill>
                  <a:srgbClr val="231F20"/>
                </a:solidFill>
                <a:latin typeface="Arial" panose="020B0604020202020204" pitchFamily="34" charset="0"/>
                <a:cs typeface="Arial" panose="020B0604020202020204" pitchFamily="34" charset="0"/>
              </a:rPr>
              <a:t>e</a:t>
            </a:r>
            <a:r>
              <a:rPr sz="1700" spc="25" dirty="0">
                <a:solidFill>
                  <a:srgbClr val="231F20"/>
                </a:solidFill>
                <a:latin typeface="Arial" panose="020B0604020202020204" pitchFamily="34" charset="0"/>
                <a:cs typeface="Arial" panose="020B0604020202020204" pitchFamily="34" charset="0"/>
              </a:rPr>
              <a:t>r</a:t>
            </a:r>
            <a:r>
              <a:rPr sz="1700" dirty="0">
                <a:solidFill>
                  <a:srgbClr val="231F20"/>
                </a:solidFill>
                <a:latin typeface="Arial" panose="020B0604020202020204" pitchFamily="34" charset="0"/>
                <a:cs typeface="Arial" panose="020B0604020202020204" pitchFamily="34" charset="0"/>
              </a:rPr>
              <a:t>y </a:t>
            </a:r>
            <a:r>
              <a:rPr sz="1700" spc="-10" dirty="0">
                <a:solidFill>
                  <a:srgbClr val="231F20"/>
                </a:solidFill>
                <a:latin typeface="Arial" panose="020B0604020202020204" pitchFamily="34" charset="0"/>
                <a:cs typeface="Arial" panose="020B0604020202020204" pitchFamily="34" charset="0"/>
              </a:rPr>
              <a:t>d</a:t>
            </a:r>
            <a:r>
              <a:rPr sz="1700" spc="-40" dirty="0">
                <a:solidFill>
                  <a:srgbClr val="231F20"/>
                </a:solidFill>
                <a:latin typeface="Arial" panose="020B0604020202020204" pitchFamily="34" charset="0"/>
                <a:cs typeface="Arial" panose="020B0604020202020204" pitchFamily="34" charset="0"/>
              </a:rPr>
              <a:t>a</a:t>
            </a:r>
            <a:r>
              <a:rPr sz="1700" dirty="0">
                <a:solidFill>
                  <a:srgbClr val="231F20"/>
                </a:solidFill>
                <a:latin typeface="Arial" panose="020B0604020202020204" pitchFamily="34" charset="0"/>
                <a:cs typeface="Arial" panose="020B0604020202020204" pitchFamily="34" charset="0"/>
              </a:rPr>
              <a:t>y </a:t>
            </a:r>
            <a:r>
              <a:rPr sz="1700" spc="-10" dirty="0">
                <a:solidFill>
                  <a:srgbClr val="231F20"/>
                </a:solidFill>
                <a:latin typeface="Arial" panose="020B0604020202020204" pitchFamily="34" charset="0"/>
                <a:cs typeface="Arial" panose="020B0604020202020204" pitchFamily="34" charset="0"/>
              </a:rPr>
              <a:t>as</a:t>
            </a:r>
            <a:r>
              <a:rPr sz="1700" dirty="0">
                <a:solidFill>
                  <a:srgbClr val="231F20"/>
                </a:solidFill>
                <a:latin typeface="Arial" panose="020B0604020202020204" pitchFamily="34" charset="0"/>
                <a:cs typeface="Arial" panose="020B0604020202020204" pitchFamily="34" charset="0"/>
              </a:rPr>
              <a:t> </a:t>
            </a:r>
            <a:r>
              <a:rPr sz="1700" spc="-5" dirty="0">
                <a:solidFill>
                  <a:srgbClr val="231F20"/>
                </a:solidFill>
                <a:latin typeface="Arial" panose="020B0604020202020204" pitchFamily="34" charset="0"/>
                <a:cs typeface="Arial" panose="020B0604020202020204" pitchFamily="34" charset="0"/>
              </a:rPr>
              <a:t>direc</a:t>
            </a:r>
            <a:r>
              <a:rPr sz="1700" spc="-30" dirty="0">
                <a:solidFill>
                  <a:srgbClr val="231F20"/>
                </a:solidFill>
                <a:latin typeface="Arial" panose="020B0604020202020204" pitchFamily="34" charset="0"/>
                <a:cs typeface="Arial" panose="020B0604020202020204" pitchFamily="34" charset="0"/>
              </a:rPr>
              <a:t>t</a:t>
            </a:r>
            <a:r>
              <a:rPr sz="1700" spc="-10" dirty="0">
                <a:solidFill>
                  <a:srgbClr val="231F20"/>
                </a:solidFill>
                <a:latin typeface="Arial" panose="020B0604020202020204" pitchFamily="34" charset="0"/>
                <a:cs typeface="Arial" panose="020B0604020202020204" pitchFamily="34" charset="0"/>
              </a:rPr>
              <a:t>ed.</a:t>
            </a:r>
            <a:r>
              <a:rPr sz="1700" spc="-5" dirty="0">
                <a:solidFill>
                  <a:srgbClr val="231F20"/>
                </a:solidFill>
                <a:latin typeface="Arial" panose="020B0604020202020204" pitchFamily="34" charset="0"/>
                <a:cs typeface="Arial" panose="020B0604020202020204" pitchFamily="34" charset="0"/>
              </a:rPr>
              <a:t> </a:t>
            </a:r>
            <a:r>
              <a:rPr sz="1700" spc="-85" dirty="0">
                <a:solidFill>
                  <a:srgbClr val="231F20"/>
                </a:solidFill>
                <a:latin typeface="Arial" panose="020B0604020202020204" pitchFamily="34" charset="0"/>
                <a:cs typeface="Arial" panose="020B0604020202020204" pitchFamily="34" charset="0"/>
              </a:rPr>
              <a:t>T</a:t>
            </a:r>
            <a:r>
              <a:rPr sz="1700" spc="-5" dirty="0">
                <a:solidFill>
                  <a:srgbClr val="231F20"/>
                </a:solidFill>
                <a:latin typeface="Arial" panose="020B0604020202020204" pitchFamily="34" charset="0"/>
                <a:cs typeface="Arial" panose="020B0604020202020204" pitchFamily="34" charset="0"/>
              </a:rPr>
              <a:t>alk </a:t>
            </a:r>
            <a:r>
              <a:rPr sz="1700" spc="-25" dirty="0">
                <a:solidFill>
                  <a:srgbClr val="231F20"/>
                </a:solidFill>
                <a:latin typeface="Arial" panose="020B0604020202020204" pitchFamily="34" charset="0"/>
                <a:cs typeface="Arial" panose="020B0604020202020204" pitchFamily="34" charset="0"/>
              </a:rPr>
              <a:t>t</a:t>
            </a:r>
            <a:r>
              <a:rPr sz="1700" spc="-10" dirty="0">
                <a:solidFill>
                  <a:srgbClr val="231F20"/>
                </a:solidFill>
                <a:latin typeface="Arial" panose="020B0604020202020204" pitchFamily="34" charset="0"/>
                <a:cs typeface="Arial" panose="020B0604020202020204" pitchFamily="34" charset="0"/>
              </a:rPr>
              <a:t>o</a:t>
            </a:r>
            <a:r>
              <a:rPr sz="1700" dirty="0">
                <a:solidFill>
                  <a:srgbClr val="231F20"/>
                </a:solidFill>
                <a:latin typeface="Arial" panose="020B0604020202020204" pitchFamily="34" charset="0"/>
                <a:cs typeface="Arial" panose="020B0604020202020204" pitchFamily="34" charset="0"/>
              </a:rPr>
              <a:t> </a:t>
            </a:r>
            <a:r>
              <a:rPr sz="1700" spc="-20" dirty="0">
                <a:solidFill>
                  <a:srgbClr val="231F20"/>
                </a:solidFill>
                <a:latin typeface="Arial" panose="020B0604020202020204" pitchFamily="34" charset="0"/>
                <a:cs typeface="Arial" panose="020B0604020202020204" pitchFamily="34" charset="0"/>
              </a:rPr>
              <a:t>y</a:t>
            </a:r>
            <a:r>
              <a:rPr sz="1700" spc="-10" dirty="0">
                <a:solidFill>
                  <a:srgbClr val="231F20"/>
                </a:solidFill>
                <a:latin typeface="Arial" panose="020B0604020202020204" pitchFamily="34" charset="0"/>
                <a:cs typeface="Arial" panose="020B0604020202020204" pitchFamily="34" charset="0"/>
              </a:rPr>
              <a:t>our</a:t>
            </a:r>
            <a:r>
              <a:rPr sz="1700" spc="-5"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health</a:t>
            </a:r>
            <a:r>
              <a:rPr sz="1700"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care</a:t>
            </a:r>
            <a:r>
              <a:rPr sz="1700" dirty="0">
                <a:solidFill>
                  <a:srgbClr val="231F20"/>
                </a:solidFill>
                <a:latin typeface="Arial" panose="020B0604020202020204" pitchFamily="34" charset="0"/>
                <a:cs typeface="Arial" panose="020B0604020202020204" pitchFamily="34" charset="0"/>
              </a:rPr>
              <a:t> </a:t>
            </a:r>
            <a:r>
              <a:rPr sz="1700" spc="-15" dirty="0">
                <a:solidFill>
                  <a:srgbClr val="231F20"/>
                </a:solidFill>
                <a:latin typeface="Arial" panose="020B0604020202020204" pitchFamily="34" charset="0"/>
                <a:cs typeface="Arial" panose="020B0604020202020204" pitchFamily="34" charset="0"/>
              </a:rPr>
              <a:t>p</a:t>
            </a:r>
            <a:r>
              <a:rPr sz="1700" spc="-35" dirty="0">
                <a:solidFill>
                  <a:srgbClr val="231F20"/>
                </a:solidFill>
                <a:latin typeface="Arial" panose="020B0604020202020204" pitchFamily="34" charset="0"/>
                <a:cs typeface="Arial" panose="020B0604020202020204" pitchFamily="34" charset="0"/>
              </a:rPr>
              <a:t>ro</a:t>
            </a:r>
            <a:r>
              <a:rPr sz="1700" spc="-15" dirty="0">
                <a:solidFill>
                  <a:srgbClr val="231F20"/>
                </a:solidFill>
                <a:latin typeface="Arial" panose="020B0604020202020204" pitchFamily="34" charset="0"/>
                <a:cs typeface="Arial" panose="020B0604020202020204" pitchFamily="34" charset="0"/>
              </a:rPr>
              <a:t>vide</a:t>
            </a:r>
            <a:r>
              <a:rPr sz="1700" spc="-5" dirty="0">
                <a:solidFill>
                  <a:srgbClr val="231F20"/>
                </a:solidFill>
                <a:latin typeface="Arial" panose="020B0604020202020204" pitchFamily="34" charset="0"/>
                <a:cs typeface="Arial" panose="020B0604020202020204" pitchFamily="34" charset="0"/>
              </a:rPr>
              <a:t>r</a:t>
            </a:r>
            <a:r>
              <a:rPr sz="1700"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about</a:t>
            </a:r>
            <a:r>
              <a:rPr sz="1700" spc="-5" dirty="0">
                <a:solidFill>
                  <a:srgbClr val="231F20"/>
                </a:solidFill>
                <a:latin typeface="Arial" panose="020B0604020202020204" pitchFamily="34" charset="0"/>
                <a:cs typeface="Arial" panose="020B0604020202020204" pitchFamily="34" charset="0"/>
              </a:rPr>
              <a:t> </a:t>
            </a:r>
            <a:r>
              <a:rPr sz="1700" spc="-10" dirty="0">
                <a:solidFill>
                  <a:srgbClr val="231F20"/>
                </a:solidFill>
                <a:latin typeface="Arial" panose="020B0604020202020204" pitchFamily="34" charset="0"/>
                <a:cs typeface="Arial" panose="020B0604020202020204" pitchFamily="34" charset="0"/>
              </a:rPr>
              <a:t>a</a:t>
            </a:r>
            <a:r>
              <a:rPr sz="1700" spc="-40" dirty="0">
                <a:solidFill>
                  <a:srgbClr val="231F20"/>
                </a:solidFill>
                <a:latin typeface="Arial" panose="020B0604020202020204" pitchFamily="34" charset="0"/>
                <a:cs typeface="Arial" panose="020B0604020202020204" pitchFamily="34" charset="0"/>
              </a:rPr>
              <a:t>n</a:t>
            </a:r>
            <a:r>
              <a:rPr sz="1700" dirty="0">
                <a:solidFill>
                  <a:srgbClr val="231F20"/>
                </a:solidFill>
                <a:latin typeface="Arial" panose="020B0604020202020204" pitchFamily="34" charset="0"/>
                <a:cs typeface="Arial" panose="020B0604020202020204" pitchFamily="34" charset="0"/>
              </a:rPr>
              <a:t>y issues that m</a:t>
            </a:r>
            <a:r>
              <a:rPr sz="1700" spc="-30" dirty="0">
                <a:solidFill>
                  <a:srgbClr val="231F20"/>
                </a:solidFill>
                <a:latin typeface="Arial" panose="020B0604020202020204" pitchFamily="34" charset="0"/>
                <a:cs typeface="Arial" panose="020B0604020202020204" pitchFamily="34" charset="0"/>
              </a:rPr>
              <a:t>a</a:t>
            </a:r>
            <a:r>
              <a:rPr sz="1700" dirty="0">
                <a:solidFill>
                  <a:srgbClr val="231F20"/>
                </a:solidFill>
                <a:latin typeface="Arial" panose="020B0604020202020204" pitchFamily="34" charset="0"/>
                <a:cs typeface="Arial" panose="020B0604020202020204" pitchFamily="34" charset="0"/>
              </a:rPr>
              <a:t>y ma</a:t>
            </a:r>
            <a:r>
              <a:rPr sz="1700" spc="-30" dirty="0">
                <a:solidFill>
                  <a:srgbClr val="231F20"/>
                </a:solidFill>
                <a:latin typeface="Arial" panose="020B0604020202020204" pitchFamily="34" charset="0"/>
                <a:cs typeface="Arial" panose="020B0604020202020204" pitchFamily="34" charset="0"/>
              </a:rPr>
              <a:t>k</a:t>
            </a:r>
            <a:r>
              <a:rPr sz="1700" dirty="0">
                <a:solidFill>
                  <a:srgbClr val="231F20"/>
                </a:solidFill>
                <a:latin typeface="Arial" panose="020B0604020202020204" pitchFamily="34" charset="0"/>
                <a:cs typeface="Arial" panose="020B0604020202020204" pitchFamily="34" charset="0"/>
              </a:rPr>
              <a:t>e adherence </a:t>
            </a:r>
            <a:r>
              <a:rPr sz="1700" spc="-10" dirty="0">
                <a:solidFill>
                  <a:srgbClr val="231F20"/>
                </a:solidFill>
                <a:latin typeface="Arial" panose="020B0604020202020204" pitchFamily="34" charset="0"/>
                <a:cs typeface="Arial" panose="020B0604020202020204" pitchFamily="34" charset="0"/>
              </a:rPr>
              <a:t>difficult:</a:t>
            </a:r>
            <a:endParaRPr sz="1700" dirty="0">
              <a:latin typeface="Arial" panose="020B0604020202020204" pitchFamily="34" charset="0"/>
              <a:cs typeface="Arial" panose="020B0604020202020204" pitchFamily="34" charset="0"/>
            </a:endParaRPr>
          </a:p>
          <a:p>
            <a:pPr>
              <a:lnSpc>
                <a:spcPct val="120000"/>
              </a:lnSpc>
              <a:spcBef>
                <a:spcPts val="41"/>
              </a:spcBef>
              <a:buClr>
                <a:srgbClr val="231F20"/>
              </a:buClr>
              <a:buFont typeface="Arial"/>
              <a:buChar char="•"/>
            </a:pPr>
            <a:endParaRPr sz="1600" dirty="0">
              <a:latin typeface="Arial" panose="020B0604020202020204" pitchFamily="34" charset="0"/>
              <a:cs typeface="Arial" panose="020B0604020202020204" pitchFamily="34" charset="0"/>
            </a:endParaRPr>
          </a:p>
          <a:p>
            <a:pPr marL="516255" lvl="1" indent="-228600">
              <a:lnSpc>
                <a:spcPct val="120000"/>
              </a:lnSpc>
              <a:buClr>
                <a:srgbClr val="231F20"/>
              </a:buClr>
              <a:buFont typeface="Franklin Gothic Book"/>
              <a:buAutoNum type="arabicPeriod"/>
              <a:tabLst>
                <a:tab pos="516890" algn="l"/>
              </a:tabLst>
            </a:pPr>
            <a:r>
              <a:rPr sz="1600" b="1" spc="-10" dirty="0">
                <a:solidFill>
                  <a:schemeClr val="tx1">
                    <a:lumMod val="75000"/>
                    <a:lumOff val="25000"/>
                  </a:schemeClr>
                </a:solidFill>
                <a:latin typeface="Arial" panose="020B0604020202020204" pitchFamily="34" charset="0"/>
                <a:cs typeface="Arial" panose="020B0604020202020204" pitchFamily="34" charset="0"/>
              </a:rPr>
              <a:t>Question:</a:t>
            </a:r>
            <a:r>
              <a:rPr sz="1600" b="1" spc="-5" dirty="0">
                <a:solidFill>
                  <a:schemeClr val="tx1">
                    <a:lumMod val="75000"/>
                    <a:lumOff val="25000"/>
                  </a:schemeClr>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H</a:t>
            </a:r>
            <a:r>
              <a:rPr sz="1600" spc="-30" dirty="0">
                <a:solidFill>
                  <a:srgbClr val="231F20"/>
                </a:solidFill>
                <a:latin typeface="Arial" panose="020B0604020202020204" pitchFamily="34" charset="0"/>
                <a:cs typeface="Arial" panose="020B0604020202020204" pitchFamily="34" charset="0"/>
              </a:rPr>
              <a:t>o</a:t>
            </a:r>
            <a:r>
              <a:rPr sz="1600" dirty="0">
                <a:solidFill>
                  <a:srgbClr val="231F20"/>
                </a:solidFill>
                <a:latin typeface="Arial" panose="020B0604020202020204" pitchFamily="34" charset="0"/>
                <a:cs typeface="Arial" panose="020B0604020202020204" pitchFamily="34" charset="0"/>
              </a:rPr>
              <a:t>w </a:t>
            </a:r>
            <a:r>
              <a:rPr sz="1600" spc="-10" dirty="0">
                <a:solidFill>
                  <a:srgbClr val="231F20"/>
                </a:solidFill>
                <a:latin typeface="Arial" panose="020B0604020202020204" pitchFamily="34" charset="0"/>
                <a:cs typeface="Arial" panose="020B0604020202020204" pitchFamily="34" charset="0"/>
              </a:rPr>
              <a:t>do</a:t>
            </a:r>
            <a:r>
              <a:rPr sz="1600" dirty="0">
                <a:solidFill>
                  <a:srgbClr val="231F20"/>
                </a:solidFill>
                <a:latin typeface="Arial" panose="020B0604020202020204" pitchFamily="34" charset="0"/>
                <a:cs typeface="Arial" panose="020B0604020202020204" pitchFamily="34" charset="0"/>
              </a:rPr>
              <a:t> </a:t>
            </a:r>
            <a:r>
              <a:rPr sz="1600" spc="-25" dirty="0">
                <a:solidFill>
                  <a:srgbClr val="231F20"/>
                </a:solidFill>
                <a:latin typeface="Arial" panose="020B0604020202020204" pitchFamily="34" charset="0"/>
                <a:cs typeface="Arial" panose="020B0604020202020204" pitchFamily="34" charset="0"/>
              </a:rPr>
              <a:t>o</a:t>
            </a:r>
            <a:r>
              <a:rPr sz="1600" spc="-5" dirty="0">
                <a:solidFill>
                  <a:srgbClr val="231F20"/>
                </a:solidFill>
                <a:latin typeface="Arial" panose="020B0604020202020204" pitchFamily="34" charset="0"/>
                <a:cs typeface="Arial" panose="020B0604020202020204" pitchFamily="34" charset="0"/>
              </a:rPr>
              <a:t>ther </a:t>
            </a:r>
            <a:r>
              <a:rPr sz="1600" spc="-10" dirty="0">
                <a:solidFill>
                  <a:srgbClr val="231F20"/>
                </a:solidFill>
                <a:latin typeface="Arial" panose="020B0604020202020204" pitchFamily="34" charset="0"/>
                <a:cs typeface="Arial" panose="020B0604020202020204" pitchFamily="34" charset="0"/>
              </a:rPr>
              <a:t>medications</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I’m</a:t>
            </a:r>
            <a:r>
              <a:rPr sz="1600" dirty="0">
                <a:solidFill>
                  <a:srgbClr val="231F20"/>
                </a:solidFill>
                <a:latin typeface="Arial" panose="020B0604020202020204" pitchFamily="34" charset="0"/>
                <a:cs typeface="Arial" panose="020B0604020202020204" pitchFamily="34" charset="0"/>
              </a:rPr>
              <a:t> taking</a:t>
            </a:r>
            <a:r>
              <a:rPr sz="1600" spc="-5" dirty="0">
                <a:solidFill>
                  <a:srgbClr val="231F20"/>
                </a:solidFill>
                <a:latin typeface="Arial" panose="020B0604020202020204" pitchFamily="34" charset="0"/>
                <a:cs typeface="Arial" panose="020B0604020202020204" pitchFamily="34" charset="0"/>
              </a:rPr>
              <a:t> in</a:t>
            </a:r>
            <a:r>
              <a:rPr sz="1600" spc="-25"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eract</a:t>
            </a:r>
            <a:r>
              <a:rPr sz="1600" spc="-5" dirty="0">
                <a:solidFill>
                  <a:srgbClr val="231F20"/>
                </a:solidFill>
                <a:latin typeface="Arial" panose="020B0604020202020204" pitchFamily="34" charset="0"/>
                <a:cs typeface="Arial" panose="020B0604020202020204" pitchFamily="34" charset="0"/>
              </a:rPr>
              <a:t> wit</a:t>
            </a:r>
            <a:r>
              <a:rPr sz="1600" dirty="0">
                <a:solidFill>
                  <a:srgbClr val="231F20"/>
                </a:solidFill>
                <a:latin typeface="Arial" panose="020B0604020202020204" pitchFamily="34" charset="0"/>
                <a:cs typeface="Arial" panose="020B0604020202020204" pitchFamily="34" charset="0"/>
              </a:rPr>
              <a:t>h </a:t>
            </a:r>
            <a:r>
              <a:rPr sz="1600" spc="-35" dirty="0">
                <a:solidFill>
                  <a:srgbClr val="231F20"/>
                </a:solidFill>
                <a:latin typeface="Arial" panose="020B0604020202020204" pitchFamily="34" charset="0"/>
                <a:cs typeface="Arial" panose="020B0604020202020204" pitchFamily="34" charset="0"/>
              </a:rPr>
              <a:t>m</a:t>
            </a:r>
            <a:r>
              <a:rPr sz="1600" dirty="0">
                <a:solidFill>
                  <a:srgbClr val="231F20"/>
                </a:solidFill>
                <a:latin typeface="Arial" panose="020B0604020202020204" pitchFamily="34" charset="0"/>
                <a:cs typeface="Arial" panose="020B0604020202020204" pitchFamily="34" charset="0"/>
              </a:rPr>
              <a:t>y </a:t>
            </a:r>
            <a:r>
              <a:rPr sz="1600" spc="-25" dirty="0">
                <a:solidFill>
                  <a:srgbClr val="231F20"/>
                </a:solidFill>
                <a:latin typeface="Arial" panose="020B0604020202020204" pitchFamily="34" charset="0"/>
                <a:cs typeface="Arial" panose="020B0604020202020204" pitchFamily="34" charset="0"/>
              </a:rPr>
              <a:t>h</a:t>
            </a:r>
            <a:r>
              <a:rPr sz="1600" spc="-10" dirty="0">
                <a:solidFill>
                  <a:srgbClr val="231F20"/>
                </a:solidFill>
                <a:latin typeface="Arial" panose="020B0604020202020204" pitchFamily="34" charset="0"/>
                <a:cs typeface="Arial" panose="020B0604020202020204" pitchFamily="34" charset="0"/>
              </a:rPr>
              <a:t>ype</a:t>
            </a:r>
            <a:r>
              <a:rPr sz="1600" spc="30" dirty="0">
                <a:solidFill>
                  <a:srgbClr val="231F20"/>
                </a:solidFill>
                <a:latin typeface="Arial" panose="020B0604020202020204" pitchFamily="34" charset="0"/>
                <a:cs typeface="Arial" panose="020B0604020202020204" pitchFamily="34" charset="0"/>
              </a:rPr>
              <a:t>r</a:t>
            </a:r>
            <a:r>
              <a:rPr sz="1600" spc="-30"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ension treatment?</a:t>
            </a:r>
            <a:endParaRPr sz="1600" dirty="0">
              <a:latin typeface="Arial" panose="020B0604020202020204" pitchFamily="34" charset="0"/>
              <a:cs typeface="Arial" panose="020B0604020202020204" pitchFamily="34" charset="0"/>
            </a:endParaRPr>
          </a:p>
          <a:p>
            <a:pPr marL="516255" indent="-228600">
              <a:lnSpc>
                <a:spcPct val="120000"/>
              </a:lnSpc>
              <a:spcBef>
                <a:spcPts val="565"/>
              </a:spcBef>
              <a:buClr>
                <a:srgbClr val="231F20"/>
              </a:buClr>
              <a:buFont typeface="Arial"/>
              <a:buChar char="•"/>
              <a:tabLst>
                <a:tab pos="516890" algn="l"/>
              </a:tabLst>
            </a:pPr>
            <a:r>
              <a:rPr sz="1600" b="1" spc="-10" dirty="0">
                <a:solidFill>
                  <a:srgbClr val="00B050"/>
                </a:solidFill>
                <a:latin typeface="Arial" panose="020B0604020202020204" pitchFamily="34" charset="0"/>
                <a:cs typeface="Arial" panose="020B0604020202020204" pitchFamily="34" charset="0"/>
              </a:rPr>
              <a:t>Ans</a:t>
            </a:r>
            <a:r>
              <a:rPr sz="1600" b="1" spc="-30" dirty="0">
                <a:solidFill>
                  <a:srgbClr val="00B050"/>
                </a:solidFill>
                <a:latin typeface="Arial" panose="020B0604020202020204" pitchFamily="34" charset="0"/>
                <a:cs typeface="Arial" panose="020B0604020202020204" pitchFamily="34" charset="0"/>
              </a:rPr>
              <a:t>w</a:t>
            </a:r>
            <a:r>
              <a:rPr sz="1600" b="1" spc="-5" dirty="0">
                <a:solidFill>
                  <a:srgbClr val="00B050"/>
                </a:solidFill>
                <a:latin typeface="Arial" panose="020B0604020202020204" pitchFamily="34" charset="0"/>
                <a:cs typeface="Arial" panose="020B0604020202020204" pitchFamily="34" charset="0"/>
              </a:rPr>
              <a:t>er: </a:t>
            </a:r>
            <a:r>
              <a:rPr sz="1600" spc="-5" dirty="0">
                <a:solidFill>
                  <a:srgbClr val="231F20"/>
                </a:solidFill>
                <a:latin typeface="Arial" panose="020B0604020202020204" pitchFamily="34" charset="0"/>
                <a:cs typeface="Arial" panose="020B0604020202020204" pitchFamily="34" charset="0"/>
              </a:rPr>
              <a:t>Thi</a:t>
            </a:r>
            <a:r>
              <a:rPr sz="1600" dirty="0">
                <a:solidFill>
                  <a:srgbClr val="231F20"/>
                </a:solidFill>
                <a:latin typeface="Arial" panose="020B0604020202020204" pitchFamily="34" charset="0"/>
                <a:cs typeface="Arial" panose="020B0604020202020204" pitchFamily="34" charset="0"/>
              </a:rPr>
              <a:t>s </a:t>
            </a:r>
            <a:r>
              <a:rPr sz="1600" spc="-5" dirty="0">
                <a:solidFill>
                  <a:srgbClr val="231F20"/>
                </a:solidFill>
                <a:latin typeface="Arial" panose="020B0604020202020204" pitchFamily="34" charset="0"/>
                <a:cs typeface="Arial" panose="020B0604020202020204" pitchFamily="34" charset="0"/>
              </a:rPr>
              <a:t>wil</a:t>
            </a:r>
            <a:r>
              <a:rPr sz="1600" dirty="0">
                <a:solidFill>
                  <a:srgbClr val="231F20"/>
                </a:solidFill>
                <a:latin typeface="Arial" panose="020B0604020202020204" pitchFamily="34" charset="0"/>
                <a:cs typeface="Arial" panose="020B0604020202020204" pitchFamily="34" charset="0"/>
              </a:rPr>
              <a:t>l</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b</a:t>
            </a:r>
            <a:r>
              <a:rPr sz="1600" spc="-10" dirty="0">
                <a:solidFill>
                  <a:srgbClr val="231F20"/>
                </a:solidFill>
                <a:latin typeface="Arial" panose="020B0604020202020204" pitchFamily="34" charset="0"/>
                <a:cs typeface="Arial" panose="020B0604020202020204" pitchFamily="34" charset="0"/>
              </a:rPr>
              <a:t>e</a:t>
            </a:r>
            <a:r>
              <a:rPr sz="1600"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bes</a:t>
            </a:r>
            <a:r>
              <a:rPr sz="1600" spc="-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ans</a:t>
            </a:r>
            <a:r>
              <a:rPr sz="1600" spc="-30" dirty="0">
                <a:solidFill>
                  <a:srgbClr val="231F20"/>
                </a:solidFill>
                <a:latin typeface="Arial" panose="020B0604020202020204" pitchFamily="34" charset="0"/>
                <a:cs typeface="Arial" panose="020B0604020202020204" pitchFamily="34" charset="0"/>
              </a:rPr>
              <a:t>w</a:t>
            </a:r>
            <a:r>
              <a:rPr sz="1600" spc="-10" dirty="0">
                <a:solidFill>
                  <a:srgbClr val="231F20"/>
                </a:solidFill>
                <a:latin typeface="Arial" panose="020B0604020202020204" pitchFamily="34" charset="0"/>
                <a:cs typeface="Arial" panose="020B0604020202020204" pitchFamily="34" charset="0"/>
              </a:rPr>
              <a:t>ered</a:t>
            </a:r>
            <a:r>
              <a:rPr sz="1600" spc="-5" dirty="0">
                <a:solidFill>
                  <a:srgbClr val="231F20"/>
                </a:solidFill>
                <a:latin typeface="Arial" panose="020B0604020202020204" pitchFamily="34" charset="0"/>
                <a:cs typeface="Arial" panose="020B0604020202020204" pitchFamily="34" charset="0"/>
              </a:rPr>
              <a:t> </a:t>
            </a:r>
            <a:r>
              <a:rPr sz="1600" spc="-25" dirty="0">
                <a:solidFill>
                  <a:srgbClr val="231F20"/>
                </a:solidFill>
                <a:latin typeface="Arial" panose="020B0604020202020204" pitchFamily="34" charset="0"/>
                <a:cs typeface="Arial" panose="020B0604020202020204" pitchFamily="34" charset="0"/>
              </a:rPr>
              <a:t>b</a:t>
            </a:r>
            <a:r>
              <a:rPr sz="1600" dirty="0">
                <a:solidFill>
                  <a:srgbClr val="231F20"/>
                </a:solidFill>
                <a:latin typeface="Arial" panose="020B0604020202020204" pitchFamily="34" charset="0"/>
                <a:cs typeface="Arial" panose="020B0604020202020204" pitchFamily="34" charset="0"/>
              </a:rPr>
              <a:t>y </a:t>
            </a:r>
            <a:r>
              <a:rPr sz="1600" spc="-1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health</a:t>
            </a:r>
            <a:r>
              <a:rPr sz="1600"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w</a:t>
            </a:r>
            <a:r>
              <a:rPr sz="1600" spc="-10" dirty="0">
                <a:solidFill>
                  <a:srgbClr val="231F20"/>
                </a:solidFill>
                <a:latin typeface="Arial" panose="020B0604020202020204" pitchFamily="34" charset="0"/>
                <a:cs typeface="Arial" panose="020B0604020202020204" pitchFamily="34" charset="0"/>
              </a:rPr>
              <a:t>o</a:t>
            </a:r>
            <a:r>
              <a:rPr sz="1600" spc="-15" dirty="0">
                <a:solidFill>
                  <a:srgbClr val="231F20"/>
                </a:solidFill>
                <a:latin typeface="Arial" panose="020B0604020202020204" pitchFamily="34" charset="0"/>
                <a:cs typeface="Arial" panose="020B0604020202020204" pitchFamily="34" charset="0"/>
              </a:rPr>
              <a:t>r</a:t>
            </a:r>
            <a:r>
              <a:rPr sz="1600" spc="-40" dirty="0">
                <a:solidFill>
                  <a:srgbClr val="231F20"/>
                </a:solidFill>
                <a:latin typeface="Arial" panose="020B0604020202020204" pitchFamily="34" charset="0"/>
                <a:cs typeface="Arial" panose="020B0604020202020204" pitchFamily="34" charset="0"/>
              </a:rPr>
              <a:t>k</a:t>
            </a:r>
            <a:r>
              <a:rPr sz="1600" spc="-10" dirty="0">
                <a:solidFill>
                  <a:srgbClr val="231F20"/>
                </a:solidFill>
                <a:latin typeface="Arial" panose="020B0604020202020204" pitchFamily="34" charset="0"/>
                <a:cs typeface="Arial" panose="020B0604020202020204" pitchFamily="34" charset="0"/>
              </a:rPr>
              <a:t>er</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on</a:t>
            </a:r>
            <a:r>
              <a:rPr sz="1600" spc="-5"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spc="-10" dirty="0">
                <a:solidFill>
                  <a:srgbClr val="231F20"/>
                </a:solidFill>
                <a:latin typeface="Arial" panose="020B0604020202020204" pitchFamily="34" charset="0"/>
                <a:cs typeface="Arial" panose="020B0604020202020204" pitchFamily="34" charset="0"/>
              </a:rPr>
              <a:t>our</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n</a:t>
            </a:r>
            <a:r>
              <a:rPr sz="1600" spc="-35" dirty="0">
                <a:solidFill>
                  <a:srgbClr val="231F20"/>
                </a:solidFill>
                <a:latin typeface="Arial" panose="020B0604020202020204" pitchFamily="34" charset="0"/>
                <a:cs typeface="Arial" panose="020B0604020202020204" pitchFamily="34" charset="0"/>
              </a:rPr>
              <a:t>e</a:t>
            </a:r>
            <a:r>
              <a:rPr sz="1600" spc="-5" dirty="0">
                <a:solidFill>
                  <a:srgbClr val="231F20"/>
                </a:solidFill>
                <a:latin typeface="Arial" panose="020B0604020202020204" pitchFamily="34" charset="0"/>
                <a:cs typeface="Arial" panose="020B0604020202020204" pitchFamily="34" charset="0"/>
              </a:rPr>
              <a:t>xt</a:t>
            </a:r>
            <a:r>
              <a:rPr sz="160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visi</a:t>
            </a:r>
            <a:r>
              <a:rPr sz="1600" dirty="0">
                <a:solidFill>
                  <a:srgbClr val="231F20"/>
                </a:solidFill>
                <a:latin typeface="Arial" panose="020B0604020202020204" pitchFamily="34" charset="0"/>
                <a:cs typeface="Arial" panose="020B0604020202020204" pitchFamily="34" charset="0"/>
              </a:rPr>
              <a:t>t </a:t>
            </a:r>
            <a:r>
              <a:rPr sz="1600" spc="-25"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o</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health</a:t>
            </a:r>
            <a:r>
              <a:rPr sz="1600"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f</a:t>
            </a:r>
            <a:r>
              <a:rPr sz="1600" dirty="0">
                <a:solidFill>
                  <a:srgbClr val="231F20"/>
                </a:solidFill>
                <a:latin typeface="Arial" panose="020B0604020202020204" pitchFamily="34" charset="0"/>
                <a:cs typeface="Arial" panose="020B0604020202020204" pitchFamily="34" charset="0"/>
              </a:rPr>
              <a:t>acility</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becaus</a:t>
            </a:r>
            <a:r>
              <a:rPr sz="1600" spc="-10" dirty="0">
                <a:solidFill>
                  <a:srgbClr val="231F20"/>
                </a:solidFill>
                <a:latin typeface="Arial" panose="020B0604020202020204" pitchFamily="34" charset="0"/>
                <a:cs typeface="Arial" panose="020B0604020202020204" pitchFamily="34" charset="0"/>
              </a:rPr>
              <a:t>e</a:t>
            </a:r>
            <a:r>
              <a:rPr sz="1600" dirty="0">
                <a:solidFill>
                  <a:srgbClr val="231F20"/>
                </a:solidFill>
                <a:latin typeface="Arial" panose="020B0604020202020204" pitchFamily="34" charset="0"/>
                <a:cs typeface="Arial" panose="020B0604020202020204" pitchFamily="34" charset="0"/>
              </a:rPr>
              <a:t> </a:t>
            </a:r>
            <a:r>
              <a:rPr sz="1600" spc="-35" dirty="0">
                <a:solidFill>
                  <a:srgbClr val="231F20"/>
                </a:solidFill>
                <a:latin typeface="Arial" panose="020B0604020202020204" pitchFamily="34" charset="0"/>
                <a:cs typeface="Arial" panose="020B0604020202020204" pitchFamily="34" charset="0"/>
              </a:rPr>
              <a:t>e</a:t>
            </a:r>
            <a:r>
              <a:rPr sz="1600" spc="-20" dirty="0">
                <a:solidFill>
                  <a:srgbClr val="231F20"/>
                </a:solidFill>
                <a:latin typeface="Arial" panose="020B0604020202020204" pitchFamily="34" charset="0"/>
                <a:cs typeface="Arial" panose="020B0604020202020204" pitchFamily="34" charset="0"/>
              </a:rPr>
              <a:t>v</a:t>
            </a:r>
            <a:r>
              <a:rPr sz="1600" spc="-10" dirty="0">
                <a:solidFill>
                  <a:srgbClr val="231F20"/>
                </a:solidFill>
                <a:latin typeface="Arial" panose="020B0604020202020204" pitchFamily="34" charset="0"/>
                <a:cs typeface="Arial" panose="020B0604020202020204" pitchFamily="34" charset="0"/>
              </a:rPr>
              <a:t>e</a:t>
            </a:r>
            <a:r>
              <a:rPr sz="1600" spc="2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y </a:t>
            </a:r>
            <a:r>
              <a:rPr sz="1600" spc="-10" dirty="0">
                <a:solidFill>
                  <a:srgbClr val="231F20"/>
                </a:solidFill>
                <a:latin typeface="Arial" panose="020B0604020202020204" pitchFamily="34" charset="0"/>
                <a:cs typeface="Arial" panose="020B0604020202020204" pitchFamily="34" charset="0"/>
              </a:rPr>
              <a:t>medicine</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reacts</a:t>
            </a:r>
            <a:r>
              <a:rPr sz="1600" spc="-5" dirty="0">
                <a:solidFill>
                  <a:srgbClr val="231F20"/>
                </a:solidFill>
                <a:latin typeface="Arial" panose="020B0604020202020204" pitchFamily="34" charset="0"/>
                <a:cs typeface="Arial" panose="020B0604020202020204" pitchFamily="34" charset="0"/>
              </a:rPr>
              <a:t> di</a:t>
            </a:r>
            <a:r>
              <a:rPr sz="1600" spc="20" dirty="0">
                <a:solidFill>
                  <a:srgbClr val="231F20"/>
                </a:solidFill>
                <a:latin typeface="Arial" panose="020B0604020202020204" pitchFamily="34" charset="0"/>
                <a:cs typeface="Arial" panose="020B0604020202020204" pitchFamily="34" charset="0"/>
              </a:rPr>
              <a:t>f</a:t>
            </a:r>
            <a:r>
              <a:rPr sz="1600" spc="-35" dirty="0">
                <a:solidFill>
                  <a:srgbClr val="231F20"/>
                </a:solidFill>
                <a:latin typeface="Arial" panose="020B0604020202020204" pitchFamily="34" charset="0"/>
                <a:cs typeface="Arial" panose="020B0604020202020204" pitchFamily="34" charset="0"/>
              </a:rPr>
              <a:t>f</a:t>
            </a:r>
            <a:r>
              <a:rPr sz="1600" spc="-5" dirty="0">
                <a:solidFill>
                  <a:srgbClr val="231F20"/>
                </a:solidFill>
                <a:latin typeface="Arial" panose="020B0604020202020204" pitchFamily="34" charset="0"/>
                <a:cs typeface="Arial" panose="020B0604020202020204" pitchFamily="34" charset="0"/>
              </a:rPr>
              <a:t>erently</a:t>
            </a:r>
            <a:endParaRPr sz="1600" dirty="0">
              <a:latin typeface="Arial" panose="020B0604020202020204" pitchFamily="34" charset="0"/>
              <a:cs typeface="Arial" panose="020B0604020202020204" pitchFamily="34" charset="0"/>
            </a:endParaRPr>
          </a:p>
          <a:p>
            <a:pPr marL="287655">
              <a:lnSpc>
                <a:spcPct val="120000"/>
              </a:lnSpc>
              <a:spcBef>
                <a:spcPts val="850"/>
              </a:spcBef>
            </a:pPr>
            <a:r>
              <a:rPr sz="1600" spc="-5" dirty="0">
                <a:solidFill>
                  <a:srgbClr val="231F20"/>
                </a:solidFill>
                <a:latin typeface="Arial" panose="020B0604020202020204" pitchFamily="34" charset="0"/>
                <a:cs typeface="Arial" panose="020B0604020202020204" pitchFamily="34" charset="0"/>
              </a:rPr>
              <a:t>2</a:t>
            </a:r>
            <a:r>
              <a:rPr sz="1600" dirty="0">
                <a:solidFill>
                  <a:srgbClr val="231F20"/>
                </a:solidFill>
                <a:latin typeface="Arial" panose="020B0604020202020204" pitchFamily="34" charset="0"/>
                <a:cs typeface="Arial" panose="020B0604020202020204" pitchFamily="34" charset="0"/>
              </a:rPr>
              <a:t>.  </a:t>
            </a:r>
            <a:r>
              <a:rPr sz="1600" spc="-105" dirty="0">
                <a:solidFill>
                  <a:srgbClr val="231F20"/>
                </a:solidFill>
                <a:latin typeface="Arial" panose="020B0604020202020204" pitchFamily="34" charset="0"/>
                <a:cs typeface="Arial" panose="020B0604020202020204" pitchFamily="34" charset="0"/>
              </a:rPr>
              <a:t> </a:t>
            </a:r>
            <a:r>
              <a:rPr sz="1600" b="1" spc="-10" dirty="0">
                <a:solidFill>
                  <a:schemeClr val="tx1">
                    <a:lumMod val="75000"/>
                    <a:lumOff val="25000"/>
                  </a:schemeClr>
                </a:solidFill>
                <a:latin typeface="Arial" panose="020B0604020202020204" pitchFamily="34" charset="0"/>
                <a:cs typeface="Arial" panose="020B0604020202020204" pitchFamily="34" charset="0"/>
              </a:rPr>
              <a:t>Question:</a:t>
            </a:r>
            <a:r>
              <a:rPr sz="1600" b="1" spc="-5" dirty="0">
                <a:solidFill>
                  <a:schemeClr val="tx1">
                    <a:lumMod val="75000"/>
                    <a:lumOff val="25000"/>
                  </a:schemeClr>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I </a:t>
            </a:r>
            <a:r>
              <a:rPr sz="1600" spc="-10" dirty="0">
                <a:solidFill>
                  <a:srgbClr val="231F20"/>
                </a:solidFill>
                <a:latin typeface="Arial" panose="020B0604020202020204" pitchFamily="34" charset="0"/>
                <a:cs typeface="Arial" panose="020B0604020202020204" pitchFamily="34" charset="0"/>
              </a:rPr>
              <a:t>missed</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dose</a:t>
            </a:r>
            <a:r>
              <a:rPr sz="1600" spc="-5" dirty="0">
                <a:solidFill>
                  <a:srgbClr val="231F20"/>
                </a:solidFill>
                <a:latin typeface="Arial" panose="020B0604020202020204" pitchFamily="34" charset="0"/>
                <a:cs typeface="Arial" panose="020B0604020202020204" pitchFamily="34" charset="0"/>
              </a:rPr>
              <a:t> of </a:t>
            </a:r>
            <a:r>
              <a:rPr sz="1600" spc="-40" dirty="0">
                <a:solidFill>
                  <a:srgbClr val="231F20"/>
                </a:solidFill>
                <a:latin typeface="Arial" panose="020B0604020202020204" pitchFamily="34" charset="0"/>
                <a:cs typeface="Arial" panose="020B0604020202020204" pitchFamily="34" charset="0"/>
              </a:rPr>
              <a:t>m</a:t>
            </a:r>
            <a:r>
              <a:rPr sz="1600" dirty="0">
                <a:solidFill>
                  <a:srgbClr val="231F20"/>
                </a:solidFill>
                <a:latin typeface="Arial" panose="020B0604020202020204" pitchFamily="34" charset="0"/>
                <a:cs typeface="Arial" panose="020B0604020202020204" pitchFamily="34" charset="0"/>
              </a:rPr>
              <a:t>y </a:t>
            </a:r>
            <a:r>
              <a:rPr sz="1600" spc="-10" dirty="0">
                <a:solidFill>
                  <a:srgbClr val="231F20"/>
                </a:solidFill>
                <a:latin typeface="Arial" panose="020B0604020202020204" pitchFamily="34" charset="0"/>
                <a:cs typeface="Arial" panose="020B0604020202020204" pitchFamily="34" charset="0"/>
              </a:rPr>
              <a:t>medication,</a:t>
            </a:r>
            <a:r>
              <a:rPr sz="1600"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wha</a:t>
            </a:r>
            <a:r>
              <a:rPr sz="1600" spc="-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can</a:t>
            </a:r>
            <a:r>
              <a:rPr sz="1600" spc="-5" dirty="0">
                <a:solidFill>
                  <a:srgbClr val="231F20"/>
                </a:solidFill>
                <a:latin typeface="Arial" panose="020B0604020202020204" pitchFamily="34" charset="0"/>
                <a:cs typeface="Arial" panose="020B0604020202020204" pitchFamily="34" charset="0"/>
              </a:rPr>
              <a:t> </a:t>
            </a:r>
            <a:r>
              <a:rPr sz="1600" dirty="0">
                <a:solidFill>
                  <a:srgbClr val="231F20"/>
                </a:solidFill>
                <a:latin typeface="Arial" panose="020B0604020202020204" pitchFamily="34" charset="0"/>
                <a:cs typeface="Arial" panose="020B0604020202020204" pitchFamily="34" charset="0"/>
              </a:rPr>
              <a:t>I </a:t>
            </a:r>
            <a:r>
              <a:rPr sz="1600" spc="-10" dirty="0">
                <a:solidFill>
                  <a:srgbClr val="231F20"/>
                </a:solidFill>
                <a:latin typeface="Arial" panose="020B0604020202020204" pitchFamily="34" charset="0"/>
                <a:cs typeface="Arial" panose="020B0604020202020204" pitchFamily="34" charset="0"/>
              </a:rPr>
              <a:t>do?</a:t>
            </a:r>
            <a:endParaRPr sz="1600" dirty="0">
              <a:latin typeface="Arial" panose="020B0604020202020204" pitchFamily="34" charset="0"/>
              <a:cs typeface="Arial" panose="020B0604020202020204" pitchFamily="34" charset="0"/>
            </a:endParaRPr>
          </a:p>
          <a:p>
            <a:pPr marL="516255" marR="48260" indent="-228600">
              <a:lnSpc>
                <a:spcPct val="120000"/>
              </a:lnSpc>
              <a:spcBef>
                <a:spcPts val="565"/>
              </a:spcBef>
              <a:buClr>
                <a:srgbClr val="231F20"/>
              </a:buClr>
              <a:buFont typeface="Arial"/>
              <a:buChar char="•"/>
              <a:tabLst>
                <a:tab pos="516890" algn="l"/>
              </a:tabLst>
            </a:pPr>
            <a:r>
              <a:rPr sz="1600" b="1" spc="-10" dirty="0">
                <a:solidFill>
                  <a:srgbClr val="00B050"/>
                </a:solidFill>
                <a:latin typeface="Arial" panose="020B0604020202020204" pitchFamily="34" charset="0"/>
                <a:cs typeface="Arial" panose="020B0604020202020204" pitchFamily="34" charset="0"/>
              </a:rPr>
              <a:t>Ans</a:t>
            </a:r>
            <a:r>
              <a:rPr sz="1600" b="1" spc="-30" dirty="0">
                <a:solidFill>
                  <a:srgbClr val="00B050"/>
                </a:solidFill>
                <a:latin typeface="Arial" panose="020B0604020202020204" pitchFamily="34" charset="0"/>
                <a:cs typeface="Arial" panose="020B0604020202020204" pitchFamily="34" charset="0"/>
              </a:rPr>
              <a:t>w</a:t>
            </a:r>
            <a:r>
              <a:rPr sz="1600" b="1" spc="-5" dirty="0">
                <a:solidFill>
                  <a:srgbClr val="00B050"/>
                </a:solidFill>
                <a:latin typeface="Arial" panose="020B0604020202020204" pitchFamily="34" charset="0"/>
                <a:cs typeface="Arial" panose="020B0604020202020204" pitchFamily="34" charset="0"/>
              </a:rPr>
              <a:t>er: </a:t>
            </a:r>
            <a:r>
              <a:rPr sz="1600" spc="-5" dirty="0">
                <a:solidFill>
                  <a:srgbClr val="231F20"/>
                </a:solidFill>
                <a:latin typeface="Arial" panose="020B0604020202020204" pitchFamily="34" charset="0"/>
                <a:cs typeface="Arial" panose="020B0604020202020204" pitchFamily="34" charset="0"/>
              </a:rPr>
              <a:t>If</a:t>
            </a:r>
            <a:r>
              <a:rPr sz="1600" dirty="0">
                <a:solidFill>
                  <a:srgbClr val="231F20"/>
                </a:solidFill>
                <a:latin typeface="Arial" panose="020B0604020202020204" pitchFamily="34" charset="0"/>
                <a:cs typeface="Arial" panose="020B0604020202020204" pitchFamily="34" charset="0"/>
              </a:rPr>
              <a:t> </a:t>
            </a:r>
            <a:r>
              <a:rPr sz="1600" spc="-20" dirty="0">
                <a:solidFill>
                  <a:srgbClr val="231F20"/>
                </a:solidFill>
                <a:latin typeface="Arial" panose="020B0604020202020204" pitchFamily="34" charset="0"/>
                <a:cs typeface="Arial" panose="020B0604020202020204" pitchFamily="34" charset="0"/>
              </a:rPr>
              <a:t>y</a:t>
            </a:r>
            <a:r>
              <a:rPr sz="1600" spc="-10" dirty="0">
                <a:solidFill>
                  <a:srgbClr val="231F20"/>
                </a:solidFill>
                <a:latin typeface="Arial" panose="020B0604020202020204" pitchFamily="34" charset="0"/>
                <a:cs typeface="Arial" panose="020B0604020202020204" pitchFamily="34" charset="0"/>
              </a:rPr>
              <a:t>ou</a:t>
            </a:r>
            <a:r>
              <a:rPr sz="1600" dirty="0">
                <a:solidFill>
                  <a:srgbClr val="231F20"/>
                </a:solidFill>
                <a:latin typeface="Arial" panose="020B0604020202020204" pitchFamily="34" charset="0"/>
                <a:cs typeface="Arial" panose="020B0604020202020204" pitchFamily="34" charset="0"/>
              </a:rPr>
              <a:t> </a:t>
            </a:r>
            <a:r>
              <a:rPr sz="1600" spc="-35" dirty="0">
                <a:solidFill>
                  <a:srgbClr val="231F20"/>
                </a:solidFill>
                <a:latin typeface="Arial" panose="020B0604020202020204" pitchFamily="34" charset="0"/>
                <a:cs typeface="Arial" panose="020B0604020202020204" pitchFamily="34" charset="0"/>
              </a:rPr>
              <a:t>f</a:t>
            </a:r>
            <a:r>
              <a:rPr sz="1600" spc="-10" dirty="0">
                <a:solidFill>
                  <a:srgbClr val="231F20"/>
                </a:solidFill>
                <a:latin typeface="Arial" panose="020B0604020202020204" pitchFamily="34" charset="0"/>
                <a:cs typeface="Arial" panose="020B0604020202020204" pitchFamily="34" charset="0"/>
              </a:rPr>
              <a:t>org</a:t>
            </a:r>
            <a:r>
              <a:rPr sz="1600" spc="-25" dirty="0">
                <a:solidFill>
                  <a:srgbClr val="231F20"/>
                </a:solidFill>
                <a:latin typeface="Arial" panose="020B0604020202020204" pitchFamily="34" charset="0"/>
                <a:cs typeface="Arial" panose="020B0604020202020204" pitchFamily="34" charset="0"/>
              </a:rPr>
              <a:t>o</a:t>
            </a:r>
            <a:r>
              <a:rPr sz="1600" spc="-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 </a:t>
            </a:r>
            <a:r>
              <a:rPr sz="1600" spc="-25" dirty="0">
                <a:solidFill>
                  <a:srgbClr val="231F20"/>
                </a:solidFill>
                <a:latin typeface="Arial" panose="020B0604020202020204" pitchFamily="34" charset="0"/>
                <a:cs typeface="Arial" panose="020B0604020202020204" pitchFamily="34" charset="0"/>
              </a:rPr>
              <a:t>t</a:t>
            </a:r>
            <a:r>
              <a:rPr sz="1600" spc="-10" dirty="0">
                <a:solidFill>
                  <a:srgbClr val="231F20"/>
                </a:solidFill>
                <a:latin typeface="Arial" panose="020B0604020202020204" pitchFamily="34" charset="0"/>
                <a:cs typeface="Arial" panose="020B0604020202020204" pitchFamily="34" charset="0"/>
              </a:rPr>
              <a:t>o</a:t>
            </a:r>
            <a:r>
              <a:rPr sz="160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ta</a:t>
            </a:r>
            <a:r>
              <a:rPr sz="1600" spc="-40" dirty="0">
                <a:solidFill>
                  <a:srgbClr val="231F20"/>
                </a:solidFill>
                <a:latin typeface="Arial" panose="020B0604020202020204" pitchFamily="34" charset="0"/>
                <a:cs typeface="Arial" panose="020B0604020202020204" pitchFamily="34" charset="0"/>
              </a:rPr>
              <a:t>k</a:t>
            </a:r>
            <a:r>
              <a:rPr sz="1600" spc="-10" dirty="0">
                <a:solidFill>
                  <a:srgbClr val="231F20"/>
                </a:solidFill>
                <a:latin typeface="Arial" panose="020B0604020202020204" pitchFamily="34" charset="0"/>
                <a:cs typeface="Arial" panose="020B0604020202020204" pitchFamily="34" charset="0"/>
              </a:rPr>
              <a:t>e</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dose,</a:t>
            </a:r>
            <a:r>
              <a:rPr sz="1600" spc="-5" dirty="0">
                <a:solidFill>
                  <a:srgbClr val="231F20"/>
                </a:solidFill>
                <a:latin typeface="Arial" panose="020B0604020202020204" pitchFamily="34" charset="0"/>
                <a:cs typeface="Arial" panose="020B0604020202020204" pitchFamily="34" charset="0"/>
              </a:rPr>
              <a:t> ta</a:t>
            </a:r>
            <a:r>
              <a:rPr sz="1600" spc="-40" dirty="0">
                <a:solidFill>
                  <a:srgbClr val="231F20"/>
                </a:solidFill>
                <a:latin typeface="Arial" panose="020B0604020202020204" pitchFamily="34" charset="0"/>
                <a:cs typeface="Arial" panose="020B0604020202020204" pitchFamily="34" charset="0"/>
              </a:rPr>
              <a:t>k</a:t>
            </a:r>
            <a:r>
              <a:rPr sz="1600" spc="-10" dirty="0">
                <a:solidFill>
                  <a:srgbClr val="231F20"/>
                </a:solidFill>
                <a:latin typeface="Arial" panose="020B0604020202020204" pitchFamily="34" charset="0"/>
                <a:cs typeface="Arial" panose="020B0604020202020204" pitchFamily="34" charset="0"/>
              </a:rPr>
              <a:t>e</a:t>
            </a:r>
            <a:r>
              <a:rPr sz="1600"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immedia</a:t>
            </a:r>
            <a:r>
              <a:rPr sz="1600" spc="-25" dirty="0">
                <a:solidFill>
                  <a:srgbClr val="231F20"/>
                </a:solidFill>
                <a:latin typeface="Arial" panose="020B0604020202020204" pitchFamily="34" charset="0"/>
                <a:cs typeface="Arial" panose="020B0604020202020204" pitchFamily="34" charset="0"/>
              </a:rPr>
              <a:t>t</a:t>
            </a:r>
            <a:r>
              <a:rPr sz="1600" spc="-5" dirty="0">
                <a:solidFill>
                  <a:srgbClr val="231F20"/>
                </a:solidFill>
                <a:latin typeface="Arial" panose="020B0604020202020204" pitchFamily="34" charset="0"/>
                <a:cs typeface="Arial" panose="020B0604020202020204" pitchFamily="34" charset="0"/>
              </a:rPr>
              <a:t>ely </a:t>
            </a:r>
            <a:r>
              <a:rPr sz="1600" spc="-20" dirty="0">
                <a:solidFill>
                  <a:srgbClr val="231F20"/>
                </a:solidFill>
                <a:latin typeface="Arial" panose="020B0604020202020204" pitchFamily="34" charset="0"/>
                <a:cs typeface="Arial" panose="020B0604020202020204" pitchFamily="34" charset="0"/>
              </a:rPr>
              <a:t>y</a:t>
            </a:r>
            <a:r>
              <a:rPr sz="1600" spc="-10" dirty="0">
                <a:solidFill>
                  <a:srgbClr val="231F20"/>
                </a:solidFill>
                <a:latin typeface="Arial" panose="020B0604020202020204" pitchFamily="34" charset="0"/>
                <a:cs typeface="Arial" panose="020B0604020202020204" pitchFamily="34" charset="0"/>
              </a:rPr>
              <a:t>ou</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remember</a:t>
            </a:r>
            <a:r>
              <a:rPr sz="1600" spc="-5" dirty="0">
                <a:solidFill>
                  <a:srgbClr val="231F20"/>
                </a:solidFill>
                <a:latin typeface="Arial" panose="020B0604020202020204" pitchFamily="34" charset="0"/>
                <a:cs typeface="Arial" panose="020B0604020202020204" pitchFamily="34" charset="0"/>
              </a:rPr>
              <a:t> i</a:t>
            </a:r>
            <a:r>
              <a:rPr sz="1600" dirty="0">
                <a:solidFill>
                  <a:srgbClr val="231F20"/>
                </a:solidFill>
                <a:latin typeface="Arial" panose="020B0604020202020204" pitchFamily="34" charset="0"/>
                <a:cs typeface="Arial" panose="020B0604020202020204" pitchFamily="34" charset="0"/>
              </a:rPr>
              <a:t>f </a:t>
            </a:r>
            <a:r>
              <a:rPr sz="1600" spc="-10" dirty="0">
                <a:solidFill>
                  <a:srgbClr val="231F20"/>
                </a:solidFill>
                <a:latin typeface="Arial" panose="020B0604020202020204" pitchFamily="34" charset="0"/>
                <a:cs typeface="Arial" panose="020B0604020202020204" pitchFamily="34" charset="0"/>
              </a:rPr>
              <a:t>it’s</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once</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pe</a:t>
            </a:r>
            <a:r>
              <a:rPr sz="1600" spc="-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d</a:t>
            </a:r>
            <a:r>
              <a:rPr sz="1600" spc="-45"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y </a:t>
            </a:r>
            <a:r>
              <a:rPr sz="1600" spc="-10" dirty="0">
                <a:solidFill>
                  <a:srgbClr val="231F20"/>
                </a:solidFill>
                <a:latin typeface="Arial" panose="020B0604020202020204" pitchFamily="34" charset="0"/>
                <a:cs typeface="Arial" panose="020B0604020202020204" pitchFamily="34" charset="0"/>
              </a:rPr>
              <a:t>dose,</a:t>
            </a:r>
            <a:r>
              <a:rPr sz="1600" spc="-5" dirty="0">
                <a:solidFill>
                  <a:srgbClr val="231F20"/>
                </a:solidFill>
                <a:latin typeface="Arial" panose="020B0604020202020204" pitchFamily="34" charset="0"/>
                <a:cs typeface="Arial" panose="020B0604020202020204" pitchFamily="34" charset="0"/>
              </a:rPr>
              <a:t> i</a:t>
            </a:r>
            <a:r>
              <a:rPr sz="1600" dirty="0">
                <a:solidFill>
                  <a:srgbClr val="231F20"/>
                </a:solidFill>
                <a:latin typeface="Arial" panose="020B0604020202020204" pitchFamily="34" charset="0"/>
                <a:cs typeface="Arial" panose="020B0604020202020204" pitchFamily="34" charset="0"/>
              </a:rPr>
              <a:t>f </a:t>
            </a:r>
            <a:r>
              <a:rPr sz="1600" spc="-10" dirty="0">
                <a:solidFill>
                  <a:srgbClr val="231F20"/>
                </a:solidFill>
                <a:latin typeface="Arial" panose="020B0604020202020204" pitchFamily="34" charset="0"/>
                <a:cs typeface="Arial" panose="020B0604020202020204" pitchFamily="34" charset="0"/>
              </a:rPr>
              <a:t>its</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more</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doses</a:t>
            </a:r>
            <a:r>
              <a:rPr sz="1600" spc="-5" dirty="0">
                <a:solidFill>
                  <a:srgbClr val="231F20"/>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pe</a:t>
            </a:r>
            <a:r>
              <a:rPr sz="1600" spc="-5" dirty="0">
                <a:solidFill>
                  <a:srgbClr val="231F20"/>
                </a:solidFill>
                <a:latin typeface="Arial" panose="020B0604020202020204" pitchFamily="34" charset="0"/>
                <a:cs typeface="Arial" panose="020B0604020202020204" pitchFamily="34" charset="0"/>
              </a:rPr>
              <a:t>r</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d</a:t>
            </a:r>
            <a:r>
              <a:rPr sz="1600" spc="-45" dirty="0">
                <a:solidFill>
                  <a:srgbClr val="231F20"/>
                </a:solidFill>
                <a:latin typeface="Arial" panose="020B0604020202020204" pitchFamily="34" charset="0"/>
                <a:cs typeface="Arial" panose="020B0604020202020204" pitchFamily="34" charset="0"/>
              </a:rPr>
              <a:t>a</a:t>
            </a:r>
            <a:r>
              <a:rPr sz="1600" dirty="0">
                <a:solidFill>
                  <a:srgbClr val="231F20"/>
                </a:solidFill>
                <a:latin typeface="Arial" panose="020B0604020202020204" pitchFamily="34" charset="0"/>
                <a:cs typeface="Arial" panose="020B0604020202020204" pitchFamily="34" charset="0"/>
              </a:rPr>
              <a:t>y </a:t>
            </a:r>
            <a:r>
              <a:rPr sz="1600" spc="-1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spc="-35" dirty="0">
                <a:solidFill>
                  <a:srgbClr val="231F20"/>
                </a:solidFill>
                <a:latin typeface="Arial" panose="020B0604020202020204" pitchFamily="34" charset="0"/>
                <a:cs typeface="Arial" panose="020B0604020202020204" pitchFamily="34" charset="0"/>
              </a:rPr>
              <a:t>a</a:t>
            </a:r>
            <a:r>
              <a:rPr sz="1600" spc="-15" dirty="0">
                <a:solidFill>
                  <a:srgbClr val="231F20"/>
                </a:solidFill>
                <a:latin typeface="Arial" panose="020B0604020202020204" pitchFamily="34" charset="0"/>
                <a:cs typeface="Arial" panose="020B0604020202020204" pitchFamily="34" charset="0"/>
              </a:rPr>
              <a:t>w</a:t>
            </a:r>
            <a:r>
              <a:rPr sz="1600" spc="-5" dirty="0">
                <a:solidFill>
                  <a:srgbClr val="231F20"/>
                </a:solidFill>
                <a:latin typeface="Arial" panose="020B0604020202020204" pitchFamily="34" charset="0"/>
                <a:cs typeface="Arial" panose="020B0604020202020204" pitchFamily="34" charset="0"/>
              </a:rPr>
              <a:t>ait </a:t>
            </a:r>
            <a:r>
              <a:rPr sz="1600" spc="-10" dirty="0">
                <a:solidFill>
                  <a:srgbClr val="231F20"/>
                </a:solidFill>
                <a:latin typeface="Arial" panose="020B0604020202020204" pitchFamily="34" charset="0"/>
                <a:cs typeface="Arial" panose="020B0604020202020204" pitchFamily="34" charset="0"/>
              </a:rPr>
              <a:t>the</a:t>
            </a:r>
            <a:r>
              <a:rPr sz="1600" spc="-5"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n</a:t>
            </a:r>
            <a:r>
              <a:rPr sz="1600" spc="-35" dirty="0">
                <a:solidFill>
                  <a:srgbClr val="231F20"/>
                </a:solidFill>
                <a:latin typeface="Arial" panose="020B0604020202020204" pitchFamily="34" charset="0"/>
                <a:cs typeface="Arial" panose="020B0604020202020204" pitchFamily="34" charset="0"/>
              </a:rPr>
              <a:t>e</a:t>
            </a:r>
            <a:r>
              <a:rPr sz="1600" spc="-5" dirty="0">
                <a:solidFill>
                  <a:srgbClr val="231F20"/>
                </a:solidFill>
                <a:latin typeface="Arial" panose="020B0604020202020204" pitchFamily="34" charset="0"/>
                <a:cs typeface="Arial" panose="020B0604020202020204" pitchFamily="34" charset="0"/>
              </a:rPr>
              <a:t>xt dose.</a:t>
            </a:r>
            <a:endParaRPr sz="1600" dirty="0">
              <a:latin typeface="Arial" panose="020B0604020202020204" pitchFamily="34" charset="0"/>
              <a:cs typeface="Arial" panose="020B0604020202020204" pitchFamily="34" charset="0"/>
            </a:endParaRPr>
          </a:p>
          <a:p>
            <a:pPr marL="287655">
              <a:lnSpc>
                <a:spcPct val="120000"/>
              </a:lnSpc>
              <a:spcBef>
                <a:spcPts val="850"/>
              </a:spcBef>
            </a:pPr>
            <a:r>
              <a:rPr sz="1600" spc="-5" dirty="0">
                <a:solidFill>
                  <a:srgbClr val="231F20"/>
                </a:solidFill>
                <a:latin typeface="Arial" panose="020B0604020202020204" pitchFamily="34" charset="0"/>
                <a:cs typeface="Arial" panose="020B0604020202020204" pitchFamily="34" charset="0"/>
              </a:rPr>
              <a:t>3</a:t>
            </a:r>
            <a:r>
              <a:rPr sz="1600" dirty="0">
                <a:solidFill>
                  <a:srgbClr val="231F20"/>
                </a:solidFill>
                <a:latin typeface="Arial" panose="020B0604020202020204" pitchFamily="34" charset="0"/>
                <a:cs typeface="Arial" panose="020B0604020202020204" pitchFamily="34" charset="0"/>
              </a:rPr>
              <a:t>.  </a:t>
            </a:r>
            <a:r>
              <a:rPr sz="1600" spc="-105" dirty="0">
                <a:solidFill>
                  <a:srgbClr val="231F20"/>
                </a:solidFill>
                <a:latin typeface="Arial" panose="020B0604020202020204" pitchFamily="34" charset="0"/>
                <a:cs typeface="Arial" panose="020B0604020202020204" pitchFamily="34" charset="0"/>
              </a:rPr>
              <a:t> </a:t>
            </a:r>
            <a:r>
              <a:rPr sz="1600" b="1" spc="-10" dirty="0">
                <a:solidFill>
                  <a:schemeClr val="tx1">
                    <a:lumMod val="75000"/>
                    <a:lumOff val="25000"/>
                  </a:schemeClr>
                </a:solidFill>
                <a:latin typeface="Arial" panose="020B0604020202020204" pitchFamily="34" charset="0"/>
                <a:cs typeface="Arial" panose="020B0604020202020204" pitchFamily="34" charset="0"/>
              </a:rPr>
              <a:t>Question:</a:t>
            </a:r>
            <a:r>
              <a:rPr sz="1600" b="1" spc="-5" dirty="0">
                <a:solidFill>
                  <a:schemeClr val="tx1">
                    <a:lumMod val="75000"/>
                    <a:lumOff val="25000"/>
                  </a:schemeClr>
                </a:solidFill>
                <a:latin typeface="Arial" panose="020B0604020202020204" pitchFamily="34" charset="0"/>
                <a:cs typeface="Arial" panose="020B0604020202020204" pitchFamily="34" charset="0"/>
              </a:rPr>
              <a:t> </a:t>
            </a:r>
            <a:r>
              <a:rPr sz="1600" spc="-15" dirty="0">
                <a:solidFill>
                  <a:srgbClr val="231F20"/>
                </a:solidFill>
                <a:latin typeface="Arial" panose="020B0604020202020204" pitchFamily="34" charset="0"/>
                <a:cs typeface="Arial" panose="020B0604020202020204" pitchFamily="34" charset="0"/>
              </a:rPr>
              <a:t>Ca</a:t>
            </a:r>
            <a:r>
              <a:rPr sz="1600" spc="-10" dirty="0">
                <a:solidFill>
                  <a:srgbClr val="231F20"/>
                </a:solidFill>
                <a:latin typeface="Arial" panose="020B0604020202020204" pitchFamily="34" charset="0"/>
                <a:cs typeface="Arial" panose="020B0604020202020204" pitchFamily="34" charset="0"/>
              </a:rPr>
              <a:t>n</a:t>
            </a:r>
            <a:r>
              <a:rPr sz="1600" dirty="0">
                <a:solidFill>
                  <a:srgbClr val="231F20"/>
                </a:solidFill>
                <a:latin typeface="Arial" panose="020B0604020202020204" pitchFamily="34" charset="0"/>
                <a:cs typeface="Arial" panose="020B0604020202020204" pitchFamily="34" charset="0"/>
              </a:rPr>
              <a:t> I </a:t>
            </a:r>
            <a:r>
              <a:rPr sz="1600" spc="-10" dirty="0">
                <a:solidFill>
                  <a:srgbClr val="231F20"/>
                </a:solidFill>
                <a:latin typeface="Arial" panose="020B0604020202020204" pitchFamily="34" charset="0"/>
                <a:cs typeface="Arial" panose="020B0604020202020204" pitchFamily="34" charset="0"/>
              </a:rPr>
              <a:t>share</a:t>
            </a:r>
            <a:r>
              <a:rPr sz="1600" dirty="0">
                <a:solidFill>
                  <a:srgbClr val="231F20"/>
                </a:solidFill>
                <a:latin typeface="Arial" panose="020B0604020202020204" pitchFamily="34" charset="0"/>
                <a:cs typeface="Arial" panose="020B0604020202020204" pitchFamily="34" charset="0"/>
              </a:rPr>
              <a:t> </a:t>
            </a:r>
            <a:r>
              <a:rPr sz="1600" spc="-10" dirty="0">
                <a:solidFill>
                  <a:srgbClr val="231F20"/>
                </a:solidFill>
                <a:latin typeface="Arial" panose="020B0604020202020204" pitchFamily="34" charset="0"/>
                <a:cs typeface="Arial" panose="020B0604020202020204" pitchFamily="34" charset="0"/>
              </a:rPr>
              <a:t>medicine</a:t>
            </a:r>
            <a:r>
              <a:rPr sz="160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wit</a:t>
            </a:r>
            <a:r>
              <a:rPr sz="1600" dirty="0">
                <a:solidFill>
                  <a:srgbClr val="231F20"/>
                </a:solidFill>
                <a:latin typeface="Arial" panose="020B0604020202020204" pitchFamily="34" charset="0"/>
                <a:cs typeface="Arial" panose="020B0604020202020204" pitchFamily="34" charset="0"/>
              </a:rPr>
              <a:t>h </a:t>
            </a:r>
            <a:r>
              <a:rPr sz="1600" spc="-10" dirty="0">
                <a:solidFill>
                  <a:srgbClr val="231F20"/>
                </a:solidFill>
                <a:latin typeface="Arial" panose="020B0604020202020204" pitchFamily="34" charset="0"/>
                <a:cs typeface="Arial" panose="020B0604020202020204" pitchFamily="34" charset="0"/>
              </a:rPr>
              <a:t>an</a:t>
            </a:r>
            <a:r>
              <a:rPr sz="1600" spc="-25" dirty="0">
                <a:solidFill>
                  <a:srgbClr val="231F20"/>
                </a:solidFill>
                <a:latin typeface="Arial" panose="020B0604020202020204" pitchFamily="34" charset="0"/>
                <a:cs typeface="Arial" panose="020B0604020202020204" pitchFamily="34" charset="0"/>
              </a:rPr>
              <a:t>o</a:t>
            </a:r>
            <a:r>
              <a:rPr sz="1600" spc="-5" dirty="0">
                <a:solidFill>
                  <a:srgbClr val="231F20"/>
                </a:solidFill>
                <a:latin typeface="Arial" panose="020B0604020202020204" pitchFamily="34" charset="0"/>
                <a:cs typeface="Arial" panose="020B0604020202020204" pitchFamily="34" charset="0"/>
              </a:rPr>
              <a:t>ther client?</a:t>
            </a:r>
            <a:endParaRPr sz="1600" dirty="0">
              <a:latin typeface="Arial" panose="020B0604020202020204" pitchFamily="34" charset="0"/>
              <a:cs typeface="Arial" panose="020B0604020202020204" pitchFamily="34" charset="0"/>
            </a:endParaRPr>
          </a:p>
          <a:p>
            <a:pPr marL="516255" indent="-228600">
              <a:lnSpc>
                <a:spcPct val="120000"/>
              </a:lnSpc>
              <a:spcBef>
                <a:spcPts val="565"/>
              </a:spcBef>
              <a:buClr>
                <a:srgbClr val="231F20"/>
              </a:buClr>
              <a:buFont typeface="Arial"/>
              <a:buChar char="•"/>
              <a:tabLst>
                <a:tab pos="516890" algn="l"/>
              </a:tabLst>
            </a:pPr>
            <a:r>
              <a:rPr sz="1600" b="1" spc="-10" dirty="0">
                <a:solidFill>
                  <a:srgbClr val="00B050"/>
                </a:solidFill>
                <a:latin typeface="Arial" panose="020B0604020202020204" pitchFamily="34" charset="0"/>
                <a:cs typeface="Arial" panose="020B0604020202020204" pitchFamily="34" charset="0"/>
              </a:rPr>
              <a:t>Ans</a:t>
            </a:r>
            <a:r>
              <a:rPr sz="1600" b="1" spc="-30" dirty="0">
                <a:solidFill>
                  <a:srgbClr val="00B050"/>
                </a:solidFill>
                <a:latin typeface="Arial" panose="020B0604020202020204" pitchFamily="34" charset="0"/>
                <a:cs typeface="Arial" panose="020B0604020202020204" pitchFamily="34" charset="0"/>
              </a:rPr>
              <a:t>w</a:t>
            </a:r>
            <a:r>
              <a:rPr sz="1600" b="1" spc="-5" dirty="0">
                <a:solidFill>
                  <a:srgbClr val="00B050"/>
                </a:solidFill>
                <a:latin typeface="Arial" panose="020B0604020202020204" pitchFamily="34" charset="0"/>
                <a:cs typeface="Arial" panose="020B0604020202020204" pitchFamily="34" charset="0"/>
              </a:rPr>
              <a:t>er: </a:t>
            </a:r>
            <a:r>
              <a:rPr sz="1600" spc="-15" dirty="0">
                <a:solidFill>
                  <a:srgbClr val="231F20"/>
                </a:solidFill>
                <a:latin typeface="Arial" panose="020B0604020202020204" pitchFamily="34" charset="0"/>
                <a:cs typeface="Arial" panose="020B0604020202020204" pitchFamily="34" charset="0"/>
              </a:rPr>
              <a:t>No</a:t>
            </a:r>
            <a:r>
              <a:rPr sz="1600" spc="-5" dirty="0">
                <a:solidFill>
                  <a:srgbClr val="231F20"/>
                </a:solidFill>
                <a:latin typeface="Arial" panose="020B0604020202020204" pitchFamily="34" charset="0"/>
                <a:cs typeface="Arial" panose="020B0604020202020204" pitchFamily="34" charset="0"/>
              </a:rPr>
              <a:t>,</a:t>
            </a:r>
            <a:r>
              <a:rPr sz="1600" dirty="0">
                <a:solidFill>
                  <a:srgbClr val="231F20"/>
                </a:solidFill>
                <a:latin typeface="Arial" panose="020B0604020202020204" pitchFamily="34" charset="0"/>
                <a:cs typeface="Arial" panose="020B0604020202020204" pitchFamily="34" charset="0"/>
              </a:rPr>
              <a:t> this</a:t>
            </a:r>
            <a:r>
              <a:rPr sz="1600" spc="-5" dirty="0">
                <a:solidFill>
                  <a:srgbClr val="231F20"/>
                </a:solidFill>
                <a:latin typeface="Arial" panose="020B0604020202020204" pitchFamily="34" charset="0"/>
                <a:cs typeface="Arial" panose="020B0604020202020204" pitchFamily="34" charset="0"/>
              </a:rPr>
              <a:t> i</a:t>
            </a:r>
            <a:r>
              <a:rPr sz="1600" dirty="0">
                <a:solidFill>
                  <a:srgbClr val="231F20"/>
                </a:solidFill>
                <a:latin typeface="Arial" panose="020B0604020202020204" pitchFamily="34" charset="0"/>
                <a:cs typeface="Arial" panose="020B0604020202020204" pitchFamily="34" charset="0"/>
              </a:rPr>
              <a:t>s </a:t>
            </a:r>
            <a:r>
              <a:rPr sz="1600" spc="-10" dirty="0">
                <a:solidFill>
                  <a:srgbClr val="231F20"/>
                </a:solidFill>
                <a:latin typeface="Arial" panose="020B0604020202020204" pitchFamily="34" charset="0"/>
                <a:cs typeface="Arial" panose="020B0604020202020204" pitchFamily="34" charset="0"/>
              </a:rPr>
              <a:t>n</a:t>
            </a:r>
            <a:r>
              <a:rPr sz="1600" spc="-25" dirty="0">
                <a:solidFill>
                  <a:srgbClr val="231F20"/>
                </a:solidFill>
                <a:latin typeface="Arial" panose="020B0604020202020204" pitchFamily="34" charset="0"/>
                <a:cs typeface="Arial" panose="020B0604020202020204" pitchFamily="34" charset="0"/>
              </a:rPr>
              <a:t>o</a:t>
            </a:r>
            <a:r>
              <a:rPr sz="1600" spc="-5" dirty="0">
                <a:solidFill>
                  <a:srgbClr val="231F20"/>
                </a:solidFill>
                <a:latin typeface="Arial" panose="020B0604020202020204" pitchFamily="34" charset="0"/>
                <a:cs typeface="Arial" panose="020B0604020202020204" pitchFamily="34" charset="0"/>
              </a:rPr>
              <a:t>t</a:t>
            </a:r>
            <a:r>
              <a:rPr sz="1600" dirty="0">
                <a:solidFill>
                  <a:srgbClr val="231F20"/>
                </a:solidFill>
                <a:latin typeface="Arial" panose="020B0604020202020204" pitchFamily="34" charset="0"/>
                <a:cs typeface="Arial" panose="020B0604020202020204" pitchFamily="34" charset="0"/>
              </a:rPr>
              <a:t> </a:t>
            </a:r>
            <a:r>
              <a:rPr sz="1600" spc="-5" dirty="0">
                <a:solidFill>
                  <a:srgbClr val="231F20"/>
                </a:solidFill>
                <a:latin typeface="Arial" panose="020B0604020202020204" pitchFamily="34" charset="0"/>
                <a:cs typeface="Arial" panose="020B0604020202020204" pitchFamily="34" charset="0"/>
              </a:rPr>
              <a:t>all</a:t>
            </a:r>
            <a:r>
              <a:rPr sz="1600" spc="-30" dirty="0">
                <a:solidFill>
                  <a:srgbClr val="231F20"/>
                </a:solidFill>
                <a:latin typeface="Arial" panose="020B0604020202020204" pitchFamily="34" charset="0"/>
                <a:cs typeface="Arial" panose="020B0604020202020204" pitchFamily="34" charset="0"/>
              </a:rPr>
              <a:t>o</a:t>
            </a:r>
            <a:r>
              <a:rPr sz="1600" spc="-20" dirty="0">
                <a:solidFill>
                  <a:srgbClr val="231F20"/>
                </a:solidFill>
                <a:latin typeface="Arial" panose="020B0604020202020204" pitchFamily="34" charset="0"/>
                <a:cs typeface="Arial" panose="020B0604020202020204" pitchFamily="34" charset="0"/>
              </a:rPr>
              <a:t>w</a:t>
            </a:r>
            <a:r>
              <a:rPr sz="1600" spc="-10" dirty="0">
                <a:solidFill>
                  <a:srgbClr val="231F20"/>
                </a:solidFill>
                <a:latin typeface="Arial" panose="020B0604020202020204" pitchFamily="34" charset="0"/>
                <a:cs typeface="Arial" panose="020B0604020202020204" pitchFamily="34" charset="0"/>
              </a:rPr>
              <a:t>ed</a:t>
            </a:r>
            <a:endParaRPr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7407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8E9B4D3-BAC2-BC4C-8929-0CDBE0A20F2A}"/>
              </a:ext>
            </a:extLst>
          </p:cNvPr>
          <p:cNvSpPr>
            <a:spLocks noGrp="1"/>
          </p:cNvSpPr>
          <p:nvPr>
            <p:ph type="sldNum" sz="quarter" idx="12"/>
          </p:nvPr>
        </p:nvSpPr>
        <p:spPr/>
        <p:txBody>
          <a:bodyPr/>
          <a:lstStyle/>
          <a:p>
            <a:fld id="{5FCE7002-8CF6-784B-9A24-69DF51357AB2}" type="slidenum">
              <a:rPr lang="en-US" smtClean="0"/>
              <a:t>43</a:t>
            </a:fld>
            <a:endParaRPr lang="en-US"/>
          </a:p>
        </p:txBody>
      </p:sp>
      <p:sp>
        <p:nvSpPr>
          <p:cNvPr id="5" name="object 2">
            <a:extLst>
              <a:ext uri="{FF2B5EF4-FFF2-40B4-BE49-F238E27FC236}">
                <a16:creationId xmlns:a16="http://schemas.microsoft.com/office/drawing/2014/main" xmlns="" id="{7AEBB1C5-A628-6742-B3BE-87770B77921E}"/>
              </a:ext>
            </a:extLst>
          </p:cNvPr>
          <p:cNvSpPr txBox="1"/>
          <p:nvPr/>
        </p:nvSpPr>
        <p:spPr>
          <a:xfrm>
            <a:off x="728931" y="818660"/>
            <a:ext cx="9227820" cy="5918030"/>
          </a:xfrm>
          <a:prstGeom prst="rect">
            <a:avLst/>
          </a:prstGeom>
        </p:spPr>
        <p:txBody>
          <a:bodyPr vert="horz" wrap="square" lIns="0" tIns="0" rIns="0" bIns="0" rtlCol="0">
            <a:spAutoFit/>
          </a:bodyPr>
          <a:lstStyle/>
          <a:p>
            <a:pPr marL="287655">
              <a:lnSpc>
                <a:spcPct val="120000"/>
              </a:lnSpc>
              <a:spcBef>
                <a:spcPts val="850"/>
              </a:spcBef>
            </a:pPr>
            <a:r>
              <a:rPr lang="en-US" sz="1600" spc="-5" dirty="0">
                <a:solidFill>
                  <a:srgbClr val="231F20"/>
                </a:solidFill>
                <a:latin typeface="Arial" panose="020B0604020202020204" pitchFamily="34" charset="0"/>
                <a:cs typeface="Arial" panose="020B0604020202020204" pitchFamily="34" charset="0"/>
              </a:rPr>
              <a:t>4</a:t>
            </a:r>
            <a:r>
              <a:rPr lang="en-US" sz="1600" dirty="0">
                <a:solidFill>
                  <a:srgbClr val="231F20"/>
                </a:solidFill>
                <a:latin typeface="Arial" panose="020B0604020202020204" pitchFamily="34" charset="0"/>
                <a:cs typeface="Arial" panose="020B0604020202020204" pitchFamily="34" charset="0"/>
              </a:rPr>
              <a:t>.  </a:t>
            </a:r>
            <a:r>
              <a:rPr lang="en-US" sz="1600" spc="-105" dirty="0">
                <a:solidFill>
                  <a:srgbClr val="C00000"/>
                </a:solidFill>
                <a:latin typeface="Arial" panose="020B0604020202020204" pitchFamily="34" charset="0"/>
                <a:cs typeface="Arial" panose="020B0604020202020204" pitchFamily="34" charset="0"/>
              </a:rPr>
              <a:t> </a:t>
            </a:r>
            <a:r>
              <a:rPr lang="en-US" sz="1600" b="1" spc="-10" dirty="0">
                <a:solidFill>
                  <a:schemeClr val="tx1">
                    <a:lumMod val="75000"/>
                    <a:lumOff val="25000"/>
                  </a:schemeClr>
                </a:solidFill>
                <a:latin typeface="Arial" panose="020B0604020202020204" pitchFamily="34" charset="0"/>
                <a:cs typeface="Arial" panose="020B0604020202020204" pitchFamily="34" charset="0"/>
              </a:rPr>
              <a:t>Question</a:t>
            </a:r>
            <a:r>
              <a:rPr lang="en-US" sz="1600" spc="-10" dirty="0">
                <a:solidFill>
                  <a:schemeClr val="tx1">
                    <a:lumMod val="75000"/>
                    <a:lumOff val="25000"/>
                  </a:schemeClr>
                </a:solidFill>
                <a:latin typeface="Arial" panose="020B0604020202020204" pitchFamily="34" charset="0"/>
                <a:cs typeface="Arial" panose="020B0604020202020204" pitchFamily="34" charset="0"/>
              </a:rPr>
              <a:t>:</a:t>
            </a:r>
            <a:r>
              <a:rPr lang="en-US" sz="1600" spc="-5" dirty="0">
                <a:solidFill>
                  <a:schemeClr val="tx1">
                    <a:lumMod val="75000"/>
                    <a:lumOff val="25000"/>
                  </a:schemeClr>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Wha</a:t>
            </a:r>
            <a:r>
              <a:rPr lang="en-US" sz="1600" spc="-5" dirty="0">
                <a:solidFill>
                  <a:srgbClr val="231F20"/>
                </a:solidFill>
                <a:latin typeface="Arial" panose="020B0604020202020204" pitchFamily="34" charset="0"/>
                <a:cs typeface="Arial" panose="020B0604020202020204" pitchFamily="34" charset="0"/>
              </a:rPr>
              <a:t>t</a:t>
            </a:r>
            <a:r>
              <a:rPr lang="en-US" sz="160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wil</a:t>
            </a:r>
            <a:r>
              <a:rPr lang="en-US" sz="1600" dirty="0">
                <a:solidFill>
                  <a:srgbClr val="231F20"/>
                </a:solidFill>
                <a:latin typeface="Arial" panose="020B0604020202020204" pitchFamily="34" charset="0"/>
                <a:cs typeface="Arial" panose="020B0604020202020204" pitchFamily="34" charset="0"/>
              </a:rPr>
              <a:t>l</a:t>
            </a:r>
            <a:r>
              <a:rPr lang="en-US" sz="1600" spc="-5" dirty="0">
                <a:solidFill>
                  <a:srgbClr val="231F20"/>
                </a:solidFill>
                <a:latin typeface="Arial" panose="020B0604020202020204" pitchFamily="34" charset="0"/>
                <a:cs typeface="Arial" panose="020B0604020202020204" pitchFamily="34" charset="0"/>
              </a:rPr>
              <a:t> </a:t>
            </a:r>
            <a:r>
              <a:rPr lang="en-US" sz="1600" dirty="0">
                <a:solidFill>
                  <a:srgbClr val="231F20"/>
                </a:solidFill>
                <a:latin typeface="Arial" panose="020B0604020202020204" pitchFamily="34" charset="0"/>
                <a:cs typeface="Arial" panose="020B0604020202020204" pitchFamily="34" charset="0"/>
              </a:rPr>
              <a:t>I </a:t>
            </a:r>
            <a:r>
              <a:rPr lang="en-US" sz="1600" spc="-10" dirty="0">
                <a:solidFill>
                  <a:srgbClr val="231F20"/>
                </a:solidFill>
                <a:latin typeface="Arial" panose="020B0604020202020204" pitchFamily="34" charset="0"/>
                <a:cs typeface="Arial" panose="020B0604020202020204" pitchFamily="34" charset="0"/>
              </a:rPr>
              <a:t>do</a:t>
            </a:r>
            <a:r>
              <a:rPr lang="en-US" sz="160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i</a:t>
            </a:r>
            <a:r>
              <a:rPr lang="en-US" sz="1600" dirty="0">
                <a:solidFill>
                  <a:srgbClr val="231F20"/>
                </a:solidFill>
                <a:latin typeface="Arial" panose="020B0604020202020204" pitchFamily="34" charset="0"/>
                <a:cs typeface="Arial" panose="020B0604020202020204" pitchFamily="34" charset="0"/>
              </a:rPr>
              <a:t>f I </a:t>
            </a:r>
            <a:r>
              <a:rPr lang="en-US" sz="1600" spc="-40" dirty="0">
                <a:solidFill>
                  <a:srgbClr val="231F20"/>
                </a:solidFill>
                <a:latin typeface="Arial" panose="020B0604020202020204" pitchFamily="34" charset="0"/>
                <a:cs typeface="Arial" panose="020B0604020202020204" pitchFamily="34" charset="0"/>
              </a:rPr>
              <a:t>f</a:t>
            </a:r>
            <a:r>
              <a:rPr lang="en-US" sz="1600" spc="-5" dirty="0">
                <a:solidFill>
                  <a:srgbClr val="231F20"/>
                </a:solidFill>
                <a:latin typeface="Arial" panose="020B0604020202020204" pitchFamily="34" charset="0"/>
                <a:cs typeface="Arial" panose="020B0604020202020204" pitchFamily="34" charset="0"/>
              </a:rPr>
              <a:t>eel </a:t>
            </a:r>
            <a:r>
              <a:rPr lang="en-US" sz="1600" dirty="0">
                <a:solidFill>
                  <a:srgbClr val="231F20"/>
                </a:solidFill>
                <a:latin typeface="Arial" panose="020B0604020202020204" pitchFamily="34" charset="0"/>
                <a:cs typeface="Arial" panose="020B0604020202020204" pitchFamily="34" charset="0"/>
              </a:rPr>
              <a:t>sick</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a</a:t>
            </a:r>
            <a:r>
              <a:rPr lang="en-US" sz="1600" spc="25" dirty="0">
                <a:solidFill>
                  <a:srgbClr val="231F20"/>
                </a:solidFill>
                <a:latin typeface="Arial" panose="020B0604020202020204" pitchFamily="34" charset="0"/>
                <a:cs typeface="Arial" panose="020B0604020202020204" pitchFamily="34" charset="0"/>
              </a:rPr>
              <a:t>f</a:t>
            </a:r>
            <a:r>
              <a:rPr lang="en-US" sz="1600" spc="-30" dirty="0">
                <a:solidFill>
                  <a:srgbClr val="231F20"/>
                </a:solidFill>
                <a:latin typeface="Arial" panose="020B0604020202020204" pitchFamily="34" charset="0"/>
                <a:cs typeface="Arial" panose="020B0604020202020204" pitchFamily="34" charset="0"/>
              </a:rPr>
              <a:t>t</a:t>
            </a:r>
            <a:r>
              <a:rPr lang="en-US" sz="1600" spc="-10" dirty="0">
                <a:solidFill>
                  <a:srgbClr val="231F20"/>
                </a:solidFill>
                <a:latin typeface="Arial" panose="020B0604020202020204" pitchFamily="34" charset="0"/>
                <a:cs typeface="Arial" panose="020B0604020202020204" pitchFamily="34" charset="0"/>
              </a:rPr>
              <a:t>er</a:t>
            </a:r>
            <a:r>
              <a:rPr lang="en-US" sz="1600" dirty="0">
                <a:solidFill>
                  <a:srgbClr val="231F20"/>
                </a:solidFill>
                <a:latin typeface="Arial" panose="020B0604020202020204" pitchFamily="34" charset="0"/>
                <a:cs typeface="Arial" panose="020B0604020202020204" pitchFamily="34" charset="0"/>
              </a:rPr>
              <a:t> taking</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medicine?</a:t>
            </a:r>
            <a:endParaRPr lang="en-US" sz="1600" dirty="0">
              <a:latin typeface="Arial" panose="020B0604020202020204" pitchFamily="34" charset="0"/>
              <a:cs typeface="Arial" panose="020B0604020202020204" pitchFamily="34" charset="0"/>
            </a:endParaRPr>
          </a:p>
          <a:p>
            <a:pPr marL="516255" indent="-228600">
              <a:lnSpc>
                <a:spcPct val="120000"/>
              </a:lnSpc>
              <a:spcBef>
                <a:spcPts val="565"/>
              </a:spcBef>
              <a:buClr>
                <a:srgbClr val="231F20"/>
              </a:buClr>
              <a:buFont typeface="Arial"/>
              <a:buChar char="•"/>
              <a:tabLst>
                <a:tab pos="516890" algn="l"/>
              </a:tabLst>
            </a:pPr>
            <a:r>
              <a:rPr lang="en-US" sz="1600" b="1" spc="-10" dirty="0">
                <a:solidFill>
                  <a:srgbClr val="00B050"/>
                </a:solidFill>
                <a:latin typeface="Arial" panose="020B0604020202020204" pitchFamily="34" charset="0"/>
                <a:cs typeface="Arial" panose="020B0604020202020204" pitchFamily="34" charset="0"/>
              </a:rPr>
              <a:t>Ans</a:t>
            </a:r>
            <a:r>
              <a:rPr lang="en-US" sz="1600" b="1" spc="-30" dirty="0">
                <a:solidFill>
                  <a:srgbClr val="00B050"/>
                </a:solidFill>
                <a:latin typeface="Arial" panose="020B0604020202020204" pitchFamily="34" charset="0"/>
                <a:cs typeface="Arial" panose="020B0604020202020204" pitchFamily="34" charset="0"/>
              </a:rPr>
              <a:t>w</a:t>
            </a:r>
            <a:r>
              <a:rPr lang="en-US" sz="1600" b="1" spc="-5" dirty="0">
                <a:solidFill>
                  <a:srgbClr val="00B050"/>
                </a:solidFill>
                <a:latin typeface="Arial" panose="020B0604020202020204" pitchFamily="34" charset="0"/>
                <a:cs typeface="Arial" panose="020B0604020202020204" pitchFamily="34" charset="0"/>
              </a:rPr>
              <a:t>er: </a:t>
            </a:r>
            <a:r>
              <a:rPr lang="en-US" sz="1600" spc="-5" dirty="0">
                <a:solidFill>
                  <a:srgbClr val="231F20"/>
                </a:solidFill>
                <a:latin typeface="Arial" panose="020B0604020202020204" pitchFamily="34" charset="0"/>
                <a:cs typeface="Arial" panose="020B0604020202020204" pitchFamily="34" charset="0"/>
              </a:rPr>
              <a:t>Thi</a:t>
            </a:r>
            <a:r>
              <a:rPr lang="en-US" sz="1600" dirty="0">
                <a:solidFill>
                  <a:srgbClr val="231F20"/>
                </a:solidFill>
                <a:latin typeface="Arial" panose="020B0604020202020204" pitchFamily="34" charset="0"/>
                <a:cs typeface="Arial" panose="020B0604020202020204" pitchFamily="34" charset="0"/>
              </a:rPr>
              <a:t>s </a:t>
            </a:r>
            <a:r>
              <a:rPr lang="en-US" sz="1600" spc="-5" dirty="0">
                <a:solidFill>
                  <a:srgbClr val="231F20"/>
                </a:solidFill>
                <a:latin typeface="Arial" panose="020B0604020202020204" pitchFamily="34" charset="0"/>
                <a:cs typeface="Arial" panose="020B0604020202020204" pitchFamily="34" charset="0"/>
              </a:rPr>
              <a:t>wil</a:t>
            </a:r>
            <a:r>
              <a:rPr lang="en-US" sz="1600" dirty="0">
                <a:solidFill>
                  <a:srgbClr val="231F20"/>
                </a:solidFill>
                <a:latin typeface="Arial" panose="020B0604020202020204" pitchFamily="34" charset="0"/>
                <a:cs typeface="Arial" panose="020B0604020202020204" pitchFamily="34" charset="0"/>
              </a:rPr>
              <a:t>l</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b</a:t>
            </a:r>
            <a:r>
              <a:rPr lang="en-US" sz="1600" spc="-10" dirty="0">
                <a:solidFill>
                  <a:srgbClr val="231F20"/>
                </a:solidFill>
                <a:latin typeface="Arial" panose="020B0604020202020204" pitchFamily="34" charset="0"/>
                <a:cs typeface="Arial" panose="020B0604020202020204" pitchFamily="34" charset="0"/>
              </a:rPr>
              <a:t>e</a:t>
            </a:r>
            <a:r>
              <a:rPr lang="en-US" sz="1600"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bes</a:t>
            </a:r>
            <a:r>
              <a:rPr lang="en-US" sz="1600" spc="-5" dirty="0">
                <a:solidFill>
                  <a:srgbClr val="231F20"/>
                </a:solidFill>
                <a:latin typeface="Arial" panose="020B0604020202020204" pitchFamily="34" charset="0"/>
                <a:cs typeface="Arial" panose="020B0604020202020204" pitchFamily="34" charset="0"/>
              </a:rPr>
              <a:t>t</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ans</a:t>
            </a:r>
            <a:r>
              <a:rPr lang="en-US" sz="1600" spc="-30" dirty="0">
                <a:solidFill>
                  <a:srgbClr val="231F20"/>
                </a:solidFill>
                <a:latin typeface="Arial" panose="020B0604020202020204" pitchFamily="34" charset="0"/>
                <a:cs typeface="Arial" panose="020B0604020202020204" pitchFamily="34" charset="0"/>
              </a:rPr>
              <a:t>w</a:t>
            </a:r>
            <a:r>
              <a:rPr lang="en-US" sz="1600" spc="-10" dirty="0">
                <a:solidFill>
                  <a:srgbClr val="231F20"/>
                </a:solidFill>
                <a:latin typeface="Arial" panose="020B0604020202020204" pitchFamily="34" charset="0"/>
                <a:cs typeface="Arial" panose="020B0604020202020204" pitchFamily="34" charset="0"/>
              </a:rPr>
              <a:t>ered</a:t>
            </a:r>
            <a:r>
              <a:rPr lang="en-US" sz="1600" spc="-5" dirty="0">
                <a:solidFill>
                  <a:srgbClr val="231F20"/>
                </a:solidFill>
                <a:latin typeface="Arial" panose="020B0604020202020204" pitchFamily="34" charset="0"/>
                <a:cs typeface="Arial" panose="020B0604020202020204" pitchFamily="34" charset="0"/>
              </a:rPr>
              <a:t> </a:t>
            </a:r>
            <a:r>
              <a:rPr lang="en-US" sz="1600" spc="-25" dirty="0">
                <a:solidFill>
                  <a:srgbClr val="231F20"/>
                </a:solidFill>
                <a:latin typeface="Arial" panose="020B0604020202020204" pitchFamily="34" charset="0"/>
                <a:cs typeface="Arial" panose="020B0604020202020204" pitchFamily="34" charset="0"/>
              </a:rPr>
              <a:t>b</a:t>
            </a:r>
            <a:r>
              <a:rPr lang="en-US" sz="1600" dirty="0">
                <a:solidFill>
                  <a:srgbClr val="231F20"/>
                </a:solidFill>
                <a:latin typeface="Arial" panose="020B0604020202020204" pitchFamily="34" charset="0"/>
                <a:cs typeface="Arial" panose="020B0604020202020204" pitchFamily="34" charset="0"/>
              </a:rPr>
              <a:t>y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health</a:t>
            </a:r>
            <a:r>
              <a:rPr lang="en-US" sz="1600" dirty="0">
                <a:solidFill>
                  <a:srgbClr val="231F20"/>
                </a:solidFill>
                <a:latin typeface="Arial" panose="020B0604020202020204" pitchFamily="34" charset="0"/>
                <a:cs typeface="Arial" panose="020B0604020202020204" pitchFamily="34" charset="0"/>
              </a:rPr>
              <a:t> </a:t>
            </a:r>
            <a:r>
              <a:rPr lang="en-US" sz="1600" spc="-20" dirty="0">
                <a:solidFill>
                  <a:srgbClr val="231F20"/>
                </a:solidFill>
                <a:latin typeface="Arial" panose="020B0604020202020204" pitchFamily="34" charset="0"/>
                <a:cs typeface="Arial" panose="020B0604020202020204" pitchFamily="34" charset="0"/>
              </a:rPr>
              <a:t>w</a:t>
            </a:r>
            <a:r>
              <a:rPr lang="en-US" sz="1600" spc="-10" dirty="0">
                <a:solidFill>
                  <a:srgbClr val="231F20"/>
                </a:solidFill>
                <a:latin typeface="Arial" panose="020B0604020202020204" pitchFamily="34" charset="0"/>
                <a:cs typeface="Arial" panose="020B0604020202020204" pitchFamily="34" charset="0"/>
              </a:rPr>
              <a:t>o</a:t>
            </a:r>
            <a:r>
              <a:rPr lang="en-US" sz="1600" spc="-15" dirty="0">
                <a:solidFill>
                  <a:srgbClr val="231F20"/>
                </a:solidFill>
                <a:latin typeface="Arial" panose="020B0604020202020204" pitchFamily="34" charset="0"/>
                <a:cs typeface="Arial" panose="020B0604020202020204" pitchFamily="34" charset="0"/>
              </a:rPr>
              <a:t>r</a:t>
            </a:r>
            <a:r>
              <a:rPr lang="en-US" sz="1600" spc="-40" dirty="0">
                <a:solidFill>
                  <a:srgbClr val="231F20"/>
                </a:solidFill>
                <a:latin typeface="Arial" panose="020B0604020202020204" pitchFamily="34" charset="0"/>
                <a:cs typeface="Arial" panose="020B0604020202020204" pitchFamily="34" charset="0"/>
              </a:rPr>
              <a:t>k</a:t>
            </a:r>
            <a:r>
              <a:rPr lang="en-US" sz="1600" spc="-10" dirty="0">
                <a:solidFill>
                  <a:srgbClr val="231F20"/>
                </a:solidFill>
                <a:latin typeface="Arial" panose="020B0604020202020204" pitchFamily="34" charset="0"/>
                <a:cs typeface="Arial" panose="020B0604020202020204" pitchFamily="34" charset="0"/>
              </a:rPr>
              <a:t>er</a:t>
            </a:r>
            <a:r>
              <a:rPr lang="en-US" sz="1600" dirty="0">
                <a:solidFill>
                  <a:srgbClr val="231F20"/>
                </a:solidFill>
                <a:latin typeface="Arial" panose="020B0604020202020204" pitchFamily="34" charset="0"/>
                <a:cs typeface="Arial" panose="020B0604020202020204" pitchFamily="34" charset="0"/>
              </a:rPr>
              <a:t> </a:t>
            </a:r>
            <a:r>
              <a:rPr lang="en-US" sz="1600" spc="-5" dirty="0">
                <a:solidFill>
                  <a:srgbClr val="231F20"/>
                </a:solidFill>
                <a:latin typeface="Arial" panose="020B0604020202020204" pitchFamily="34" charset="0"/>
                <a:cs typeface="Arial" panose="020B0604020202020204" pitchFamily="34" charset="0"/>
              </a:rPr>
              <a:t>at</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the</a:t>
            </a:r>
            <a:r>
              <a:rPr lang="en-US" sz="1600" spc="-5"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health</a:t>
            </a:r>
            <a:r>
              <a:rPr lang="en-US" sz="1600" dirty="0">
                <a:solidFill>
                  <a:srgbClr val="231F20"/>
                </a:solidFill>
                <a:latin typeface="Arial" panose="020B0604020202020204" pitchFamily="34" charset="0"/>
                <a:cs typeface="Arial" panose="020B0604020202020204" pitchFamily="34" charset="0"/>
              </a:rPr>
              <a:t> </a:t>
            </a:r>
            <a:r>
              <a:rPr lang="en-US" sz="1600" spc="-20" dirty="0">
                <a:solidFill>
                  <a:srgbClr val="231F20"/>
                </a:solidFill>
                <a:latin typeface="Arial" panose="020B0604020202020204" pitchFamily="34" charset="0"/>
                <a:cs typeface="Arial" panose="020B0604020202020204" pitchFamily="34" charset="0"/>
              </a:rPr>
              <a:t>f</a:t>
            </a:r>
            <a:r>
              <a:rPr lang="en-US" sz="1600" dirty="0">
                <a:solidFill>
                  <a:srgbClr val="231F20"/>
                </a:solidFill>
                <a:latin typeface="Arial" panose="020B0604020202020204" pitchFamily="34" charset="0"/>
                <a:cs typeface="Arial" panose="020B0604020202020204" pitchFamily="34" charset="0"/>
              </a:rPr>
              <a:t>acility</a:t>
            </a:r>
            <a:r>
              <a:rPr lang="en-US" sz="1600" spc="-5" dirty="0">
                <a:solidFill>
                  <a:srgbClr val="231F20"/>
                </a:solidFill>
                <a:latin typeface="Arial" panose="020B0604020202020204" pitchFamily="34" charset="0"/>
                <a:cs typeface="Arial" panose="020B0604020202020204" pitchFamily="34" charset="0"/>
              </a:rPr>
              <a:t> </a:t>
            </a:r>
            <a:r>
              <a:rPr lang="en-US" sz="1600" spc="-15" dirty="0">
                <a:solidFill>
                  <a:srgbClr val="231F20"/>
                </a:solidFill>
                <a:latin typeface="Arial" panose="020B0604020202020204" pitchFamily="34" charset="0"/>
                <a:cs typeface="Arial" panose="020B0604020202020204" pitchFamily="34" charset="0"/>
              </a:rPr>
              <a:t>becaus</a:t>
            </a:r>
            <a:r>
              <a:rPr lang="en-US" sz="1600" spc="-10" dirty="0">
                <a:solidFill>
                  <a:srgbClr val="231F20"/>
                </a:solidFill>
                <a:latin typeface="Arial" panose="020B0604020202020204" pitchFamily="34" charset="0"/>
                <a:cs typeface="Arial" panose="020B0604020202020204" pitchFamily="34" charset="0"/>
              </a:rPr>
              <a:t>e</a:t>
            </a:r>
            <a:r>
              <a:rPr lang="en-US" sz="1600" dirty="0">
                <a:solidFill>
                  <a:srgbClr val="231F20"/>
                </a:solidFill>
                <a:latin typeface="Arial" panose="020B0604020202020204" pitchFamily="34" charset="0"/>
                <a:cs typeface="Arial" panose="020B0604020202020204" pitchFamily="34" charset="0"/>
              </a:rPr>
              <a:t> </a:t>
            </a:r>
            <a:r>
              <a:rPr lang="en-US" sz="1600" spc="-35" dirty="0">
                <a:solidFill>
                  <a:srgbClr val="231F20"/>
                </a:solidFill>
                <a:latin typeface="Arial" panose="020B0604020202020204" pitchFamily="34" charset="0"/>
                <a:cs typeface="Arial" panose="020B0604020202020204" pitchFamily="34" charset="0"/>
              </a:rPr>
              <a:t>e</a:t>
            </a:r>
            <a:r>
              <a:rPr lang="en-US" sz="1600" spc="-20" dirty="0">
                <a:solidFill>
                  <a:srgbClr val="231F20"/>
                </a:solidFill>
                <a:latin typeface="Arial" panose="020B0604020202020204" pitchFamily="34" charset="0"/>
                <a:cs typeface="Arial" panose="020B0604020202020204" pitchFamily="34" charset="0"/>
              </a:rPr>
              <a:t>v</a:t>
            </a:r>
            <a:r>
              <a:rPr lang="en-US" sz="1600" spc="-10" dirty="0">
                <a:solidFill>
                  <a:srgbClr val="231F20"/>
                </a:solidFill>
                <a:latin typeface="Arial" panose="020B0604020202020204" pitchFamily="34" charset="0"/>
                <a:cs typeface="Arial" panose="020B0604020202020204" pitchFamily="34" charset="0"/>
              </a:rPr>
              <a:t>e</a:t>
            </a:r>
            <a:r>
              <a:rPr lang="en-US" sz="1600" spc="25" dirty="0">
                <a:solidFill>
                  <a:srgbClr val="231F20"/>
                </a:solidFill>
                <a:latin typeface="Arial" panose="020B0604020202020204" pitchFamily="34" charset="0"/>
                <a:cs typeface="Arial" panose="020B0604020202020204" pitchFamily="34" charset="0"/>
              </a:rPr>
              <a:t>r</a:t>
            </a:r>
            <a:r>
              <a:rPr lang="en-US" sz="1600" dirty="0">
                <a:solidFill>
                  <a:srgbClr val="231F20"/>
                </a:solidFill>
                <a:latin typeface="Arial" panose="020B0604020202020204" pitchFamily="34" charset="0"/>
                <a:cs typeface="Arial" panose="020B0604020202020204" pitchFamily="34" charset="0"/>
              </a:rPr>
              <a:t>y </a:t>
            </a:r>
            <a:r>
              <a:rPr lang="en-US" sz="1600" spc="-10" dirty="0">
                <a:solidFill>
                  <a:srgbClr val="231F20"/>
                </a:solidFill>
                <a:latin typeface="Arial" panose="020B0604020202020204" pitchFamily="34" charset="0"/>
                <a:cs typeface="Arial" panose="020B0604020202020204" pitchFamily="34" charset="0"/>
              </a:rPr>
              <a:t>medicine</a:t>
            </a:r>
            <a:r>
              <a:rPr lang="en-US" sz="1600" dirty="0">
                <a:solidFill>
                  <a:srgbClr val="231F20"/>
                </a:solidFill>
                <a:latin typeface="Arial" panose="020B0604020202020204" pitchFamily="34" charset="0"/>
                <a:cs typeface="Arial" panose="020B0604020202020204" pitchFamily="34" charset="0"/>
              </a:rPr>
              <a:t> </a:t>
            </a:r>
            <a:r>
              <a:rPr lang="en-US" sz="1600" spc="-10" dirty="0">
                <a:solidFill>
                  <a:srgbClr val="231F20"/>
                </a:solidFill>
                <a:latin typeface="Arial" panose="020B0604020202020204" pitchFamily="34" charset="0"/>
                <a:cs typeface="Arial" panose="020B0604020202020204" pitchFamily="34" charset="0"/>
              </a:rPr>
              <a:t>reacts</a:t>
            </a:r>
            <a:r>
              <a:rPr lang="en-US" sz="1600" spc="-5" dirty="0">
                <a:solidFill>
                  <a:srgbClr val="231F20"/>
                </a:solidFill>
                <a:latin typeface="Arial" panose="020B0604020202020204" pitchFamily="34" charset="0"/>
                <a:cs typeface="Arial" panose="020B0604020202020204" pitchFamily="34" charset="0"/>
              </a:rPr>
              <a:t> di</a:t>
            </a:r>
            <a:r>
              <a:rPr lang="en-US" sz="1600" spc="20" dirty="0">
                <a:solidFill>
                  <a:srgbClr val="231F20"/>
                </a:solidFill>
                <a:latin typeface="Arial" panose="020B0604020202020204" pitchFamily="34" charset="0"/>
                <a:cs typeface="Arial" panose="020B0604020202020204" pitchFamily="34" charset="0"/>
              </a:rPr>
              <a:t>f</a:t>
            </a:r>
            <a:r>
              <a:rPr lang="en-US" sz="1600" spc="-35" dirty="0">
                <a:solidFill>
                  <a:srgbClr val="231F20"/>
                </a:solidFill>
                <a:latin typeface="Arial" panose="020B0604020202020204" pitchFamily="34" charset="0"/>
                <a:cs typeface="Arial" panose="020B0604020202020204" pitchFamily="34" charset="0"/>
              </a:rPr>
              <a:t>f</a:t>
            </a:r>
            <a:r>
              <a:rPr lang="en-US" sz="1600" spc="-5" dirty="0">
                <a:solidFill>
                  <a:srgbClr val="231F20"/>
                </a:solidFill>
                <a:latin typeface="Arial" panose="020B0604020202020204" pitchFamily="34" charset="0"/>
                <a:cs typeface="Arial" panose="020B0604020202020204" pitchFamily="34" charset="0"/>
              </a:rPr>
              <a:t>erently</a:t>
            </a:r>
          </a:p>
          <a:p>
            <a:pPr marL="516255" indent="-228600">
              <a:lnSpc>
                <a:spcPct val="120000"/>
              </a:lnSpc>
              <a:spcBef>
                <a:spcPts val="565"/>
              </a:spcBef>
              <a:buClr>
                <a:srgbClr val="231F20"/>
              </a:buClr>
              <a:buAutoNum type="arabicPeriod" startAt="5"/>
              <a:tabLst>
                <a:tab pos="516890" algn="l"/>
              </a:tabLst>
            </a:pPr>
            <a:r>
              <a:rPr lang="en-US" sz="1600" b="1" spc="-5" dirty="0">
                <a:solidFill>
                  <a:schemeClr val="tx1">
                    <a:lumMod val="75000"/>
                    <a:lumOff val="25000"/>
                  </a:schemeClr>
                </a:solidFill>
                <a:latin typeface="Arial" panose="020B0604020202020204" pitchFamily="34" charset="0"/>
                <a:cs typeface="Arial" panose="020B0604020202020204" pitchFamily="34" charset="0"/>
              </a:rPr>
              <a:t>Question:</a:t>
            </a:r>
            <a:r>
              <a:rPr lang="en-US" sz="1600" spc="-5" dirty="0">
                <a:solidFill>
                  <a:schemeClr val="tx1">
                    <a:lumMod val="75000"/>
                    <a:lumOff val="25000"/>
                  </a:schemeClr>
                </a:solidFill>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I have been taking the medicines for so long, can I try herbal medicine which can cure me?</a:t>
            </a:r>
          </a:p>
          <a:p>
            <a:pPr marL="459105" indent="-171450">
              <a:lnSpc>
                <a:spcPct val="120000"/>
              </a:lnSpc>
              <a:spcBef>
                <a:spcPts val="565"/>
              </a:spcBef>
              <a:buClr>
                <a:srgbClr val="231F20"/>
              </a:buClr>
              <a:buFont typeface="Arial"/>
              <a:buChar char="•"/>
              <a:tabLst>
                <a:tab pos="516890" algn="l"/>
              </a:tabLst>
            </a:pPr>
            <a:r>
              <a:rPr lang="en-US" sz="1600" spc="-5" dirty="0">
                <a:latin typeface="Arial" panose="020B0604020202020204" pitchFamily="34" charset="0"/>
                <a:cs typeface="Arial" panose="020B0604020202020204" pitchFamily="34" charset="0"/>
              </a:rPr>
              <a:t> </a:t>
            </a:r>
            <a:r>
              <a:rPr lang="en-US" sz="1600" b="1" spc="-5" dirty="0">
                <a:solidFill>
                  <a:srgbClr val="00B050"/>
                </a:solidFill>
                <a:latin typeface="Arial" panose="020B0604020202020204" pitchFamily="34" charset="0"/>
                <a:cs typeface="Arial" panose="020B0604020202020204" pitchFamily="34" charset="0"/>
              </a:rPr>
              <a:t>Answer: </a:t>
            </a:r>
            <a:r>
              <a:rPr lang="en-US" sz="1600" spc="-5" dirty="0">
                <a:latin typeface="Arial" panose="020B0604020202020204" pitchFamily="34" charset="0"/>
                <a:cs typeface="Arial" panose="020B0604020202020204" pitchFamily="34" charset="0"/>
              </a:rPr>
              <a:t>Herbal medicines do not cure hypertension, it is important to adhere/ comply with your schedule to make the medicine effective</a:t>
            </a:r>
            <a:endParaRPr lang="en-US" sz="1600" dirty="0">
              <a:latin typeface="Arial" panose="020B0604020202020204" pitchFamily="34" charset="0"/>
              <a:cs typeface="Arial" panose="020B0604020202020204" pitchFamily="34" charset="0"/>
            </a:endParaRPr>
          </a:p>
          <a:p>
            <a:pPr marL="12700">
              <a:lnSpc>
                <a:spcPct val="100000"/>
              </a:lnSpc>
            </a:pPr>
            <a:endParaRPr lang="en-GB" sz="1800" b="1" kern="0" dirty="0">
              <a:solidFill>
                <a:srgbClr val="00B050"/>
              </a:solidFill>
              <a:latin typeface="Arial" pitchFamily="34" charset="0"/>
              <a:cs typeface="Arial" pitchFamily="34" charset="0"/>
            </a:endParaRPr>
          </a:p>
          <a:p>
            <a:pPr marL="12700">
              <a:lnSpc>
                <a:spcPct val="100000"/>
              </a:lnSpc>
            </a:pPr>
            <a:r>
              <a:rPr lang="en-GB" sz="2000" b="1" kern="0" dirty="0">
                <a:solidFill>
                  <a:srgbClr val="00B050"/>
                </a:solidFill>
                <a:latin typeface="Arial" pitchFamily="34" charset="0"/>
                <a:cs typeface="Arial" pitchFamily="34" charset="0"/>
              </a:rPr>
              <a:t>Defaulter tracing</a:t>
            </a:r>
            <a:endParaRPr sz="2000" b="1" dirty="0">
              <a:solidFill>
                <a:srgbClr val="00B050"/>
              </a:solidFill>
              <a:latin typeface="Arial" panose="020B0604020202020204" pitchFamily="34" charset="0"/>
              <a:cs typeface="Arial" panose="020B0604020202020204" pitchFamily="34" charset="0"/>
            </a:endParaRPr>
          </a:p>
          <a:p>
            <a:pPr marL="264160" indent="-228600">
              <a:lnSpc>
                <a:spcPct val="150000"/>
              </a:lnSpc>
              <a:spcBef>
                <a:spcPts val="505"/>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A de</a:t>
            </a:r>
            <a:r>
              <a:rPr sz="1800" spc="-20"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aul</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client </a:t>
            </a:r>
            <a:r>
              <a:rPr sz="1800" spc="-15" dirty="0">
                <a:solidFill>
                  <a:srgbClr val="231F20"/>
                </a:solidFill>
                <a:latin typeface="Arial" panose="020B0604020202020204" pitchFamily="34" charset="0"/>
                <a:cs typeface="Arial" panose="020B0604020202020204" pitchFamily="34" charset="0"/>
              </a:rPr>
              <a:t>wh</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either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adhering</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prescribe</a:t>
            </a:r>
            <a:r>
              <a:rPr sz="1800" spc="-10" dirty="0">
                <a:solidFill>
                  <a:srgbClr val="231F20"/>
                </a:solidFill>
                <a:latin typeface="Arial" panose="020B0604020202020204" pitchFamily="34" charset="0"/>
                <a:cs typeface="Arial" panose="020B0604020202020204" pitchFamily="34" charset="0"/>
              </a:rPr>
              <a:t>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management;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n</a:t>
            </a:r>
            <a:r>
              <a:rPr sz="1800" spc="-3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adhering</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acility’s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appointments.</a:t>
            </a:r>
            <a:endParaRPr sz="1800" dirty="0">
              <a:latin typeface="Arial" panose="020B0604020202020204" pitchFamily="34" charset="0"/>
              <a:cs typeface="Arial" panose="020B0604020202020204" pitchFamily="34" charset="0"/>
            </a:endParaRPr>
          </a:p>
          <a:p>
            <a:pPr marL="264160" marR="262255" indent="-228600">
              <a:lnSpc>
                <a:spcPct val="150000"/>
              </a:lnSpc>
              <a:spcBef>
                <a:spcPts val="565"/>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It 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ole 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smtClean="0">
                <a:solidFill>
                  <a:srgbClr val="FF0000"/>
                </a:solidFill>
                <a:latin typeface="Arial" panose="020B0604020202020204" pitchFamily="34" charset="0"/>
                <a:cs typeface="Arial" panose="020B0604020202020204" pitchFamily="34" charset="0"/>
              </a:rPr>
              <a:t>CH</a:t>
            </a:r>
            <a:r>
              <a:rPr lang="en-US" sz="1800" spc="-15" dirty="0">
                <a:solidFill>
                  <a:srgbClr val="FF0000"/>
                </a:solidFill>
                <a:latin typeface="Arial" panose="020B0604020202020204" pitchFamily="34" charset="0"/>
                <a:cs typeface="Arial" panose="020B0604020202020204" pitchFamily="34" charset="0"/>
              </a:rPr>
              <a:t>W</a:t>
            </a:r>
            <a:r>
              <a:rPr lang="en-US" sz="1800" spc="-15" dirty="0" smtClean="0">
                <a:solidFill>
                  <a:srgbClr val="FF0000"/>
                </a:solidFill>
                <a:latin typeface="Arial" panose="020B0604020202020204" pitchFamily="34" charset="0"/>
                <a:cs typeface="Arial" panose="020B0604020202020204" pitchFamily="34" charset="0"/>
              </a:rPr>
              <a:t>s</a:t>
            </a:r>
            <a:r>
              <a:rPr sz="1800" dirty="0" smtClean="0">
                <a:solidFill>
                  <a:srgbClr val="FF000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eep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reco</a:t>
            </a:r>
            <a:r>
              <a:rPr sz="1800" spc="-3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clients i</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his/her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assigned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households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advise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them</a:t>
            </a:r>
            <a:r>
              <a:rPr sz="1800" spc="-5"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adhere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prescribed</a:t>
            </a:r>
            <a:r>
              <a:rPr sz="1800" spc="-10" dirty="0">
                <a:solidFill>
                  <a:srgbClr val="231F20"/>
                </a:solidFill>
                <a:latin typeface="Arial" panose="020B0604020202020204" pitchFamily="34" charset="0"/>
                <a:cs typeface="Arial" panose="020B0604020202020204" pitchFamily="34" charset="0"/>
              </a:rPr>
              <a:t> management</a:t>
            </a:r>
            <a:r>
              <a:rPr lang="en-US" sz="1800" spc="-1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264160" marR="5080" indent="-228600">
              <a:lnSpc>
                <a:spcPct val="150000"/>
              </a:lnSpc>
              <a:spcBef>
                <a:spcPts val="565"/>
              </a:spcBef>
              <a:buClr>
                <a:srgbClr val="231F20"/>
              </a:buClr>
              <a:buFont typeface="Arial"/>
              <a:buChar char="•"/>
              <a:tabLst>
                <a:tab pos="264795" algn="l"/>
              </a:tabLst>
            </a:pP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smtClean="0">
                <a:solidFill>
                  <a:srgbClr val="FF0000"/>
                </a:solidFill>
                <a:latin typeface="Arial" panose="020B0604020202020204" pitchFamily="34" charset="0"/>
                <a:cs typeface="Arial" panose="020B0604020202020204" pitchFamily="34" charset="0"/>
              </a:rPr>
              <a:t>CH</a:t>
            </a:r>
            <a:r>
              <a:rPr lang="en-US" sz="1800" spc="-15" dirty="0">
                <a:solidFill>
                  <a:srgbClr val="FF0000"/>
                </a:solidFill>
                <a:latin typeface="Arial" panose="020B0604020202020204" pitchFamily="34" charset="0"/>
                <a:cs typeface="Arial" panose="020B0604020202020204" pitchFamily="34" charset="0"/>
              </a:rPr>
              <a:t>W</a:t>
            </a:r>
            <a:r>
              <a:rPr sz="1800" dirty="0" smtClean="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link</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a:t>
            </a:r>
            <a:r>
              <a:rPr sz="1800" spc="-3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een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community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acilit</a:t>
            </a:r>
            <a:r>
              <a:rPr sz="1800" spc="-5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Th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health</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f</a:t>
            </a:r>
            <a:r>
              <a:rPr sz="1800" dirty="0">
                <a:solidFill>
                  <a:srgbClr val="231F20"/>
                </a:solidFill>
                <a:latin typeface="Arial" panose="020B0604020202020204" pitchFamily="34" charset="0"/>
                <a:cs typeface="Arial" panose="020B0604020202020204" pitchFamily="34" charset="0"/>
              </a:rPr>
              <a:t>acility</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should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share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list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de</a:t>
            </a:r>
            <a:r>
              <a:rPr sz="1800" spc="-2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aul</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a:solidFill>
                  <a:srgbClr val="231F20"/>
                </a:solidFill>
                <a:latin typeface="Arial" panose="020B0604020202020204" pitchFamily="34" charset="0"/>
                <a:cs typeface="Arial" panose="020B0604020202020204" pitchFamily="34" charset="0"/>
              </a:rPr>
              <a:t>the</a:t>
            </a:r>
            <a:r>
              <a:rPr sz="1800" spc="-5">
                <a:solidFill>
                  <a:srgbClr val="231F20"/>
                </a:solidFill>
                <a:latin typeface="Arial" panose="020B0604020202020204" pitchFamily="34" charset="0"/>
                <a:cs typeface="Arial" panose="020B0604020202020204" pitchFamily="34" charset="0"/>
              </a:rPr>
              <a:t> </a:t>
            </a:r>
            <a:r>
              <a:rPr sz="1800" spc="-15" smtClean="0">
                <a:solidFill>
                  <a:srgbClr val="FF0000"/>
                </a:solidFill>
                <a:latin typeface="Arial" panose="020B0604020202020204" pitchFamily="34" charset="0"/>
                <a:cs typeface="Arial" panose="020B0604020202020204" pitchFamily="34" charset="0"/>
              </a:rPr>
              <a:t>CH</a:t>
            </a:r>
            <a:r>
              <a:rPr sz="1800" smtClean="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264160" marR="5080" indent="-228600">
              <a:lnSpc>
                <a:spcPct val="100000"/>
              </a:lnSpc>
              <a:spcBef>
                <a:spcPts val="565"/>
              </a:spcBef>
              <a:buClr>
                <a:srgbClr val="231F20"/>
              </a:buClr>
              <a:buFont typeface="Arial"/>
              <a:buChar char="•"/>
              <a:tabLst>
                <a:tab pos="264795" algn="l"/>
              </a:tabLst>
            </a:pPr>
            <a:endParaRPr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3288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5D4420A-CA24-594D-956A-82D6D4600A00}"/>
              </a:ext>
            </a:extLst>
          </p:cNvPr>
          <p:cNvSpPr>
            <a:spLocks noGrp="1"/>
          </p:cNvSpPr>
          <p:nvPr>
            <p:ph type="sldNum" sz="quarter" idx="12"/>
          </p:nvPr>
        </p:nvSpPr>
        <p:spPr/>
        <p:txBody>
          <a:bodyPr/>
          <a:lstStyle/>
          <a:p>
            <a:fld id="{5FCE7002-8CF6-784B-9A24-69DF51357AB2}" type="slidenum">
              <a:rPr lang="en-US" smtClean="0"/>
              <a:t>44</a:t>
            </a:fld>
            <a:endParaRPr lang="en-US"/>
          </a:p>
        </p:txBody>
      </p:sp>
      <p:sp>
        <p:nvSpPr>
          <p:cNvPr id="5" name="object 2">
            <a:extLst>
              <a:ext uri="{FF2B5EF4-FFF2-40B4-BE49-F238E27FC236}">
                <a16:creationId xmlns:a16="http://schemas.microsoft.com/office/drawing/2014/main" xmlns="" id="{C559D781-579B-2A44-8C0E-BC8E971D98D1}"/>
              </a:ext>
            </a:extLst>
          </p:cNvPr>
          <p:cNvSpPr/>
          <p:nvPr/>
        </p:nvSpPr>
        <p:spPr>
          <a:xfrm>
            <a:off x="699560" y="935612"/>
            <a:ext cx="9303285" cy="6043281"/>
          </a:xfrm>
          <a:custGeom>
            <a:avLst/>
            <a:gdLst/>
            <a:ahLst/>
            <a:cxnLst/>
            <a:rect l="l" t="t" r="r" b="b"/>
            <a:pathLst>
              <a:path w="9545955" h="4536440">
                <a:moveTo>
                  <a:pt x="107933" y="0"/>
                </a:moveTo>
                <a:lnTo>
                  <a:pt x="62515" y="496"/>
                </a:lnTo>
                <a:lnTo>
                  <a:pt x="21471" y="7761"/>
                </a:lnTo>
                <a:lnTo>
                  <a:pt x="1654" y="45262"/>
                </a:lnTo>
                <a:lnTo>
                  <a:pt x="0" y="82639"/>
                </a:lnTo>
                <a:lnTo>
                  <a:pt x="7" y="4453368"/>
                </a:lnTo>
                <a:lnTo>
                  <a:pt x="3906" y="4503902"/>
                </a:lnTo>
                <a:lnTo>
                  <a:pt x="31722" y="4531955"/>
                </a:lnTo>
                <a:lnTo>
                  <a:pt x="82572" y="4535941"/>
                </a:lnTo>
                <a:lnTo>
                  <a:pt x="9462344" y="4535946"/>
                </a:lnTo>
                <a:lnTo>
                  <a:pt x="9483000" y="4535511"/>
                </a:lnTo>
                <a:lnTo>
                  <a:pt x="9524044" y="4528247"/>
                </a:lnTo>
                <a:lnTo>
                  <a:pt x="9543861" y="4490745"/>
                </a:lnTo>
                <a:lnTo>
                  <a:pt x="9545515" y="4453368"/>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sz="1959"/>
          </a:p>
        </p:txBody>
      </p:sp>
      <p:sp>
        <p:nvSpPr>
          <p:cNvPr id="6" name="object 3">
            <a:extLst>
              <a:ext uri="{FF2B5EF4-FFF2-40B4-BE49-F238E27FC236}">
                <a16:creationId xmlns:a16="http://schemas.microsoft.com/office/drawing/2014/main" xmlns="" id="{04EA0B73-1EE5-2D43-9F4B-E114BBA9D7EA}"/>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lang="en-US" sz="1799" b="1" spc="-640" dirty="0">
                <a:solidFill>
                  <a:schemeClr val="bg1"/>
                </a:solidFill>
                <a:latin typeface="Arial Black"/>
                <a:cs typeface="Arial Black"/>
              </a:rPr>
              <a:t>2</a:t>
            </a:r>
            <a:endParaRPr sz="1799" dirty="0">
              <a:solidFill>
                <a:schemeClr val="bg1"/>
              </a:solidFill>
              <a:latin typeface="Arial Black"/>
              <a:cs typeface="Arial Black"/>
            </a:endParaRPr>
          </a:p>
        </p:txBody>
      </p:sp>
      <p:sp>
        <p:nvSpPr>
          <p:cNvPr id="7" name="object 4">
            <a:extLst>
              <a:ext uri="{FF2B5EF4-FFF2-40B4-BE49-F238E27FC236}">
                <a16:creationId xmlns:a16="http://schemas.microsoft.com/office/drawing/2014/main" xmlns="" id="{AFA02A5F-21A9-A340-8C9A-EEED962571EF}"/>
              </a:ext>
            </a:extLst>
          </p:cNvPr>
          <p:cNvSpPr txBox="1"/>
          <p:nvPr/>
        </p:nvSpPr>
        <p:spPr>
          <a:xfrm>
            <a:off x="2826585" y="1201896"/>
            <a:ext cx="4383469" cy="307777"/>
          </a:xfrm>
          <a:prstGeom prst="rect">
            <a:avLst/>
          </a:prstGeom>
        </p:spPr>
        <p:txBody>
          <a:bodyPr vert="horz" wrap="square" lIns="0" tIns="0" rIns="0" bIns="0" rtlCol="0">
            <a:spAutoFit/>
          </a:bodyPr>
          <a:lstStyle/>
          <a:p>
            <a:pPr marL="12695"/>
            <a:r>
              <a:rPr lang="en-US" sz="2000" i="1" spc="145" dirty="0">
                <a:solidFill>
                  <a:srgbClr val="231F20"/>
                </a:solidFill>
                <a:latin typeface="Arial" panose="020B0604020202020204" pitchFamily="34" charset="0"/>
                <a:cs typeface="Arial" panose="020B0604020202020204" pitchFamily="34" charset="0"/>
              </a:rPr>
              <a:t>Role Plays</a:t>
            </a:r>
            <a:endParaRPr sz="2000" i="1" dirty="0">
              <a:latin typeface="Arial" panose="020B0604020202020204" pitchFamily="34" charset="0"/>
              <a:cs typeface="Arial" panose="020B0604020202020204" pitchFamily="34" charset="0"/>
            </a:endParaRPr>
          </a:p>
        </p:txBody>
      </p:sp>
      <p:sp>
        <p:nvSpPr>
          <p:cNvPr id="8" name="object 5">
            <a:extLst>
              <a:ext uri="{FF2B5EF4-FFF2-40B4-BE49-F238E27FC236}">
                <a16:creationId xmlns:a16="http://schemas.microsoft.com/office/drawing/2014/main" xmlns="" id="{8155F3B5-F0AA-6D47-A332-7ABFF7212B27}"/>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10" name="Rectangle 9">
            <a:extLst>
              <a:ext uri="{FF2B5EF4-FFF2-40B4-BE49-F238E27FC236}">
                <a16:creationId xmlns:a16="http://schemas.microsoft.com/office/drawing/2014/main" xmlns="" id="{9DA2D21E-6C53-8B4B-9C40-1D7628529423}"/>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bject 5">
            <a:extLst>
              <a:ext uri="{FF2B5EF4-FFF2-40B4-BE49-F238E27FC236}">
                <a16:creationId xmlns:a16="http://schemas.microsoft.com/office/drawing/2014/main" xmlns="" id="{E53C8F19-A760-DC49-8E2E-24C84ED94C52}"/>
              </a:ext>
            </a:extLst>
          </p:cNvPr>
          <p:cNvSpPr txBox="1"/>
          <p:nvPr/>
        </p:nvSpPr>
        <p:spPr>
          <a:xfrm>
            <a:off x="938220" y="1572615"/>
            <a:ext cx="9064625" cy="5321970"/>
          </a:xfrm>
          <a:prstGeom prst="rect">
            <a:avLst/>
          </a:prstGeom>
        </p:spPr>
        <p:txBody>
          <a:bodyPr vert="horz" wrap="square" lIns="0" tIns="0" rIns="0" bIns="0" rtlCol="0">
            <a:spAutoFit/>
          </a:bodyPr>
          <a:lstStyle/>
          <a:p>
            <a:pPr marL="12700">
              <a:lnSpc>
                <a:spcPts val="2860"/>
              </a:lnSpc>
            </a:pPr>
            <a:r>
              <a:rPr lang="en-GB" sz="1800" b="1" kern="0" dirty="0">
                <a:solidFill>
                  <a:srgbClr val="00B050"/>
                </a:solidFill>
                <a:latin typeface="Arial" pitchFamily="34" charset="0"/>
                <a:cs typeface="Arial" pitchFamily="34" charset="0"/>
              </a:rPr>
              <a:t>Role Play 1:</a:t>
            </a:r>
          </a:p>
          <a:p>
            <a:pPr marL="12700">
              <a:lnSpc>
                <a:spcPts val="2860"/>
              </a:lnSpc>
            </a:pPr>
            <a:r>
              <a:rPr lang="en-US" sz="1800" spc="-35" dirty="0" smtClean="0">
                <a:solidFill>
                  <a:srgbClr val="FF0000"/>
                </a:solidFill>
                <a:latin typeface="Arial" panose="020B0604020202020204" pitchFamily="34" charset="0"/>
                <a:cs typeface="Arial" panose="020B0604020202020204" pitchFamily="34" charset="0"/>
              </a:rPr>
              <a:t>Fatou</a:t>
            </a:r>
            <a:r>
              <a:rPr sz="1800" dirty="0" smtClean="0">
                <a:solidFill>
                  <a:srgbClr val="FF000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has</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bee</a:t>
            </a:r>
            <a:r>
              <a:rPr sz="1800" spc="-10" dirty="0">
                <a:solidFill>
                  <a:srgbClr val="231F20"/>
                </a:solidFill>
                <a:latin typeface="Arial" panose="020B0604020202020204" pitchFamily="34" charset="0"/>
                <a:cs typeface="Arial" panose="020B0604020202020204" pitchFamily="34" charset="0"/>
              </a:rPr>
              <a:t>n</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diagnosed </a:t>
            </a: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Hype</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and</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s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in</a:t>
            </a:r>
            <a:r>
              <a:rPr sz="1800" spc="-2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eres</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ed</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taking</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tabl</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ts. </a:t>
            </a:r>
            <a:r>
              <a:rPr sz="1800" spc="-15" dirty="0">
                <a:solidFill>
                  <a:srgbClr val="231F20"/>
                </a:solidFill>
                <a:latin typeface="Arial" panose="020B0604020202020204" pitchFamily="34" charset="0"/>
                <a:cs typeface="Arial" panose="020B0604020202020204" pitchFamily="34" charset="0"/>
              </a:rPr>
              <a:t>Sh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beli</a:t>
            </a:r>
            <a:r>
              <a:rPr sz="1800" spc="-3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th</a:t>
            </a:r>
            <a:r>
              <a:rPr sz="1800" spc="-35"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y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help</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t>
            </a:r>
            <a:r>
              <a:rPr sz="1800" spc="-7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ther</a:t>
            </a:r>
            <a:r>
              <a:rPr sz="1800" spc="-10" dirty="0">
                <a:solidFill>
                  <a:srgbClr val="231F20"/>
                </a:solidFill>
                <a:latin typeface="Arial" panose="020B0604020202020204" pitchFamily="34" charset="0"/>
                <a:cs typeface="Arial" panose="020B0604020202020204" pitchFamily="34" charset="0"/>
              </a:rPr>
              <a:t> has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seen</a:t>
            </a:r>
            <a:r>
              <a:rPr sz="1800" dirty="0">
                <a:solidFill>
                  <a:srgbClr val="231F20"/>
                </a:solidFill>
                <a:latin typeface="Arial" panose="020B0604020202020204" pitchFamily="34" charset="0"/>
                <a:cs typeface="Arial" panose="020B0604020202020204" pitchFamily="34" charset="0"/>
              </a:rPr>
              <a:t> this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asks</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speak</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t>
            </a:r>
            <a:r>
              <a:rPr sz="1800" spc="-75"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a:t>
            </a:r>
            <a:endParaRPr sz="1800" dirty="0">
              <a:latin typeface="Arial" panose="020B0604020202020204" pitchFamily="34" charset="0"/>
              <a:cs typeface="Arial" panose="020B0604020202020204" pitchFamily="34" charset="0"/>
            </a:endParaRPr>
          </a:p>
          <a:p>
            <a:pPr marL="12700">
              <a:lnSpc>
                <a:spcPts val="2860"/>
              </a:lnSpc>
            </a:pPr>
            <a:r>
              <a:rPr lang="en-GB" sz="1800" b="1" kern="0" dirty="0">
                <a:solidFill>
                  <a:srgbClr val="00B050"/>
                </a:solidFill>
                <a:latin typeface="Arial" pitchFamily="34" charset="0"/>
                <a:cs typeface="Arial" pitchFamily="34" charset="0"/>
              </a:rPr>
              <a:t>Role Play 2:</a:t>
            </a:r>
          </a:p>
          <a:p>
            <a:pPr marL="12700">
              <a:lnSpc>
                <a:spcPts val="2860"/>
              </a:lnSpc>
              <a:spcBef>
                <a:spcPts val="260"/>
              </a:spcBef>
            </a:pPr>
            <a:r>
              <a:rPr lang="en-US" sz="1800" spc="-10" dirty="0" err="1" smtClean="0">
                <a:solidFill>
                  <a:srgbClr val="FF0000"/>
                </a:solidFill>
                <a:latin typeface="Arial" panose="020B0604020202020204" pitchFamily="34" charset="0"/>
                <a:cs typeface="Arial" panose="020B0604020202020204" pitchFamily="34" charset="0"/>
              </a:rPr>
              <a:t>Lamin</a:t>
            </a:r>
            <a:r>
              <a:rPr sz="1800" spc="-5" dirty="0" smtClean="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40" dirty="0">
                <a:solidFill>
                  <a:srgbClr val="231F20"/>
                </a:solidFill>
                <a:latin typeface="Arial" panose="020B0604020202020204" pitchFamily="34" charset="0"/>
                <a:cs typeface="Arial" panose="020B0604020202020204" pitchFamily="34" charset="0"/>
              </a:rPr>
              <a:t>f</a:t>
            </a:r>
            <a:r>
              <a:rPr sz="1800" spc="-5" dirty="0">
                <a:solidFill>
                  <a:srgbClr val="231F20"/>
                </a:solidFill>
                <a:latin typeface="Arial" panose="020B0604020202020204" pitchFamily="34" charset="0"/>
                <a:cs typeface="Arial" panose="020B0604020202020204" pitchFamily="34" charset="0"/>
              </a:rPr>
              <a:t>eeling</a:t>
            </a:r>
            <a:r>
              <a:rPr sz="1800" spc="-10"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sick</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spc="25" dirty="0">
                <a:solidFill>
                  <a:srgbClr val="231F20"/>
                </a:solidFill>
                <a:latin typeface="Arial" panose="020B0604020202020204" pitchFamily="34" charset="0"/>
                <a:cs typeface="Arial" panose="020B0604020202020204" pitchFamily="34" charset="0"/>
              </a:rPr>
              <a:t>f</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taking</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his</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ensi</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treatment</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decides</a:t>
            </a:r>
            <a:r>
              <a:rPr sz="1800" spc="-5" dirty="0">
                <a:solidFill>
                  <a:srgbClr val="231F20"/>
                </a:solidFill>
                <a:latin typeface="Arial" panose="020B0604020202020204" pitchFamily="34" charset="0"/>
                <a:cs typeface="Arial" panose="020B0604020202020204" pitchFamily="34" charset="0"/>
              </a:rPr>
              <a:t>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skip</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a:t>
            </a:r>
            <a:r>
              <a:rPr sz="1800" spc="-40"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ys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n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ee</a:t>
            </a:r>
            <a:r>
              <a:rPr sz="1800" spc="-5" dirty="0">
                <a:solidFill>
                  <a:srgbClr val="231F20"/>
                </a:solidFill>
                <a:latin typeface="Arial" panose="020B0604020202020204" pitchFamily="34" charset="0"/>
                <a:cs typeface="Arial" panose="020B0604020202020204" pitchFamily="34" charset="0"/>
              </a:rPr>
              <a:t>k</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His</a:t>
            </a:r>
            <a:r>
              <a:rPr sz="1800" spc="-5" dirty="0">
                <a:solidFill>
                  <a:srgbClr val="231F20"/>
                </a:solidFill>
                <a:latin typeface="Arial" panose="020B0604020202020204" pitchFamily="34" charset="0"/>
                <a:cs typeface="Arial" panose="020B0604020202020204" pitchFamily="34" charset="0"/>
              </a:rPr>
              <a:t> </a:t>
            </a:r>
            <a:r>
              <a:rPr sz="1800" spc="-10" dirty="0">
                <a:solidFill>
                  <a:srgbClr val="FF0000"/>
                </a:solidFill>
                <a:latin typeface="Arial" panose="020B0604020202020204" pitchFamily="34" charset="0"/>
                <a:cs typeface="Arial" panose="020B0604020202020204" pitchFamily="34" charset="0"/>
              </a:rPr>
              <a:t>girlfriend</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asks</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speak</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him.</a:t>
            </a:r>
            <a:endParaRPr sz="1800" dirty="0">
              <a:latin typeface="Arial" panose="020B0604020202020204" pitchFamily="34" charset="0"/>
              <a:cs typeface="Arial" panose="020B0604020202020204" pitchFamily="34" charset="0"/>
            </a:endParaRPr>
          </a:p>
          <a:p>
            <a:pPr marL="12700">
              <a:lnSpc>
                <a:spcPts val="2860"/>
              </a:lnSpc>
            </a:pPr>
            <a:r>
              <a:rPr lang="en-GB" sz="1800" b="1" kern="0" dirty="0">
                <a:solidFill>
                  <a:srgbClr val="00B050"/>
                </a:solidFill>
                <a:latin typeface="Arial" pitchFamily="34" charset="0"/>
                <a:cs typeface="Arial" pitchFamily="34" charset="0"/>
              </a:rPr>
              <a:t>Role Play 3:</a:t>
            </a:r>
          </a:p>
          <a:p>
            <a:pPr marL="12700">
              <a:lnSpc>
                <a:spcPts val="2860"/>
              </a:lnSpc>
              <a:spcBef>
                <a:spcPts val="260"/>
              </a:spcBef>
            </a:pPr>
            <a:r>
              <a:rPr lang="en-US" sz="1800" spc="-5" dirty="0" err="1" smtClean="0">
                <a:solidFill>
                  <a:srgbClr val="FF0000"/>
                </a:solidFill>
                <a:latin typeface="Arial" panose="020B0604020202020204" pitchFamily="34" charset="0"/>
                <a:cs typeface="Arial" panose="020B0604020202020204" pitchFamily="34" charset="0"/>
              </a:rPr>
              <a:t>Binta</a:t>
            </a:r>
            <a:r>
              <a:rPr sz="1800" spc="-5" dirty="0" smtClean="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5" dirty="0">
                <a:solidFill>
                  <a:srgbClr val="231F20"/>
                </a:solidFill>
                <a:latin typeface="Arial" panose="020B0604020202020204" pitchFamily="34" charset="0"/>
                <a:cs typeface="Arial" panose="020B0604020202020204" pitchFamily="34" charset="0"/>
              </a:rPr>
              <a:t>bus</a:t>
            </a:r>
            <a:r>
              <a:rPr sz="1800" spc="-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i</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goin</a:t>
            </a:r>
            <a:r>
              <a:rPr sz="1800" dirty="0">
                <a:solidFill>
                  <a:srgbClr val="231F20"/>
                </a:solidFill>
                <a:latin typeface="Arial" panose="020B0604020202020204" pitchFamily="34" charset="0"/>
                <a:cs typeface="Arial" panose="020B0604020202020204" pitchFamily="34" charset="0"/>
              </a:rPr>
              <a:t>g </a:t>
            </a:r>
            <a:r>
              <a:rPr sz="1800" spc="-35" dirty="0">
                <a:solidFill>
                  <a:srgbClr val="231F20"/>
                </a:solidFill>
                <a:latin typeface="Arial" panose="020B0604020202020204" pitchFamily="34" charset="0"/>
                <a:cs typeface="Arial" panose="020B0604020202020204" pitchFamily="34" charset="0"/>
              </a:rPr>
              <a:t>a</a:t>
            </a:r>
            <a:r>
              <a:rPr sz="1800" spc="-15" dirty="0">
                <a:solidFill>
                  <a:srgbClr val="231F20"/>
                </a:solidFill>
                <a:latin typeface="Arial" panose="020B0604020202020204" pitchFamily="34" charset="0"/>
                <a:cs typeface="Arial" panose="020B0604020202020204" pitchFamily="34" charset="0"/>
              </a:rPr>
              <a:t>w</a:t>
            </a:r>
            <a:r>
              <a:rPr sz="1800" spc="-4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y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trip. </a:t>
            </a:r>
            <a:r>
              <a:rPr sz="1800" spc="-15" dirty="0">
                <a:solidFill>
                  <a:srgbClr val="231F20"/>
                </a:solidFill>
                <a:latin typeface="Arial" panose="020B0604020202020204" pitchFamily="34" charset="0"/>
                <a:cs typeface="Arial" panose="020B0604020202020204" pitchFamily="34" charset="0"/>
              </a:rPr>
              <a:t>Sh</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al</a:t>
            </a:r>
            <a:r>
              <a:rPr sz="1800" spc="-25" dirty="0">
                <a:solidFill>
                  <a:srgbClr val="231F20"/>
                </a:solidFill>
                <a:latin typeface="Arial" panose="020B0604020202020204" pitchFamily="34" charset="0"/>
                <a:cs typeface="Arial" panose="020B0604020202020204" pitchFamily="34" charset="0"/>
              </a:rPr>
              <a:t>w</a:t>
            </a:r>
            <a:r>
              <a:rPr sz="1800" spc="-40"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ys</a:t>
            </a:r>
            <a:r>
              <a:rPr sz="1800" dirty="0">
                <a:solidFill>
                  <a:srgbClr val="231F20"/>
                </a:solidFill>
                <a:latin typeface="Arial" panose="020B0604020202020204" pitchFamily="34" charset="0"/>
                <a:cs typeface="Arial" panose="020B0604020202020204" pitchFamily="34" charset="0"/>
              </a:rPr>
              <a:t> </a:t>
            </a:r>
            <a:r>
              <a:rPr sz="1800" spc="-35" dirty="0">
                <a:solidFill>
                  <a:srgbClr val="231F20"/>
                </a:solidFill>
                <a:latin typeface="Arial" panose="020B0604020202020204" pitchFamily="34" charset="0"/>
                <a:cs typeface="Arial" panose="020B0604020202020204" pitchFamily="34" charset="0"/>
              </a:rPr>
              <a:t>f</a:t>
            </a:r>
            <a:r>
              <a:rPr sz="1800" spc="-10" dirty="0">
                <a:solidFill>
                  <a:srgbClr val="231F20"/>
                </a:solidFill>
                <a:latin typeface="Arial" panose="020B0604020202020204" pitchFamily="34" charset="0"/>
                <a:cs typeface="Arial" panose="020B0604020202020204" pitchFamily="34" charset="0"/>
              </a:rPr>
              <a:t>org</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ts </a:t>
            </a:r>
            <a:r>
              <a:rPr sz="1800" spc="-10" dirty="0">
                <a:solidFill>
                  <a:srgbClr val="231F20"/>
                </a:solidFill>
                <a:latin typeface="Arial" panose="020B0604020202020204" pitchFamily="34" charset="0"/>
                <a:cs typeface="Arial" panose="020B0604020202020204" pitchFamily="34" charset="0"/>
              </a:rPr>
              <a:t>her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medication.</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t>
            </a:r>
            <a:r>
              <a:rPr sz="1800" spc="-3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t>
            </a:r>
            <a:r>
              <a:rPr sz="1800" spc="-10" dirty="0">
                <a:solidFill>
                  <a:srgbClr val="231F20"/>
                </a:solidFill>
                <a:latin typeface="Arial" panose="020B0604020202020204" pitchFamily="34" charset="0"/>
                <a:cs typeface="Arial" panose="020B0604020202020204" pitchFamily="34" charset="0"/>
              </a:rPr>
              <a:t>can</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help</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her?</a:t>
            </a:r>
            <a:endParaRPr sz="1800" dirty="0">
              <a:latin typeface="Arial" panose="020B0604020202020204" pitchFamily="34" charset="0"/>
              <a:cs typeface="Arial" panose="020B0604020202020204" pitchFamily="34" charset="0"/>
            </a:endParaRPr>
          </a:p>
          <a:p>
            <a:pPr marL="12700">
              <a:lnSpc>
                <a:spcPts val="2860"/>
              </a:lnSpc>
            </a:pPr>
            <a:r>
              <a:rPr lang="en-GB" sz="1800" b="1" kern="0" dirty="0">
                <a:solidFill>
                  <a:srgbClr val="00B050"/>
                </a:solidFill>
                <a:latin typeface="Arial" pitchFamily="34" charset="0"/>
                <a:cs typeface="Arial" pitchFamily="34" charset="0"/>
              </a:rPr>
              <a:t>Role Play 4:</a:t>
            </a:r>
          </a:p>
          <a:p>
            <a:pPr marL="12700" marR="107314">
              <a:lnSpc>
                <a:spcPts val="2860"/>
              </a:lnSpc>
              <a:spcBef>
                <a:spcPts val="260"/>
              </a:spcBef>
            </a:pPr>
            <a:r>
              <a:rPr lang="en-US" sz="1800" spc="-10" dirty="0" smtClean="0">
                <a:solidFill>
                  <a:srgbClr val="FF0000"/>
                </a:solidFill>
                <a:latin typeface="Arial" panose="020B0604020202020204" pitchFamily="34" charset="0"/>
                <a:cs typeface="Arial" panose="020B0604020202020204" pitchFamily="34" charset="0"/>
              </a:rPr>
              <a:t>Muhammed</a:t>
            </a:r>
            <a:r>
              <a:rPr lang="en-US" sz="1800" spc="-10" dirty="0" smtClean="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as</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recently </a:t>
            </a:r>
            <a:r>
              <a:rPr sz="1800" spc="-10" dirty="0">
                <a:solidFill>
                  <a:srgbClr val="231F20"/>
                </a:solidFill>
                <a:latin typeface="Arial" panose="020B0604020202020204" pitchFamily="34" charset="0"/>
                <a:cs typeface="Arial" panose="020B0604020202020204" pitchFamily="34" charset="0"/>
              </a:rPr>
              <a:t>diagnosed </a:t>
            </a:r>
            <a:r>
              <a:rPr sz="1800" spc="-5" dirty="0">
                <a:solidFill>
                  <a:srgbClr val="231F20"/>
                </a:solidFill>
                <a:latin typeface="Arial" panose="020B0604020202020204" pitchFamily="34" charset="0"/>
                <a:cs typeface="Arial" panose="020B0604020202020204" pitchFamily="34" charset="0"/>
              </a:rPr>
              <a:t>wit</a:t>
            </a:r>
            <a:r>
              <a:rPr sz="1800" dirty="0">
                <a:solidFill>
                  <a:srgbClr val="231F20"/>
                </a:solidFill>
                <a:latin typeface="Arial" panose="020B0604020202020204" pitchFamily="34" charset="0"/>
                <a:cs typeface="Arial" panose="020B0604020202020204" pitchFamily="34" charset="0"/>
              </a:rPr>
              <a:t>h </a:t>
            </a:r>
            <a:r>
              <a:rPr sz="1800" spc="-10" dirty="0">
                <a:solidFill>
                  <a:srgbClr val="231F20"/>
                </a:solidFill>
                <a:latin typeface="Arial" panose="020B0604020202020204" pitchFamily="34" charset="0"/>
                <a:cs typeface="Arial" panose="020B0604020202020204" pitchFamily="34" charset="0"/>
              </a:rPr>
              <a:t>Hype</a:t>
            </a:r>
            <a:r>
              <a:rPr sz="1800" spc="25"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ension. His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m</a:t>
            </a:r>
            <a:r>
              <a:rPr sz="1800" spc="-10" dirty="0">
                <a:solidFill>
                  <a:srgbClr val="231F20"/>
                </a:solidFill>
                <a:latin typeface="Arial" panose="020B0604020202020204" pitchFamily="34" charset="0"/>
                <a:cs typeface="Arial" panose="020B0604020202020204" pitchFamily="34" charset="0"/>
              </a:rPr>
              <a:t>pl</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35" dirty="0">
                <a:solidFill>
                  <a:srgbClr val="231F20"/>
                </a:solidFill>
                <a:latin typeface="Arial" panose="020B0604020202020204" pitchFamily="34" charset="0"/>
                <a:cs typeface="Arial" panose="020B0604020202020204" pitchFamily="34" charset="0"/>
              </a:rPr>
              <a:t>a</a:t>
            </a:r>
            <a:r>
              <a:rPr sz="1800" spc="-15"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lang="en-US" sz="1800" spc="-10" dirty="0" err="1" smtClean="0">
                <a:solidFill>
                  <a:srgbClr val="FF0000"/>
                </a:solidFill>
                <a:latin typeface="Arial" panose="020B0604020202020204" pitchFamily="34" charset="0"/>
                <a:cs typeface="Arial" panose="020B0604020202020204" pitchFamily="34" charset="0"/>
              </a:rPr>
              <a:t>Abdou</a:t>
            </a:r>
            <a:r>
              <a:rPr sz="1800" spc="-5" dirty="0" smtClean="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a:t>
            </a:r>
            <a:r>
              <a:rPr sz="1800" spc="-25"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ant</a:t>
            </a:r>
            <a:r>
              <a:rPr sz="1800" spc="-5"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a:t>
            </a:r>
            <a:r>
              <a:rPr sz="1800" spc="-40" dirty="0">
                <a:solidFill>
                  <a:srgbClr val="231F20"/>
                </a:solidFill>
                <a:latin typeface="Arial" panose="020B0604020202020204" pitchFamily="34" charset="0"/>
                <a:cs typeface="Arial" panose="020B0604020202020204" pitchFamily="34" charset="0"/>
              </a:rPr>
              <a:t>k</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his</a:t>
            </a:r>
            <a:r>
              <a:rPr sz="1800" spc="-5" dirty="0">
                <a:solidFill>
                  <a:srgbClr val="231F20"/>
                </a:solidFill>
                <a:latin typeface="Arial" panose="020B0604020202020204" pitchFamily="34" charset="0"/>
                <a:cs typeface="Arial" panose="020B0604020202020204" pitchFamily="34" charset="0"/>
              </a:rPr>
              <a:t> tabl</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ts </a:t>
            </a:r>
            <a:r>
              <a:rPr sz="1800" spc="-15" dirty="0">
                <a:solidFill>
                  <a:srgbClr val="231F20"/>
                </a:solidFill>
                <a:latin typeface="Arial" panose="020B0604020202020204" pitchFamily="34" charset="0"/>
                <a:cs typeface="Arial" panose="020B0604020202020204" pitchFamily="34" charset="0"/>
              </a:rPr>
              <a:t>becaus</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20" dirty="0">
                <a:solidFill>
                  <a:srgbClr val="231F20"/>
                </a:solidFill>
                <a:latin typeface="Arial" panose="020B0604020202020204" pitchFamily="34" charset="0"/>
                <a:cs typeface="Arial" panose="020B0604020202020204" pitchFamily="34" charset="0"/>
              </a:rPr>
              <a:t>w</a:t>
            </a:r>
            <a:r>
              <a:rPr sz="1800" spc="-5" dirty="0">
                <a:solidFill>
                  <a:srgbClr val="231F20"/>
                </a:solidFill>
                <a:latin typeface="Arial" panose="020B0604020202020204" pitchFamily="34" charset="0"/>
                <a:cs typeface="Arial" panose="020B0604020202020204" pitchFamily="34" charset="0"/>
              </a:rPr>
              <a:t>orried </a:t>
            </a:r>
            <a:r>
              <a:rPr sz="1800" spc="-15" dirty="0">
                <a:solidFill>
                  <a:srgbClr val="231F20"/>
                </a:solidFill>
                <a:latin typeface="Arial" panose="020B0604020202020204" pitchFamily="34" charset="0"/>
                <a:cs typeface="Arial" panose="020B0604020202020204" pitchFamily="34" charset="0"/>
              </a:rPr>
              <a:t>what</a:t>
            </a:r>
            <a:r>
              <a:rPr sz="1800" spc="-1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o</a:t>
            </a:r>
            <a:r>
              <a:rPr sz="1800" spc="-5" dirty="0">
                <a:solidFill>
                  <a:srgbClr val="231F20"/>
                </a:solidFill>
                <a:latin typeface="Arial" panose="020B0604020202020204" pitchFamily="34" charset="0"/>
                <a:cs typeface="Arial" panose="020B0604020202020204" pitchFamily="34" charset="0"/>
              </a:rPr>
              <a:t>ther’s 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think</a:t>
            </a:r>
            <a:r>
              <a:rPr sz="1800" spc="-5" dirty="0">
                <a:solidFill>
                  <a:srgbClr val="231F20"/>
                </a:solidFill>
                <a:latin typeface="Arial" panose="020B0604020202020204" pitchFamily="34" charset="0"/>
                <a:cs typeface="Arial" panose="020B0604020202020204" pitchFamily="34" charset="0"/>
              </a:rPr>
              <a:t> at</a:t>
            </a:r>
            <a:r>
              <a:rPr sz="1800"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k</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and</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might</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think</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HI</a:t>
            </a:r>
            <a:r>
              <a:rPr sz="1800" spc="-8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His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e</a:t>
            </a:r>
            <a:r>
              <a:rPr sz="1800" spc="-25" dirty="0">
                <a:solidFill>
                  <a:srgbClr val="231F20"/>
                </a:solidFill>
                <a:latin typeface="Arial" panose="020B0604020202020204" pitchFamily="34" charset="0"/>
                <a:cs typeface="Arial" panose="020B0604020202020204" pitchFamily="34" charset="0"/>
              </a:rPr>
              <a:t>m</a:t>
            </a:r>
            <a:r>
              <a:rPr sz="1800" spc="-10" dirty="0">
                <a:solidFill>
                  <a:srgbClr val="231F20"/>
                </a:solidFill>
                <a:latin typeface="Arial" panose="020B0604020202020204" pitchFamily="34" charset="0"/>
                <a:cs typeface="Arial" panose="020B0604020202020204" pitchFamily="34" charset="0"/>
              </a:rPr>
              <a:t>pl</a:t>
            </a:r>
            <a:r>
              <a:rPr sz="1800" spc="-30" dirty="0">
                <a:solidFill>
                  <a:srgbClr val="231F20"/>
                </a:solidFill>
                <a:latin typeface="Arial" panose="020B0604020202020204" pitchFamily="34" charset="0"/>
                <a:cs typeface="Arial" panose="020B0604020202020204" pitchFamily="34" charset="0"/>
              </a:rPr>
              <a:t>o</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er</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asks</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talk </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 him?</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2323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EBFE5B6C-BC6F-F440-8866-3394A09F71CD}"/>
              </a:ext>
            </a:extLst>
          </p:cNvPr>
          <p:cNvSpPr>
            <a:spLocks noGrp="1"/>
          </p:cNvSpPr>
          <p:nvPr>
            <p:ph type="sldNum" sz="quarter" idx="12"/>
          </p:nvPr>
        </p:nvSpPr>
        <p:spPr/>
        <p:txBody>
          <a:bodyPr/>
          <a:lstStyle/>
          <a:p>
            <a:fld id="{5FCE7002-8CF6-784B-9A24-69DF51357AB2}" type="slidenum">
              <a:rPr lang="en-US" smtClean="0"/>
              <a:t>45</a:t>
            </a:fld>
            <a:endParaRPr lang="en-US"/>
          </a:p>
        </p:txBody>
      </p:sp>
      <p:sp>
        <p:nvSpPr>
          <p:cNvPr id="11" name="object 2">
            <a:extLst>
              <a:ext uri="{FF2B5EF4-FFF2-40B4-BE49-F238E27FC236}">
                <a16:creationId xmlns:a16="http://schemas.microsoft.com/office/drawing/2014/main" xmlns="" id="{6F89DF56-04CF-E449-A03C-544F36AB876F}"/>
              </a:ext>
            </a:extLst>
          </p:cNvPr>
          <p:cNvSpPr/>
          <p:nvPr/>
        </p:nvSpPr>
        <p:spPr>
          <a:xfrm>
            <a:off x="699560" y="935612"/>
            <a:ext cx="9303285" cy="6043281"/>
          </a:xfrm>
          <a:custGeom>
            <a:avLst/>
            <a:gdLst/>
            <a:ahLst/>
            <a:cxnLst/>
            <a:rect l="l" t="t" r="r" b="b"/>
            <a:pathLst>
              <a:path w="9545955" h="4536440">
                <a:moveTo>
                  <a:pt x="107933" y="0"/>
                </a:moveTo>
                <a:lnTo>
                  <a:pt x="62515" y="496"/>
                </a:lnTo>
                <a:lnTo>
                  <a:pt x="21471" y="7761"/>
                </a:lnTo>
                <a:lnTo>
                  <a:pt x="1654" y="45262"/>
                </a:lnTo>
                <a:lnTo>
                  <a:pt x="0" y="82639"/>
                </a:lnTo>
                <a:lnTo>
                  <a:pt x="7" y="4453368"/>
                </a:lnTo>
                <a:lnTo>
                  <a:pt x="3906" y="4503902"/>
                </a:lnTo>
                <a:lnTo>
                  <a:pt x="31722" y="4531955"/>
                </a:lnTo>
                <a:lnTo>
                  <a:pt x="82572" y="4535941"/>
                </a:lnTo>
                <a:lnTo>
                  <a:pt x="9462344" y="4535946"/>
                </a:lnTo>
                <a:lnTo>
                  <a:pt x="9483000" y="4535511"/>
                </a:lnTo>
                <a:lnTo>
                  <a:pt x="9524044" y="4528247"/>
                </a:lnTo>
                <a:lnTo>
                  <a:pt x="9543861" y="4490745"/>
                </a:lnTo>
                <a:lnTo>
                  <a:pt x="9545515" y="4453368"/>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sz="1959"/>
          </a:p>
        </p:txBody>
      </p:sp>
      <p:sp>
        <p:nvSpPr>
          <p:cNvPr id="12" name="object 3">
            <a:extLst>
              <a:ext uri="{FF2B5EF4-FFF2-40B4-BE49-F238E27FC236}">
                <a16:creationId xmlns:a16="http://schemas.microsoft.com/office/drawing/2014/main" xmlns="" id="{7261CAC1-E4E4-8E4B-BFD7-5D968493D247}"/>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lang="en-US" sz="1799" b="1" spc="-640" dirty="0">
                <a:solidFill>
                  <a:schemeClr val="bg1"/>
                </a:solidFill>
                <a:latin typeface="Arial Black"/>
                <a:cs typeface="Arial Black"/>
              </a:rPr>
              <a:t>2</a:t>
            </a:r>
            <a:endParaRPr sz="1799" dirty="0">
              <a:solidFill>
                <a:schemeClr val="bg1"/>
              </a:solidFill>
              <a:latin typeface="Arial Black"/>
              <a:cs typeface="Arial Black"/>
            </a:endParaRPr>
          </a:p>
        </p:txBody>
      </p:sp>
      <p:sp>
        <p:nvSpPr>
          <p:cNvPr id="13" name="object 4">
            <a:extLst>
              <a:ext uri="{FF2B5EF4-FFF2-40B4-BE49-F238E27FC236}">
                <a16:creationId xmlns:a16="http://schemas.microsoft.com/office/drawing/2014/main" xmlns="" id="{3ED21AE6-F696-E546-A0A3-530752154C61}"/>
              </a:ext>
            </a:extLst>
          </p:cNvPr>
          <p:cNvSpPr txBox="1"/>
          <p:nvPr/>
        </p:nvSpPr>
        <p:spPr>
          <a:xfrm>
            <a:off x="2826585" y="1201896"/>
            <a:ext cx="4383469" cy="307777"/>
          </a:xfrm>
          <a:prstGeom prst="rect">
            <a:avLst/>
          </a:prstGeom>
        </p:spPr>
        <p:txBody>
          <a:bodyPr vert="horz" wrap="square" lIns="0" tIns="0" rIns="0" bIns="0" rtlCol="0">
            <a:spAutoFit/>
          </a:bodyPr>
          <a:lstStyle/>
          <a:p>
            <a:pPr marL="12695"/>
            <a:r>
              <a:rPr lang="en-US" sz="2000" i="1" spc="145" dirty="0">
                <a:solidFill>
                  <a:srgbClr val="231F20"/>
                </a:solidFill>
                <a:latin typeface="Arial" panose="020B0604020202020204" pitchFamily="34" charset="0"/>
                <a:cs typeface="Arial" panose="020B0604020202020204" pitchFamily="34" charset="0"/>
              </a:rPr>
              <a:t>Role Plays</a:t>
            </a:r>
            <a:endParaRPr sz="2000" i="1" dirty="0">
              <a:latin typeface="Arial" panose="020B0604020202020204" pitchFamily="34" charset="0"/>
              <a:cs typeface="Arial" panose="020B0604020202020204" pitchFamily="34" charset="0"/>
            </a:endParaRPr>
          </a:p>
        </p:txBody>
      </p:sp>
      <p:sp>
        <p:nvSpPr>
          <p:cNvPr id="14" name="object 5">
            <a:extLst>
              <a:ext uri="{FF2B5EF4-FFF2-40B4-BE49-F238E27FC236}">
                <a16:creationId xmlns:a16="http://schemas.microsoft.com/office/drawing/2014/main" xmlns="" id="{12070041-03C8-7E4E-8EC0-26D6032C1433}"/>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15" name="Rectangle 14">
            <a:extLst>
              <a:ext uri="{FF2B5EF4-FFF2-40B4-BE49-F238E27FC236}">
                <a16:creationId xmlns:a16="http://schemas.microsoft.com/office/drawing/2014/main" xmlns="" id="{2814694E-B06C-6942-BCF6-8EF61788CD0C}"/>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bject 5">
            <a:extLst>
              <a:ext uri="{FF2B5EF4-FFF2-40B4-BE49-F238E27FC236}">
                <a16:creationId xmlns:a16="http://schemas.microsoft.com/office/drawing/2014/main" xmlns="" id="{ECE92540-F83F-8C45-ADE6-6DBA99AB4F2F}"/>
              </a:ext>
            </a:extLst>
          </p:cNvPr>
          <p:cNvSpPr txBox="1"/>
          <p:nvPr/>
        </p:nvSpPr>
        <p:spPr>
          <a:xfrm>
            <a:off x="952075" y="1708924"/>
            <a:ext cx="9064625" cy="4616648"/>
          </a:xfrm>
          <a:prstGeom prst="rect">
            <a:avLst/>
          </a:prstGeom>
        </p:spPr>
        <p:txBody>
          <a:bodyPr vert="horz" wrap="square" lIns="0" tIns="0" rIns="0" bIns="0" rtlCol="0">
            <a:spAutoFit/>
          </a:bodyPr>
          <a:lstStyle/>
          <a:p>
            <a:pPr marL="12700">
              <a:lnSpc>
                <a:spcPts val="2860"/>
              </a:lnSpc>
            </a:pPr>
            <a:r>
              <a:rPr lang="en-GB" sz="1800" b="1" kern="0" dirty="0">
                <a:solidFill>
                  <a:srgbClr val="00B050"/>
                </a:solidFill>
                <a:latin typeface="Arial" pitchFamily="34" charset="0"/>
                <a:cs typeface="Arial" pitchFamily="34" charset="0"/>
              </a:rPr>
              <a:t>Role Play 5:</a:t>
            </a:r>
          </a:p>
          <a:p>
            <a:pPr marL="12700">
              <a:lnSpc>
                <a:spcPts val="2860"/>
              </a:lnSpc>
              <a:spcBef>
                <a:spcPts val="260"/>
              </a:spcBef>
            </a:pPr>
            <a:r>
              <a:rPr lang="en-US" sz="1800" spc="-10" dirty="0" smtClean="0">
                <a:solidFill>
                  <a:srgbClr val="FF0000"/>
                </a:solidFill>
                <a:latin typeface="Arial" panose="020B0604020202020204" pitchFamily="34" charset="0"/>
                <a:cs typeface="Arial" panose="020B0604020202020204" pitchFamily="34" charset="0"/>
              </a:rPr>
              <a:t>Omar</a:t>
            </a:r>
            <a:r>
              <a:rPr sz="1800" dirty="0" smtClean="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co</a:t>
            </a:r>
            <a:r>
              <a:rPr sz="1800" spc="-25" dirty="0">
                <a:solidFill>
                  <a:srgbClr val="231F20"/>
                </a:solidFill>
                <a:latin typeface="Arial" panose="020B0604020202020204" pitchFamily="34" charset="0"/>
                <a:cs typeface="Arial" panose="020B0604020202020204" pitchFamily="34" charset="0"/>
              </a:rPr>
              <a:t>m</a:t>
            </a:r>
            <a:r>
              <a:rPr sz="1800" spc="-5" dirty="0">
                <a:solidFill>
                  <a:srgbClr val="231F20"/>
                </a:solidFill>
                <a:latin typeface="Arial" panose="020B0604020202020204" pitchFamily="34" charset="0"/>
                <a:cs typeface="Arial" panose="020B0604020202020204" pitchFamily="34" charset="0"/>
              </a:rPr>
              <a:t>plain</a:t>
            </a:r>
            <a:r>
              <a:rPr sz="1800" dirty="0">
                <a:solidFill>
                  <a:srgbClr val="231F20"/>
                </a:solidFill>
                <a:latin typeface="Arial" panose="020B0604020202020204" pitchFamily="34" charset="0"/>
                <a:cs typeface="Arial" panose="020B0604020202020204" pitchFamily="34" charset="0"/>
              </a:rPr>
              <a:t>s </a:t>
            </a:r>
            <a:r>
              <a:rPr sz="1800" spc="-5" dirty="0">
                <a:solidFill>
                  <a:srgbClr val="231F20"/>
                </a:solidFill>
                <a:latin typeface="Arial" panose="020B0604020202020204" pitchFamily="34" charset="0"/>
                <a:cs typeface="Arial" panose="020B0604020202020204" pitchFamily="34" charset="0"/>
              </a:rPr>
              <a:t>of </a:t>
            </a:r>
            <a:r>
              <a:rPr sz="1800" spc="-10" dirty="0">
                <a:solidFill>
                  <a:srgbClr val="231F20"/>
                </a:solidFill>
                <a:latin typeface="Arial" panose="020B0604020202020204" pitchFamily="34" charset="0"/>
                <a:cs typeface="Arial" panose="020B0604020202020204" pitchFamily="34" charset="0"/>
              </a:rPr>
              <a:t>a</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headache.</a:t>
            </a:r>
            <a:r>
              <a:rPr sz="1800" dirty="0">
                <a:solidFill>
                  <a:srgbClr val="231F20"/>
                </a:solidFill>
                <a:latin typeface="Arial" panose="020B0604020202020204" pitchFamily="34" charset="0"/>
                <a:cs typeface="Arial" panose="020B0604020202020204" pitchFamily="34" charset="0"/>
              </a:rPr>
              <a:t> </a:t>
            </a:r>
            <a:r>
              <a:rPr sz="1800" spc="-75"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check</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a:t>
            </a:r>
            <a:r>
              <a:rPr lang="en-US" sz="1800" spc="-10" dirty="0">
                <a:solidFill>
                  <a:srgbClr val="231F20"/>
                </a:solidFill>
                <a:latin typeface="Arial" panose="020B0604020202020204" pitchFamily="34" charset="0"/>
                <a:cs typeface="Arial" panose="020B0604020202020204" pitchFamily="34" charset="0"/>
              </a:rPr>
              <a:t>is</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pressure</a:t>
            </a:r>
            <a:r>
              <a:rPr sz="1800" spc="-5" dirty="0">
                <a:solidFill>
                  <a:srgbClr val="231F20"/>
                </a:solidFill>
                <a:latin typeface="Arial" panose="020B0604020202020204" pitchFamily="34" charset="0"/>
                <a:cs typeface="Arial" panose="020B0604020202020204" pitchFamily="34" charset="0"/>
              </a:rPr>
              <a:t>.</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20" dirty="0">
                <a:solidFill>
                  <a:srgbClr val="231F20"/>
                </a:solidFill>
                <a:latin typeface="Arial" panose="020B0604020202020204" pitchFamily="34" charset="0"/>
                <a:cs typeface="Arial" panose="020B0604020202020204" pitchFamily="34" charset="0"/>
              </a:rPr>
              <a:t>1</a:t>
            </a:r>
            <a:r>
              <a:rPr sz="1800" spc="-5" dirty="0">
                <a:solidFill>
                  <a:srgbClr val="231F20"/>
                </a:solidFill>
                <a:latin typeface="Arial" panose="020B0604020202020204" pitchFamily="34" charset="0"/>
                <a:cs typeface="Arial" panose="020B0604020202020204" pitchFamily="34" charset="0"/>
              </a:rPr>
              <a:t>80/</a:t>
            </a:r>
            <a:r>
              <a:rPr sz="1800" spc="-25" dirty="0">
                <a:solidFill>
                  <a:srgbClr val="231F20"/>
                </a:solidFill>
                <a:latin typeface="Arial" panose="020B0604020202020204" pitchFamily="34" charset="0"/>
                <a:cs typeface="Arial" panose="020B0604020202020204" pitchFamily="34" charset="0"/>
              </a:rPr>
              <a:t>1</a:t>
            </a:r>
            <a:r>
              <a:rPr sz="1800" spc="-40" dirty="0">
                <a:solidFill>
                  <a:srgbClr val="231F20"/>
                </a:solidFill>
                <a:latin typeface="Arial" panose="020B0604020202020204" pitchFamily="34" charset="0"/>
                <a:cs typeface="Arial" panose="020B0604020202020204" pitchFamily="34" charset="0"/>
              </a:rPr>
              <a:t>1</a:t>
            </a:r>
            <a:r>
              <a:rPr sz="1800" spc="-5" dirty="0">
                <a:solidFill>
                  <a:srgbClr val="231F20"/>
                </a:solidFill>
                <a:latin typeface="Arial" panose="020B0604020202020204" pitchFamily="34" charset="0"/>
                <a:cs typeface="Arial" panose="020B0604020202020204" pitchFamily="34" charset="0"/>
              </a:rPr>
              <a:t>0</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Wha</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endParaRPr sz="1800" dirty="0">
              <a:latin typeface="Arial" panose="020B0604020202020204" pitchFamily="34" charset="0"/>
              <a:cs typeface="Arial" panose="020B0604020202020204" pitchFamily="34" charset="0"/>
            </a:endParaRPr>
          </a:p>
          <a:p>
            <a:pPr marL="12700">
              <a:lnSpc>
                <a:spcPts val="2860"/>
              </a:lnSpc>
            </a:pPr>
            <a:r>
              <a:rPr lang="en-GB" sz="1800" b="1" kern="0" dirty="0">
                <a:solidFill>
                  <a:srgbClr val="00B050"/>
                </a:solidFill>
                <a:latin typeface="Arial" pitchFamily="34" charset="0"/>
                <a:cs typeface="Arial" pitchFamily="34" charset="0"/>
              </a:rPr>
              <a:t>Role Play 6:</a:t>
            </a:r>
          </a:p>
          <a:p>
            <a:pPr marL="12700">
              <a:lnSpc>
                <a:spcPts val="2860"/>
              </a:lnSpc>
              <a:spcBef>
                <a:spcPts val="260"/>
              </a:spcBef>
            </a:pPr>
            <a:r>
              <a:rPr lang="en-US" sz="1800" spc="-10" dirty="0">
                <a:solidFill>
                  <a:srgbClr val="231F20"/>
                </a:solidFill>
                <a:latin typeface="Arial" panose="020B0604020202020204" pitchFamily="34" charset="0"/>
                <a:cs typeface="Arial" panose="020B0604020202020204" pitchFamily="34" charset="0"/>
              </a:rPr>
              <a:t>Mr. </a:t>
            </a:r>
            <a:r>
              <a:rPr lang="en-US" sz="1800" spc="-10" dirty="0" err="1" smtClean="0">
                <a:solidFill>
                  <a:srgbClr val="FF0000"/>
                </a:solidFill>
                <a:latin typeface="Arial" panose="020B0604020202020204" pitchFamily="34" charset="0"/>
                <a:cs typeface="Arial" panose="020B0604020202020204" pitchFamily="34" charset="0"/>
              </a:rPr>
              <a:t>Kawsu</a:t>
            </a:r>
            <a:r>
              <a:rPr lang="en-US" sz="1800" spc="-10" dirty="0" smtClean="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g</a:t>
            </a:r>
            <a:r>
              <a:rPr sz="1800" spc="-20" dirty="0">
                <a:solidFill>
                  <a:srgbClr val="231F20"/>
                </a:solidFill>
                <a:latin typeface="Arial" panose="020B0604020202020204" pitchFamily="34" charset="0"/>
                <a:cs typeface="Arial" panose="020B0604020202020204" pitchFamily="34" charset="0"/>
              </a:rPr>
              <a:t>e</a:t>
            </a:r>
            <a:r>
              <a:rPr sz="1800" spc="-5" dirty="0">
                <a:solidFill>
                  <a:srgbClr val="231F20"/>
                </a:solidFill>
                <a:latin typeface="Arial" panose="020B0604020202020204" pitchFamily="34" charset="0"/>
                <a:cs typeface="Arial" panose="020B0604020202020204" pitchFamily="34" charset="0"/>
              </a:rPr>
              <a:t>ts </a:t>
            </a:r>
            <a:r>
              <a:rPr sz="1800" dirty="0">
                <a:solidFill>
                  <a:srgbClr val="231F20"/>
                </a:solidFill>
                <a:latin typeface="Arial" panose="020B0604020202020204" pitchFamily="34" charset="0"/>
                <a:cs typeface="Arial" panose="020B0604020202020204" pitchFamily="34" charset="0"/>
              </a:rPr>
              <a:t>dizzy</a:t>
            </a:r>
            <a:r>
              <a:rPr sz="1800" spc="-5" dirty="0">
                <a:solidFill>
                  <a:srgbClr val="231F20"/>
                </a:solidFill>
                <a:latin typeface="Arial" panose="020B0604020202020204" pitchFamily="34" charset="0"/>
                <a:cs typeface="Arial" panose="020B0604020202020204" pitchFamily="34" charset="0"/>
              </a:rPr>
              <a:t> at</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a:t>
            </a:r>
            <a:r>
              <a:rPr sz="1800" spc="-10" dirty="0">
                <a:solidFill>
                  <a:srgbClr val="231F20"/>
                </a:solidFill>
                <a:latin typeface="Arial" panose="020B0604020202020204" pitchFamily="34" charset="0"/>
                <a:cs typeface="Arial" panose="020B0604020202020204" pitchFamily="34" charset="0"/>
              </a:rPr>
              <a:t>o</a:t>
            </a:r>
            <a:r>
              <a:rPr sz="1800" spc="-1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k</a:t>
            </a:r>
            <a:r>
              <a:rPr sz="1800" dirty="0">
                <a:solidFill>
                  <a:srgbClr val="231F20"/>
                </a:solidFill>
                <a:latin typeface="Arial" panose="020B0604020202020204" pitchFamily="34" charset="0"/>
                <a:cs typeface="Arial" panose="020B0604020202020204" pitchFamily="34" charset="0"/>
              </a:rPr>
              <a:t>. </a:t>
            </a:r>
            <a:r>
              <a:rPr sz="1800" spc="-75"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check</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his</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bloo</a:t>
            </a:r>
            <a:r>
              <a:rPr sz="1800" spc="-10" dirty="0">
                <a:solidFill>
                  <a:srgbClr val="231F20"/>
                </a:solidFill>
                <a:latin typeface="Arial" panose="020B0604020202020204" pitchFamily="34" charset="0"/>
                <a:cs typeface="Arial" panose="020B0604020202020204" pitchFamily="34" charset="0"/>
              </a:rPr>
              <a:t>d</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pressure</a:t>
            </a:r>
            <a:r>
              <a:rPr sz="1800" spc="-5" dirty="0">
                <a:solidFill>
                  <a:srgbClr val="231F20"/>
                </a:solidFill>
                <a:latin typeface="Arial" panose="020B0604020202020204" pitchFamily="34" charset="0"/>
                <a:cs typeface="Arial" panose="020B0604020202020204" pitchFamily="34" charset="0"/>
              </a:rPr>
              <a:t>.</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45" dirty="0">
                <a:solidFill>
                  <a:srgbClr val="231F20"/>
                </a:solidFill>
                <a:latin typeface="Arial" panose="020B0604020202020204" pitchFamily="34" charset="0"/>
                <a:cs typeface="Arial" panose="020B0604020202020204" pitchFamily="34" charset="0"/>
              </a:rPr>
              <a:t>1</a:t>
            </a:r>
            <a:r>
              <a:rPr sz="1800" spc="-5" dirty="0">
                <a:solidFill>
                  <a:srgbClr val="231F20"/>
                </a:solidFill>
                <a:latin typeface="Arial" panose="020B0604020202020204" pitchFamily="34" charset="0"/>
                <a:cs typeface="Arial" panose="020B0604020202020204" pitchFamily="34" charset="0"/>
              </a:rPr>
              <a:t>40/95</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Wha</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endParaRPr sz="1800" dirty="0">
              <a:latin typeface="Arial" panose="020B0604020202020204" pitchFamily="34" charset="0"/>
              <a:cs typeface="Arial" panose="020B0604020202020204" pitchFamily="34" charset="0"/>
            </a:endParaRPr>
          </a:p>
          <a:p>
            <a:pPr marL="12700">
              <a:lnSpc>
                <a:spcPts val="2860"/>
              </a:lnSpc>
            </a:pPr>
            <a:r>
              <a:rPr lang="en-GB" sz="1800" b="1" kern="0" dirty="0">
                <a:solidFill>
                  <a:srgbClr val="00B050"/>
                </a:solidFill>
                <a:latin typeface="Arial" pitchFamily="34" charset="0"/>
                <a:cs typeface="Arial" pitchFamily="34" charset="0"/>
              </a:rPr>
              <a:t>Role Play 7:</a:t>
            </a:r>
          </a:p>
          <a:p>
            <a:pPr marL="12700">
              <a:lnSpc>
                <a:spcPts val="2860"/>
              </a:lnSpc>
              <a:spcBef>
                <a:spcPts val="260"/>
              </a:spcBef>
            </a:pPr>
            <a:r>
              <a:rPr lang="en-US" sz="1800" spc="-15" dirty="0" err="1">
                <a:solidFill>
                  <a:srgbClr val="231F20"/>
                </a:solidFill>
                <a:latin typeface="Arial" panose="020B0604020202020204" pitchFamily="34" charset="0"/>
                <a:cs typeface="Arial" panose="020B0604020202020204" pitchFamily="34" charset="0"/>
              </a:rPr>
              <a:t>Mrs</a:t>
            </a:r>
            <a:r>
              <a:rPr lang="en-US" sz="1800" spc="-15" dirty="0">
                <a:solidFill>
                  <a:srgbClr val="231F20"/>
                </a:solidFill>
                <a:latin typeface="Arial" panose="020B0604020202020204" pitchFamily="34" charset="0"/>
                <a:cs typeface="Arial" panose="020B0604020202020204" pitchFamily="34" charset="0"/>
              </a:rPr>
              <a:t> </a:t>
            </a:r>
            <a:r>
              <a:rPr lang="en-US" sz="1800" spc="-15" dirty="0" err="1" smtClean="0">
                <a:solidFill>
                  <a:srgbClr val="FF0000"/>
                </a:solidFill>
                <a:latin typeface="Arial" panose="020B0604020202020204" pitchFamily="34" charset="0"/>
                <a:cs typeface="Arial" panose="020B0604020202020204" pitchFamily="34" charset="0"/>
              </a:rPr>
              <a:t>Sainabou</a:t>
            </a:r>
            <a:r>
              <a:rPr lang="en-US" sz="1800" spc="-15" dirty="0" smtClean="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5" dirty="0">
                <a:solidFill>
                  <a:srgbClr val="231F20"/>
                </a:solidFill>
                <a:latin typeface="Arial" panose="020B0604020202020204" pitchFamily="34" charset="0"/>
                <a:cs typeface="Arial" panose="020B0604020202020204" pitchFamily="34" charset="0"/>
              </a:rPr>
              <a:t>pregnant</a:t>
            </a:r>
            <a:r>
              <a:rPr sz="1800" spc="-5" dirty="0">
                <a:solidFill>
                  <a:srgbClr val="231F20"/>
                </a:solidFill>
                <a:latin typeface="Arial" panose="020B0604020202020204" pitchFamily="34" charset="0"/>
                <a:cs typeface="Arial" panose="020B0604020202020204" pitchFamily="34" charset="0"/>
              </a:rPr>
              <a:t>.</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Her</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legs</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are</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s</a:t>
            </a:r>
            <a:r>
              <a:rPr sz="1800" spc="-35" dirty="0">
                <a:solidFill>
                  <a:srgbClr val="231F20"/>
                </a:solidFill>
                <a:latin typeface="Arial" panose="020B0604020202020204" pitchFamily="34" charset="0"/>
                <a:cs typeface="Arial" panose="020B0604020202020204" pitchFamily="34" charset="0"/>
              </a:rPr>
              <a:t>w</a:t>
            </a:r>
            <a:r>
              <a:rPr sz="1800" dirty="0">
                <a:solidFill>
                  <a:srgbClr val="231F20"/>
                </a:solidFill>
                <a:latin typeface="Arial" panose="020B0604020202020204" pitchFamily="34" charset="0"/>
                <a:cs typeface="Arial" panose="020B0604020202020204" pitchFamily="34" charset="0"/>
              </a:rPr>
              <a:t>elling.</a:t>
            </a:r>
            <a:r>
              <a:rPr sz="1800" spc="-1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Wha</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20"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endParaRPr sz="1800" dirty="0">
              <a:latin typeface="Arial" panose="020B0604020202020204" pitchFamily="34" charset="0"/>
              <a:cs typeface="Arial" panose="020B0604020202020204" pitchFamily="34" charset="0"/>
            </a:endParaRPr>
          </a:p>
          <a:p>
            <a:pPr marL="12700">
              <a:lnSpc>
                <a:spcPts val="2860"/>
              </a:lnSpc>
            </a:pPr>
            <a:r>
              <a:rPr lang="en-GB" sz="1800" b="1" kern="0" dirty="0">
                <a:solidFill>
                  <a:srgbClr val="00B050"/>
                </a:solidFill>
                <a:latin typeface="Arial" pitchFamily="34" charset="0"/>
                <a:cs typeface="Arial" pitchFamily="34" charset="0"/>
              </a:rPr>
              <a:t>Role Play 8:</a:t>
            </a:r>
          </a:p>
          <a:p>
            <a:pPr marL="12700" marR="377825">
              <a:lnSpc>
                <a:spcPts val="2860"/>
              </a:lnSpc>
              <a:spcBef>
                <a:spcPts val="260"/>
              </a:spcBef>
            </a:pPr>
            <a:r>
              <a:rPr lang="en-US" sz="1800" dirty="0">
                <a:solidFill>
                  <a:srgbClr val="231F20"/>
                </a:solidFill>
                <a:latin typeface="Arial" panose="020B0604020202020204" pitchFamily="34" charset="0"/>
                <a:cs typeface="Arial" panose="020B0604020202020204" pitchFamily="34" charset="0"/>
              </a:rPr>
              <a:t>Fatima</a:t>
            </a:r>
            <a:r>
              <a:rPr sz="1800" dirty="0">
                <a:solidFill>
                  <a:srgbClr val="231F20"/>
                </a:solidFill>
                <a:latin typeface="Arial" panose="020B0604020202020204" pitchFamily="34" charset="0"/>
                <a:cs typeface="Arial" panose="020B0604020202020204" pitchFamily="34" charset="0"/>
              </a:rPr>
              <a:t> has </a:t>
            </a:r>
            <a:r>
              <a:rPr sz="1800" spc="-10" dirty="0">
                <a:solidFill>
                  <a:srgbClr val="231F20"/>
                </a:solidFill>
                <a:latin typeface="Arial" panose="020B0604020202020204" pitchFamily="34" charset="0"/>
                <a:cs typeface="Arial" panose="020B0604020202020204" pitchFamily="34" charset="0"/>
              </a:rPr>
              <a:t>difficulty with her sight. E</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 n</a:t>
            </a:r>
            <a:r>
              <a:rPr sz="1800" spc="-20" dirty="0">
                <a:solidFill>
                  <a:srgbClr val="231F20"/>
                </a:solidFill>
                <a:latin typeface="Arial" panose="020B0604020202020204" pitchFamily="34" charset="0"/>
                <a:cs typeface="Arial" panose="020B0604020202020204" pitchFamily="34" charset="0"/>
              </a:rPr>
              <a:t>o</a:t>
            </a:r>
            <a:r>
              <a:rPr sz="1800" dirty="0">
                <a:solidFill>
                  <a:srgbClr val="231F20"/>
                </a:solidFill>
                <a:latin typeface="Arial" panose="020B0604020202020204" pitchFamily="34" charset="0"/>
                <a:cs typeface="Arial" panose="020B0604020202020204" pitchFamily="34" charset="0"/>
              </a:rPr>
              <a:t>w and then </a:t>
            </a:r>
            <a:r>
              <a:rPr sz="1800" spc="-2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a:t>
            </a:r>
            <a:r>
              <a:rPr sz="1800" spc="30" dirty="0">
                <a:solidFill>
                  <a:srgbClr val="231F20"/>
                </a:solidFill>
                <a:latin typeface="Arial" panose="020B0604020202020204" pitchFamily="34" charset="0"/>
                <a:cs typeface="Arial" panose="020B0604020202020204" pitchFamily="34" charset="0"/>
              </a:rPr>
              <a:t>r</a:t>
            </a:r>
            <a:r>
              <a:rPr sz="1800" dirty="0">
                <a:solidFill>
                  <a:srgbClr val="231F20"/>
                </a:solidFill>
                <a:latin typeface="Arial" panose="020B0604020202020204" pitchFamily="34" charset="0"/>
                <a:cs typeface="Arial" panose="020B0604020202020204" pitchFamily="34" charset="0"/>
              </a:rPr>
              <a:t>ything g</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ts blurred. She also g</a:t>
            </a:r>
            <a:r>
              <a:rPr sz="1800" spc="-15"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ts s</a:t>
            </a:r>
            <a:r>
              <a:rPr sz="1800" spc="-25" dirty="0">
                <a:solidFill>
                  <a:srgbClr val="231F20"/>
                </a:solidFill>
                <a:latin typeface="Arial" panose="020B0604020202020204" pitchFamily="34" charset="0"/>
                <a:cs typeface="Arial" panose="020B0604020202020204" pitchFamily="34" charset="0"/>
              </a:rPr>
              <a:t>e</a:t>
            </a:r>
            <a:r>
              <a:rPr sz="1800" spc="-20" dirty="0">
                <a:solidFill>
                  <a:srgbClr val="231F20"/>
                </a:solidFill>
                <a:latin typeface="Arial" panose="020B0604020202020204" pitchFamily="34" charset="0"/>
                <a:cs typeface="Arial" panose="020B0604020202020204" pitchFamily="34" charset="0"/>
              </a:rPr>
              <a:t>v</a:t>
            </a:r>
            <a:r>
              <a:rPr sz="1800" dirty="0">
                <a:solidFill>
                  <a:srgbClr val="231F20"/>
                </a:solidFill>
                <a:latin typeface="Arial" panose="020B0604020202020204" pitchFamily="34" charset="0"/>
                <a:cs typeface="Arial" panose="020B0604020202020204" pitchFamily="34" charset="0"/>
              </a:rPr>
              <a:t>ere headaches. </a:t>
            </a:r>
            <a:r>
              <a:rPr sz="1800" spc="-75" dirty="0">
                <a:solidFill>
                  <a:srgbClr val="231F20"/>
                </a:solidFill>
                <a:latin typeface="Arial" panose="020B0604020202020204" pitchFamily="34" charset="0"/>
                <a:cs typeface="Arial" panose="020B0604020202020204" pitchFamily="34" charset="0"/>
              </a:rPr>
              <a:t>Y</a:t>
            </a:r>
            <a:r>
              <a:rPr sz="1800" dirty="0">
                <a:solidFill>
                  <a:srgbClr val="231F20"/>
                </a:solidFill>
                <a:latin typeface="Arial" panose="020B0604020202020204" pitchFamily="34" charset="0"/>
                <a:cs typeface="Arial" panose="020B0604020202020204" pitchFamily="34" charset="0"/>
              </a:rPr>
              <a:t>ou check her blood </a:t>
            </a:r>
            <a:r>
              <a:rPr sz="1800" spc="-15" dirty="0">
                <a:solidFill>
                  <a:srgbClr val="231F20"/>
                </a:solidFill>
                <a:latin typeface="Arial" panose="020B0604020202020204" pitchFamily="34" charset="0"/>
                <a:cs typeface="Arial" panose="020B0604020202020204" pitchFamily="34" charset="0"/>
              </a:rPr>
              <a:t>pressure</a:t>
            </a:r>
            <a:r>
              <a:rPr sz="1800" spc="-5" dirty="0">
                <a:solidFill>
                  <a:srgbClr val="231F20"/>
                </a:solidFill>
                <a:latin typeface="Arial" panose="020B0604020202020204" pitchFamily="34" charset="0"/>
                <a:cs typeface="Arial" panose="020B0604020202020204" pitchFamily="34" charset="0"/>
              </a:rPr>
              <a:t>.</a:t>
            </a:r>
            <a:r>
              <a:rPr sz="1800" spc="5"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i</a:t>
            </a:r>
            <a:r>
              <a:rPr sz="1800" dirty="0">
                <a:solidFill>
                  <a:srgbClr val="231F20"/>
                </a:solidFill>
                <a:latin typeface="Arial" panose="020B0604020202020204" pitchFamily="34" charset="0"/>
                <a:cs typeface="Arial" panose="020B0604020202020204" pitchFamily="34" charset="0"/>
              </a:rPr>
              <a:t>s </a:t>
            </a:r>
            <a:r>
              <a:rPr sz="1800" spc="-15" dirty="0">
                <a:solidFill>
                  <a:srgbClr val="231F20"/>
                </a:solidFill>
                <a:latin typeface="Arial" panose="020B0604020202020204" pitchFamily="34" charset="0"/>
                <a:cs typeface="Arial" panose="020B0604020202020204" pitchFamily="34" charset="0"/>
              </a:rPr>
              <a:t>1</a:t>
            </a:r>
            <a:r>
              <a:rPr sz="1800" spc="-5" dirty="0">
                <a:solidFill>
                  <a:srgbClr val="231F20"/>
                </a:solidFill>
                <a:latin typeface="Arial" panose="020B0604020202020204" pitchFamily="34" charset="0"/>
                <a:cs typeface="Arial" panose="020B0604020202020204" pitchFamily="34" charset="0"/>
              </a:rPr>
              <a:t>30/90</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Wha</a:t>
            </a:r>
            <a:r>
              <a:rPr sz="1800" spc="-5"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wil</a:t>
            </a:r>
            <a:r>
              <a:rPr sz="1800" dirty="0">
                <a:solidFill>
                  <a:srgbClr val="231F20"/>
                </a:solidFill>
                <a:latin typeface="Arial" panose="020B0604020202020204" pitchFamily="34" charset="0"/>
                <a:cs typeface="Arial" panose="020B0604020202020204" pitchFamily="34" charset="0"/>
              </a:rPr>
              <a:t>l</a:t>
            </a:r>
            <a:r>
              <a:rPr sz="1800" spc="-5"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y</a:t>
            </a:r>
            <a:r>
              <a:rPr sz="1800" spc="-10" dirty="0">
                <a:solidFill>
                  <a:srgbClr val="231F20"/>
                </a:solidFill>
                <a:latin typeface="Arial" panose="020B0604020202020204" pitchFamily="34" charset="0"/>
                <a:cs typeface="Arial" panose="020B0604020202020204" pitchFamily="34" charset="0"/>
              </a:rPr>
              <a:t>ou</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do?</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9850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318D8DFB-2F6A-D946-812F-0A4DEED6F9B9}"/>
              </a:ext>
            </a:extLst>
          </p:cNvPr>
          <p:cNvSpPr>
            <a:spLocks noGrp="1"/>
          </p:cNvSpPr>
          <p:nvPr>
            <p:ph type="sldNum" sz="quarter" idx="12"/>
          </p:nvPr>
        </p:nvSpPr>
        <p:spPr/>
        <p:txBody>
          <a:bodyPr/>
          <a:lstStyle/>
          <a:p>
            <a:fld id="{5FCE7002-8CF6-784B-9A24-69DF51357AB2}" type="slidenum">
              <a:rPr lang="en-US" smtClean="0"/>
              <a:t>46</a:t>
            </a:fld>
            <a:endParaRPr lang="en-US"/>
          </a:p>
        </p:txBody>
      </p:sp>
      <p:sp>
        <p:nvSpPr>
          <p:cNvPr id="5" name="object 2">
            <a:extLst>
              <a:ext uri="{FF2B5EF4-FFF2-40B4-BE49-F238E27FC236}">
                <a16:creationId xmlns:a16="http://schemas.microsoft.com/office/drawing/2014/main" xmlns="" id="{EDF02291-1B6F-6B45-8A02-483820AE89F4}"/>
              </a:ext>
            </a:extLst>
          </p:cNvPr>
          <p:cNvSpPr/>
          <p:nvPr/>
        </p:nvSpPr>
        <p:spPr>
          <a:xfrm>
            <a:off x="644550" y="961016"/>
            <a:ext cx="9275388" cy="4427848"/>
          </a:xfrm>
          <a:custGeom>
            <a:avLst/>
            <a:gdLst/>
            <a:ahLst/>
            <a:cxnLst/>
            <a:rect l="l" t="t" r="r" b="b"/>
            <a:pathLst>
              <a:path w="9545955" h="2389504">
                <a:moveTo>
                  <a:pt x="107933" y="0"/>
                </a:moveTo>
                <a:lnTo>
                  <a:pt x="62515" y="496"/>
                </a:lnTo>
                <a:lnTo>
                  <a:pt x="21471" y="7761"/>
                </a:lnTo>
                <a:lnTo>
                  <a:pt x="1654" y="45262"/>
                </a:lnTo>
                <a:lnTo>
                  <a:pt x="0" y="82639"/>
                </a:lnTo>
                <a:lnTo>
                  <a:pt x="7" y="2306471"/>
                </a:lnTo>
                <a:lnTo>
                  <a:pt x="3906" y="2357005"/>
                </a:lnTo>
                <a:lnTo>
                  <a:pt x="31722" y="2385058"/>
                </a:lnTo>
                <a:lnTo>
                  <a:pt x="82572" y="2389044"/>
                </a:lnTo>
                <a:lnTo>
                  <a:pt x="9462344" y="2389049"/>
                </a:lnTo>
                <a:lnTo>
                  <a:pt x="9483000" y="2388614"/>
                </a:lnTo>
                <a:lnTo>
                  <a:pt x="9524044" y="2381350"/>
                </a:lnTo>
                <a:lnTo>
                  <a:pt x="9543861" y="2343848"/>
                </a:lnTo>
                <a:lnTo>
                  <a:pt x="9545515" y="2306471"/>
                </a:lnTo>
                <a:lnTo>
                  <a:pt x="9545508" y="82639"/>
                </a:lnTo>
                <a:lnTo>
                  <a:pt x="9541609" y="32106"/>
                </a:lnTo>
                <a:lnTo>
                  <a:pt x="9513793" y="4053"/>
                </a:lnTo>
                <a:lnTo>
                  <a:pt x="9462943" y="67"/>
                </a:lnTo>
                <a:lnTo>
                  <a:pt x="107933" y="0"/>
                </a:lnTo>
                <a:close/>
              </a:path>
            </a:pathLst>
          </a:custGeom>
          <a:solidFill>
            <a:schemeClr val="accent6">
              <a:lumMod val="20000"/>
              <a:lumOff val="80000"/>
            </a:schemeClr>
          </a:solidFill>
        </p:spPr>
        <p:txBody>
          <a:bodyPr wrap="square" lIns="0" tIns="0" rIns="0" bIns="0" rtlCol="0"/>
          <a:lstStyle/>
          <a:p>
            <a:endParaRPr/>
          </a:p>
        </p:txBody>
      </p:sp>
      <p:sp>
        <p:nvSpPr>
          <p:cNvPr id="6" name="object 4">
            <a:extLst>
              <a:ext uri="{FF2B5EF4-FFF2-40B4-BE49-F238E27FC236}">
                <a16:creationId xmlns:a16="http://schemas.microsoft.com/office/drawing/2014/main" xmlns="" id="{A8420A9E-9308-8545-B631-B3A569308117}"/>
              </a:ext>
            </a:extLst>
          </p:cNvPr>
          <p:cNvSpPr txBox="1"/>
          <p:nvPr/>
        </p:nvSpPr>
        <p:spPr>
          <a:xfrm>
            <a:off x="2880881" y="1141747"/>
            <a:ext cx="4462028" cy="276999"/>
          </a:xfrm>
          <a:prstGeom prst="rect">
            <a:avLst/>
          </a:prstGeom>
        </p:spPr>
        <p:txBody>
          <a:bodyPr vert="horz" wrap="square" lIns="0" tIns="0" rIns="0" bIns="0" rtlCol="0">
            <a:spAutoFit/>
          </a:bodyPr>
          <a:lstStyle/>
          <a:p>
            <a:pPr marL="12700">
              <a:lnSpc>
                <a:spcPct val="100000"/>
              </a:lnSpc>
            </a:pPr>
            <a:r>
              <a:rPr lang="en-US" sz="1800" b="1" spc="140" dirty="0">
                <a:solidFill>
                  <a:srgbClr val="00B050"/>
                </a:solidFill>
                <a:latin typeface="Arial" panose="020B0604020202020204" pitchFamily="34" charset="0"/>
                <a:cs typeface="Arial" panose="020B0604020202020204" pitchFamily="34" charset="0"/>
              </a:rPr>
              <a:t>Case Study</a:t>
            </a:r>
            <a:endParaRPr lang="en-US" sz="1800" b="1" dirty="0">
              <a:solidFill>
                <a:srgbClr val="00B050"/>
              </a:solidFill>
              <a:latin typeface="Arial" panose="020B0604020202020204" pitchFamily="34" charset="0"/>
              <a:cs typeface="Arial" panose="020B0604020202020204" pitchFamily="34" charset="0"/>
            </a:endParaRPr>
          </a:p>
        </p:txBody>
      </p:sp>
      <p:sp>
        <p:nvSpPr>
          <p:cNvPr id="7" name="object 3">
            <a:extLst>
              <a:ext uri="{FF2B5EF4-FFF2-40B4-BE49-F238E27FC236}">
                <a16:creationId xmlns:a16="http://schemas.microsoft.com/office/drawing/2014/main" xmlns="" id="{1BBDDB25-5E45-9046-9014-47B830D4E566}"/>
              </a:ext>
            </a:extLst>
          </p:cNvPr>
          <p:cNvSpPr txBox="1"/>
          <p:nvPr/>
        </p:nvSpPr>
        <p:spPr>
          <a:xfrm>
            <a:off x="644550" y="1141746"/>
            <a:ext cx="1930859" cy="276883"/>
          </a:xfrm>
          <a:prstGeom prst="rect">
            <a:avLst/>
          </a:prstGeom>
          <a:solidFill>
            <a:srgbClr val="00B050"/>
          </a:solidFill>
        </p:spPr>
        <p:txBody>
          <a:bodyPr vert="horz" wrap="square" lIns="0" tIns="0" rIns="0" bIns="0" rtlCol="0">
            <a:spAutoFit/>
          </a:bodyPr>
          <a:lstStyle/>
          <a:p>
            <a:pPr marL="281192"/>
            <a:r>
              <a:rPr sz="1799" b="1" spc="80" dirty="0">
                <a:solidFill>
                  <a:schemeClr val="bg1"/>
                </a:solidFill>
                <a:latin typeface="Arial Black"/>
                <a:cs typeface="Arial Black"/>
              </a:rPr>
              <a:t>A</a:t>
            </a:r>
            <a:r>
              <a:rPr sz="1799" b="1" spc="5" dirty="0">
                <a:solidFill>
                  <a:schemeClr val="bg1"/>
                </a:solidFill>
                <a:latin typeface="Arial Black"/>
                <a:cs typeface="Arial Black"/>
              </a:rPr>
              <a:t>ctivity:</a:t>
            </a:r>
            <a:r>
              <a:rPr sz="1799" b="1" spc="-40" dirty="0">
                <a:solidFill>
                  <a:schemeClr val="bg1"/>
                </a:solidFill>
                <a:latin typeface="Arial Black"/>
                <a:cs typeface="Arial Black"/>
              </a:rPr>
              <a:t> </a:t>
            </a:r>
            <a:r>
              <a:rPr lang="en-US" sz="1799" b="1" spc="-640" dirty="0">
                <a:solidFill>
                  <a:schemeClr val="bg1"/>
                </a:solidFill>
                <a:latin typeface="Arial Black"/>
                <a:cs typeface="Arial Black"/>
              </a:rPr>
              <a:t>3</a:t>
            </a:r>
            <a:endParaRPr sz="1799" dirty="0">
              <a:solidFill>
                <a:schemeClr val="bg1"/>
              </a:solidFill>
              <a:latin typeface="Arial Black"/>
              <a:cs typeface="Arial Black"/>
            </a:endParaRPr>
          </a:p>
        </p:txBody>
      </p:sp>
      <p:sp>
        <p:nvSpPr>
          <p:cNvPr id="8" name="object 5">
            <a:extLst>
              <a:ext uri="{FF2B5EF4-FFF2-40B4-BE49-F238E27FC236}">
                <a16:creationId xmlns:a16="http://schemas.microsoft.com/office/drawing/2014/main" xmlns="" id="{6749058A-8716-A548-8787-4421546C015E}"/>
              </a:ext>
            </a:extLst>
          </p:cNvPr>
          <p:cNvSpPr/>
          <p:nvPr/>
        </p:nvSpPr>
        <p:spPr>
          <a:xfrm>
            <a:off x="644552" y="1418629"/>
            <a:ext cx="69186" cy="83785"/>
          </a:xfrm>
          <a:custGeom>
            <a:avLst/>
            <a:gdLst/>
            <a:ahLst/>
            <a:cxnLst/>
            <a:rect l="l" t="t" r="r" b="b"/>
            <a:pathLst>
              <a:path w="69215" h="83819">
                <a:moveTo>
                  <a:pt x="68821" y="0"/>
                </a:moveTo>
                <a:lnTo>
                  <a:pt x="0" y="0"/>
                </a:lnTo>
                <a:lnTo>
                  <a:pt x="68821" y="83502"/>
                </a:lnTo>
                <a:lnTo>
                  <a:pt x="68821" y="0"/>
                </a:lnTo>
                <a:close/>
              </a:path>
            </a:pathLst>
          </a:custGeom>
          <a:solidFill>
            <a:srgbClr val="AD2532"/>
          </a:solidFill>
        </p:spPr>
        <p:txBody>
          <a:bodyPr wrap="square" lIns="0" tIns="0" rIns="0" bIns="0" rtlCol="0"/>
          <a:lstStyle/>
          <a:p>
            <a:endParaRPr sz="1959"/>
          </a:p>
        </p:txBody>
      </p:sp>
      <p:sp>
        <p:nvSpPr>
          <p:cNvPr id="9" name="Rectangle 8">
            <a:extLst>
              <a:ext uri="{FF2B5EF4-FFF2-40B4-BE49-F238E27FC236}">
                <a16:creationId xmlns:a16="http://schemas.microsoft.com/office/drawing/2014/main" xmlns="" id="{75FACB7B-06A8-704E-B72B-14C631871964}"/>
              </a:ext>
            </a:extLst>
          </p:cNvPr>
          <p:cNvSpPr/>
          <p:nvPr/>
        </p:nvSpPr>
        <p:spPr>
          <a:xfrm>
            <a:off x="2571905" y="1141746"/>
            <a:ext cx="72367" cy="276883"/>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bject 6">
            <a:extLst>
              <a:ext uri="{FF2B5EF4-FFF2-40B4-BE49-F238E27FC236}">
                <a16:creationId xmlns:a16="http://schemas.microsoft.com/office/drawing/2014/main" xmlns="" id="{19F74C99-438D-4D47-AD70-76EC56CC84DF}"/>
              </a:ext>
            </a:extLst>
          </p:cNvPr>
          <p:cNvSpPr txBox="1"/>
          <p:nvPr/>
        </p:nvSpPr>
        <p:spPr>
          <a:xfrm>
            <a:off x="940091" y="1778800"/>
            <a:ext cx="8619545" cy="3334246"/>
          </a:xfrm>
          <a:prstGeom prst="rect">
            <a:avLst/>
          </a:prstGeom>
        </p:spPr>
        <p:txBody>
          <a:bodyPr vert="horz" wrap="square" lIns="0" tIns="0" rIns="0" bIns="0" rtlCol="0">
            <a:spAutoFit/>
          </a:bodyPr>
          <a:lstStyle/>
          <a:p>
            <a:pPr marL="241300" marR="144780" indent="-228600">
              <a:lnSpc>
                <a:spcPts val="3060"/>
              </a:lnSpc>
              <a:buClr>
                <a:srgbClr val="231F20"/>
              </a:buClr>
              <a:buFont typeface="Franklin Gothic Book"/>
              <a:buAutoNum type="arabicPeriod"/>
              <a:tabLst>
                <a:tab pos="241300" algn="l"/>
              </a:tabLst>
            </a:pPr>
            <a:r>
              <a:rPr lang="en-US" sz="1800" spc="-15" dirty="0" smtClean="0">
                <a:solidFill>
                  <a:srgbClr val="FF0000"/>
                </a:solidFill>
                <a:latin typeface="Arial" panose="020B0604020202020204" pitchFamily="34" charset="0"/>
                <a:cs typeface="Arial" panose="020B0604020202020204" pitchFamily="34" charset="0"/>
              </a:rPr>
              <a:t>Awa</a:t>
            </a:r>
            <a:r>
              <a:rPr lang="en-US" sz="1800" dirty="0" smtClean="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i</a:t>
            </a:r>
            <a:r>
              <a:rPr lang="en-US" sz="1800" dirty="0">
                <a:solidFill>
                  <a:srgbClr val="231F20"/>
                </a:solidFill>
                <a:latin typeface="Arial" panose="020B0604020202020204" pitchFamily="34" charset="0"/>
                <a:cs typeface="Arial" panose="020B0604020202020204" pitchFamily="34" charset="0"/>
              </a:rPr>
              <a:t>s </a:t>
            </a:r>
            <a:r>
              <a:rPr lang="en-US" sz="1800" spc="-1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3</a:t>
            </a:r>
            <a:r>
              <a:rPr lang="en-US" sz="1800" dirty="0">
                <a:solidFill>
                  <a:srgbClr val="231F20"/>
                </a:solidFill>
                <a:latin typeface="Arial" panose="020B0604020202020204" pitchFamily="34" charset="0"/>
                <a:cs typeface="Arial" panose="020B0604020202020204" pitchFamily="34" charset="0"/>
              </a:rPr>
              <a:t>0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ear</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old</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oman</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whos</a:t>
            </a:r>
            <a:r>
              <a:rPr lang="en-US" sz="1800" spc="-10" dirty="0">
                <a:solidFill>
                  <a:srgbClr val="231F20"/>
                </a:solidFill>
                <a:latin typeface="Arial" panose="020B0604020202020204" pitchFamily="34" charset="0"/>
                <a:cs typeface="Arial" panose="020B0604020202020204" pitchFamily="34" charset="0"/>
              </a:rPr>
              <a:t>e</a:t>
            </a:r>
            <a:r>
              <a:rPr lang="en-US" sz="1800"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ather</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died</a:t>
            </a:r>
            <a:r>
              <a:rPr lang="en-US" sz="1800" spc="-5" dirty="0">
                <a:solidFill>
                  <a:srgbClr val="231F20"/>
                </a:solidFill>
                <a:latin typeface="Arial" panose="020B0604020202020204" pitchFamily="34" charset="0"/>
                <a:cs typeface="Arial" panose="020B0604020202020204" pitchFamily="34" charset="0"/>
              </a:rPr>
              <a:t> of </a:t>
            </a:r>
            <a:r>
              <a:rPr lang="en-US" sz="1800" spc="-1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hea</a:t>
            </a:r>
            <a:r>
              <a:rPr lang="en-US" sz="1800" spc="25" dirty="0">
                <a:solidFill>
                  <a:srgbClr val="231F20"/>
                </a:solidFill>
                <a:latin typeface="Arial" panose="020B0604020202020204" pitchFamily="34" charset="0"/>
                <a:cs typeface="Arial" panose="020B0604020202020204" pitchFamily="34" charset="0"/>
              </a:rPr>
              <a:t>r</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attack</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whe</a:t>
            </a:r>
            <a:r>
              <a:rPr lang="en-US" sz="1800" spc="-10" dirty="0">
                <a:solidFill>
                  <a:srgbClr val="231F20"/>
                </a:solidFill>
                <a:latin typeface="Arial" panose="020B0604020202020204" pitchFamily="34" charset="0"/>
                <a:cs typeface="Arial" panose="020B0604020202020204" pitchFamily="34" charset="0"/>
              </a:rPr>
              <a:t>n</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he</a:t>
            </a:r>
            <a:r>
              <a:rPr lang="en-US" sz="1800"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as</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5</a:t>
            </a:r>
            <a:r>
              <a:rPr lang="en-US" sz="1800" dirty="0">
                <a:solidFill>
                  <a:srgbClr val="231F20"/>
                </a:solidFill>
                <a:latin typeface="Arial" panose="020B0604020202020204" pitchFamily="34" charset="0"/>
                <a:cs typeface="Arial" panose="020B0604020202020204" pitchFamily="34" charset="0"/>
              </a:rPr>
              <a:t>8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ea</a:t>
            </a:r>
            <a:r>
              <a:rPr lang="en-US" sz="1800" dirty="0">
                <a:solidFill>
                  <a:srgbClr val="231F20"/>
                </a:solidFill>
                <a:latin typeface="Arial" panose="020B0604020202020204" pitchFamily="34" charset="0"/>
                <a:cs typeface="Arial" panose="020B0604020202020204" pitchFamily="34" charset="0"/>
              </a:rPr>
              <a:t>r</a:t>
            </a:r>
            <a:r>
              <a:rPr lang="en-US" sz="1800" spc="-10" dirty="0">
                <a:solidFill>
                  <a:srgbClr val="231F20"/>
                </a:solidFill>
                <a:latin typeface="Arial" panose="020B0604020202020204" pitchFamily="34" charset="0"/>
                <a:cs typeface="Arial" panose="020B0604020202020204" pitchFamily="34" charset="0"/>
              </a:rPr>
              <a:t>s</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old. </a:t>
            </a:r>
            <a:r>
              <a:rPr lang="en-US" sz="1800" spc="-10" dirty="0">
                <a:solidFill>
                  <a:srgbClr val="231F20"/>
                </a:solidFill>
                <a:latin typeface="Arial" panose="020B0604020202020204" pitchFamily="34" charset="0"/>
                <a:cs typeface="Arial" panose="020B0604020202020204" pitchFamily="34" charset="0"/>
              </a:rPr>
              <a:t>He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smo</a:t>
            </a:r>
            <a:r>
              <a:rPr lang="en-US" sz="1800" spc="-40" dirty="0">
                <a:solidFill>
                  <a:srgbClr val="231F20"/>
                </a:solidFill>
                <a:latin typeface="Arial" panose="020B0604020202020204" pitchFamily="34" charset="0"/>
                <a:cs typeface="Arial" panose="020B0604020202020204" pitchFamily="34" charset="0"/>
              </a:rPr>
              <a:t>k</a:t>
            </a:r>
            <a:r>
              <a:rPr lang="en-US" sz="1800" spc="-10" dirty="0">
                <a:solidFill>
                  <a:srgbClr val="231F20"/>
                </a:solidFill>
                <a:latin typeface="Arial" panose="020B0604020202020204" pitchFamily="34" charset="0"/>
                <a:cs typeface="Arial" panose="020B0604020202020204" pitchFamily="34" charset="0"/>
              </a:rPr>
              <a:t>ed</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6</a:t>
            </a:r>
            <a:r>
              <a:rPr lang="en-US" sz="1800" dirty="0">
                <a:solidFill>
                  <a:srgbClr val="231F20"/>
                </a:solidFill>
                <a:latin typeface="Arial" panose="020B0604020202020204" pitchFamily="34" charset="0"/>
                <a:cs typeface="Arial" panose="020B0604020202020204" pitchFamily="34" charset="0"/>
              </a:rPr>
              <a:t>0 </a:t>
            </a:r>
            <a:r>
              <a:rPr lang="en-US" sz="1800" spc="-5" dirty="0">
                <a:solidFill>
                  <a:srgbClr val="231F20"/>
                </a:solidFill>
                <a:latin typeface="Arial" panose="020B0604020202020204" pitchFamily="34" charset="0"/>
                <a:cs typeface="Arial" panose="020B0604020202020204" pitchFamily="34" charset="0"/>
              </a:rPr>
              <a:t>cigar</a:t>
            </a:r>
            <a:r>
              <a:rPr lang="en-US" sz="1800" spc="-2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t</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es</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d</a:t>
            </a:r>
            <a:r>
              <a:rPr lang="en-US" sz="1800" spc="-4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y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w</a:t>
            </a:r>
            <a:r>
              <a:rPr lang="en-US" sz="1800" spc="-10" dirty="0">
                <a:solidFill>
                  <a:srgbClr val="231F20"/>
                </a:solidFill>
                <a:latin typeface="Arial" panose="020B0604020202020204" pitchFamily="34" charset="0"/>
                <a:cs typeface="Arial" panose="020B0604020202020204" pitchFamily="34" charset="0"/>
              </a:rPr>
              <a:t>as</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obese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l</a:t>
            </a:r>
            <a:r>
              <a:rPr lang="en-US" sz="1800" spc="-35" dirty="0">
                <a:solidFill>
                  <a:srgbClr val="231F20"/>
                </a:solidFill>
                <a:latin typeface="Arial" panose="020B0604020202020204" pitchFamily="34" charset="0"/>
                <a:cs typeface="Arial" panose="020B0604020202020204" pitchFamily="34" charset="0"/>
              </a:rPr>
              <a:t>o</a:t>
            </a:r>
            <a:r>
              <a:rPr lang="en-US" sz="1800" spc="-20" dirty="0">
                <a:solidFill>
                  <a:srgbClr val="231F20"/>
                </a:solidFill>
                <a:latin typeface="Arial" panose="020B0604020202020204" pitchFamily="34" charset="0"/>
                <a:cs typeface="Arial" panose="020B0604020202020204" pitchFamily="34" charset="0"/>
              </a:rPr>
              <a:t>v</a:t>
            </a:r>
            <a:r>
              <a:rPr lang="en-US" sz="1800" spc="-10" dirty="0">
                <a:solidFill>
                  <a:srgbClr val="231F20"/>
                </a:solidFill>
                <a:latin typeface="Arial" panose="020B0604020202020204" pitchFamily="34" charset="0"/>
                <a:cs typeface="Arial" panose="020B0604020202020204" pitchFamily="34" charset="0"/>
              </a:rPr>
              <a:t>ed</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adding</a:t>
            </a:r>
            <a:r>
              <a:rPr lang="en-US" sz="1800" spc="-5" dirty="0">
                <a:solidFill>
                  <a:srgbClr val="231F20"/>
                </a:solidFill>
                <a:latin typeface="Arial" panose="020B0604020202020204" pitchFamily="34" charset="0"/>
                <a:cs typeface="Arial" panose="020B0604020202020204" pitchFamily="34" charset="0"/>
              </a:rPr>
              <a:t> salt</a:t>
            </a:r>
            <a:r>
              <a:rPr lang="en-US" sz="1800"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spc="-35"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ood</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whe</a:t>
            </a:r>
            <a:r>
              <a:rPr lang="en-US" sz="1800" spc="-10" dirty="0">
                <a:solidFill>
                  <a:srgbClr val="231F20"/>
                </a:solidFill>
                <a:latin typeface="Arial" panose="020B0604020202020204" pitchFamily="34" charset="0"/>
                <a:cs typeface="Arial" panose="020B0604020202020204" pitchFamily="34" charset="0"/>
              </a:rPr>
              <a:t>n</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he</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a:t>
            </a:r>
            <a:r>
              <a:rPr lang="en-US" sz="1800" spc="-30" dirty="0">
                <a:solidFill>
                  <a:srgbClr val="231F20"/>
                </a:solidFill>
                <a:latin typeface="Arial" panose="020B0604020202020204" pitchFamily="34" charset="0"/>
                <a:cs typeface="Arial" panose="020B0604020202020204" pitchFamily="34" charset="0"/>
              </a:rPr>
              <a:t>t</a:t>
            </a:r>
            <a:r>
              <a:rPr lang="en-US" sz="1800" spc="-5" dirty="0">
                <a:solidFill>
                  <a:srgbClr val="231F20"/>
                </a:solidFill>
                <a:latin typeface="Arial" panose="020B0604020202020204" pitchFamily="34" charset="0"/>
                <a:cs typeface="Arial" panose="020B0604020202020204" pitchFamily="34" charset="0"/>
              </a:rPr>
              <a:t>e. </a:t>
            </a:r>
            <a:r>
              <a:rPr lang="en-US" sz="1800" spc="-10" dirty="0">
                <a:solidFill>
                  <a:srgbClr val="231F20"/>
                </a:solidFill>
                <a:latin typeface="Arial" panose="020B0604020202020204" pitchFamily="34" charset="0"/>
                <a:cs typeface="Arial" panose="020B0604020202020204" pitchFamily="34" charset="0"/>
              </a:rPr>
              <a:t>His</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ather</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had</a:t>
            </a:r>
            <a:r>
              <a:rPr lang="en-US" sz="1800" dirty="0">
                <a:solidFill>
                  <a:srgbClr val="231F20"/>
                </a:solidFill>
                <a:latin typeface="Arial" panose="020B0604020202020204" pitchFamily="34" charset="0"/>
                <a:cs typeface="Arial" panose="020B0604020202020204" pitchFamily="34" charset="0"/>
              </a:rPr>
              <a:t> high</a:t>
            </a:r>
            <a:r>
              <a:rPr lang="en-US" sz="1800" spc="-5"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bloo</a:t>
            </a:r>
            <a:r>
              <a:rPr lang="en-US" sz="1800" spc="-10" dirty="0">
                <a:solidFill>
                  <a:srgbClr val="231F20"/>
                </a:solidFill>
                <a:latin typeface="Arial" panose="020B0604020202020204" pitchFamily="34" charset="0"/>
                <a:cs typeface="Arial" panose="020B0604020202020204" pitchFamily="34" charset="0"/>
              </a:rPr>
              <a:t>d</a:t>
            </a:r>
            <a:r>
              <a:rPr lang="en-US" sz="1800" dirty="0">
                <a:solidFill>
                  <a:srgbClr val="231F20"/>
                </a:solidFill>
                <a:latin typeface="Arial" panose="020B0604020202020204" pitchFamily="34" charset="0"/>
                <a:cs typeface="Arial" panose="020B0604020202020204" pitchFamily="34" charset="0"/>
              </a:rPr>
              <a:t> </a:t>
            </a:r>
            <a:r>
              <a:rPr lang="en-US" sz="1800" spc="-15" dirty="0">
                <a:solidFill>
                  <a:srgbClr val="231F20"/>
                </a:solidFill>
                <a:latin typeface="Arial" panose="020B0604020202020204" pitchFamily="34" charset="0"/>
                <a:cs typeface="Arial" panose="020B0604020202020204" pitchFamily="34" charset="0"/>
              </a:rPr>
              <a:t>pressur</a:t>
            </a:r>
            <a:r>
              <a:rPr lang="en-US" sz="1800" spc="-10" dirty="0">
                <a:solidFill>
                  <a:srgbClr val="231F20"/>
                </a:solidFill>
                <a:latin typeface="Arial" panose="020B0604020202020204" pitchFamily="34" charset="0"/>
                <a:cs typeface="Arial" panose="020B0604020202020204" pitchFamily="34" charset="0"/>
              </a:rPr>
              <a:t>e</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and</a:t>
            </a:r>
            <a:r>
              <a:rPr lang="en-US" sz="1800" spc="-5" dirty="0">
                <a:solidFill>
                  <a:srgbClr val="231F20"/>
                </a:solidFill>
                <a:latin typeface="Arial" panose="020B0604020202020204" pitchFamily="34" charset="0"/>
                <a:cs typeface="Arial" panose="020B0604020202020204" pitchFamily="34" charset="0"/>
              </a:rPr>
              <a:t> </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ook</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medication</a:t>
            </a:r>
            <a:r>
              <a:rPr lang="en-US" sz="1800" dirty="0">
                <a:solidFill>
                  <a:srgbClr val="231F20"/>
                </a:solidFill>
                <a:latin typeface="Arial" panose="020B0604020202020204" pitchFamily="34" charset="0"/>
                <a:cs typeface="Arial" panose="020B0604020202020204" pitchFamily="34" charset="0"/>
              </a:rPr>
              <a:t> </a:t>
            </a:r>
            <a:r>
              <a:rPr lang="en-US" sz="1800" spc="-40" dirty="0">
                <a:solidFill>
                  <a:srgbClr val="231F20"/>
                </a:solidFill>
                <a:latin typeface="Arial" panose="020B0604020202020204" pitchFamily="34" charset="0"/>
                <a:cs typeface="Arial" panose="020B0604020202020204" pitchFamily="34" charset="0"/>
              </a:rPr>
              <a:t>f</a:t>
            </a:r>
            <a:r>
              <a:rPr lang="en-US" sz="1800" spc="-10" dirty="0">
                <a:solidFill>
                  <a:srgbClr val="231F20"/>
                </a:solidFill>
                <a:latin typeface="Arial" panose="020B0604020202020204" pitchFamily="34" charset="0"/>
                <a:cs typeface="Arial" panose="020B0604020202020204" pitchFamily="34" charset="0"/>
              </a:rPr>
              <a:t>or</a:t>
            </a:r>
            <a:r>
              <a:rPr lang="en-US" sz="1800"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ea</a:t>
            </a:r>
            <a:r>
              <a:rPr lang="en-US" sz="1800" dirty="0">
                <a:solidFill>
                  <a:srgbClr val="231F20"/>
                </a:solidFill>
                <a:latin typeface="Arial" panose="020B0604020202020204" pitchFamily="34" charset="0"/>
                <a:cs typeface="Arial" panose="020B0604020202020204" pitchFamily="34" charset="0"/>
              </a:rPr>
              <a:t>r</a:t>
            </a:r>
            <a:r>
              <a:rPr lang="en-US" sz="1800" spc="-5" dirty="0">
                <a:solidFill>
                  <a:srgbClr val="231F20"/>
                </a:solidFill>
                <a:latin typeface="Arial" panose="020B0604020202020204" pitchFamily="34" charset="0"/>
                <a:cs typeface="Arial" panose="020B0604020202020204" pitchFamily="34" charset="0"/>
              </a:rPr>
              <a:t>s. </a:t>
            </a:r>
            <a:r>
              <a:rPr lang="en-US" sz="1800" spc="-15" dirty="0">
                <a:solidFill>
                  <a:srgbClr val="231F20"/>
                </a:solidFill>
                <a:latin typeface="Arial" panose="020B0604020202020204" pitchFamily="34" charset="0"/>
                <a:cs typeface="Arial" panose="020B0604020202020204" pitchFamily="34" charset="0"/>
              </a:rPr>
              <a:t>Wha</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wil</a:t>
            </a:r>
            <a:r>
              <a:rPr lang="en-US" sz="1800" dirty="0">
                <a:solidFill>
                  <a:srgbClr val="231F20"/>
                </a:solidFill>
                <a:latin typeface="Arial" panose="020B0604020202020204" pitchFamily="34" charset="0"/>
                <a:cs typeface="Arial" panose="020B0604020202020204" pitchFamily="34" charset="0"/>
              </a:rPr>
              <a:t>l</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ou</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a:t>
            </a:r>
            <a:r>
              <a:rPr lang="en-US" sz="1800" spc="-4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y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5" dirty="0" smtClean="0">
                <a:solidFill>
                  <a:srgbClr val="FF0000"/>
                </a:solidFill>
                <a:latin typeface="Arial" panose="020B0604020202020204" pitchFamily="34" charset="0"/>
                <a:cs typeface="Arial" panose="020B0604020202020204" pitchFamily="34" charset="0"/>
              </a:rPr>
              <a:t>Awa</a:t>
            </a:r>
            <a:r>
              <a:rPr lang="en-US" sz="1800" spc="-5" dirty="0" smtClean="0">
                <a:solidFill>
                  <a:srgbClr val="231F20"/>
                </a:solidFill>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241300" marR="5080" indent="-228600">
              <a:lnSpc>
                <a:spcPts val="3060"/>
              </a:lnSpc>
              <a:spcBef>
                <a:spcPts val="565"/>
              </a:spcBef>
              <a:buClr>
                <a:srgbClr val="231F20"/>
              </a:buClr>
              <a:buFont typeface="Franklin Gothic Book"/>
              <a:buAutoNum type="arabicPeriod"/>
              <a:tabLst>
                <a:tab pos="241300" algn="l"/>
              </a:tabLst>
            </a:pPr>
            <a:r>
              <a:rPr lang="en-US" sz="1800" spc="-80" dirty="0" err="1" smtClean="0">
                <a:solidFill>
                  <a:srgbClr val="FF0000"/>
                </a:solidFill>
                <a:latin typeface="Arial" panose="020B0604020202020204" pitchFamily="34" charset="0"/>
                <a:cs typeface="Arial" panose="020B0604020202020204" pitchFamily="34" charset="0"/>
              </a:rPr>
              <a:t>Junkung</a:t>
            </a:r>
            <a:r>
              <a:rPr lang="en-US" sz="1800" dirty="0" smtClean="0">
                <a:solidFill>
                  <a:srgbClr val="231F20"/>
                </a:solidFill>
                <a:latin typeface="Arial" panose="020B0604020202020204" pitchFamily="34" charset="0"/>
                <a:cs typeface="Arial" panose="020B0604020202020204" pitchFamily="34" charset="0"/>
              </a:rPr>
              <a:t> </a:t>
            </a:r>
            <a:r>
              <a:rPr lang="en-US" sz="1800" dirty="0">
                <a:solidFill>
                  <a:srgbClr val="231F20"/>
                </a:solidFill>
                <a:latin typeface="Arial" panose="020B0604020202020204" pitchFamily="34" charset="0"/>
                <a:cs typeface="Arial" panose="020B0604020202020204" pitchFamily="34" charset="0"/>
              </a:rPr>
              <a:t>is a </a:t>
            </a:r>
            <a:r>
              <a:rPr lang="en-US" sz="1800" spc="-20" dirty="0">
                <a:solidFill>
                  <a:srgbClr val="231F20"/>
                </a:solidFill>
                <a:latin typeface="Arial" panose="020B0604020202020204" pitchFamily="34" charset="0"/>
                <a:cs typeface="Arial" panose="020B0604020202020204" pitchFamily="34" charset="0"/>
              </a:rPr>
              <a:t>fit</a:t>
            </a:r>
            <a:r>
              <a:rPr lang="en-US" sz="1800"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y</a:t>
            </a:r>
            <a:r>
              <a:rPr lang="en-US" sz="1800" dirty="0">
                <a:solidFill>
                  <a:srgbClr val="231F20"/>
                </a:solidFill>
                <a:latin typeface="Arial" panose="020B0604020202020204" pitchFamily="34" charset="0"/>
                <a:cs typeface="Arial" panose="020B0604020202020204" pitchFamily="34" charset="0"/>
              </a:rPr>
              <a:t>oung man of 35 </a:t>
            </a:r>
            <a:r>
              <a:rPr lang="en-US" sz="1800" spc="-20" dirty="0">
                <a:solidFill>
                  <a:srgbClr val="231F20"/>
                </a:solidFill>
                <a:latin typeface="Arial" panose="020B0604020202020204" pitchFamily="34" charset="0"/>
                <a:cs typeface="Arial" panose="020B0604020202020204" pitchFamily="34" charset="0"/>
              </a:rPr>
              <a:t>y</a:t>
            </a:r>
            <a:r>
              <a:rPr lang="en-US" sz="1800" dirty="0">
                <a:solidFill>
                  <a:srgbClr val="231F20"/>
                </a:solidFill>
                <a:latin typeface="Arial" panose="020B0604020202020204" pitchFamily="34" charset="0"/>
                <a:cs typeface="Arial" panose="020B0604020202020204" pitchFamily="34" charset="0"/>
              </a:rPr>
              <a:t>ea</a:t>
            </a:r>
            <a:r>
              <a:rPr lang="en-US" sz="1800" spc="5" dirty="0">
                <a:solidFill>
                  <a:srgbClr val="231F20"/>
                </a:solidFill>
                <a:latin typeface="Arial" panose="020B0604020202020204" pitchFamily="34" charset="0"/>
                <a:cs typeface="Arial" panose="020B0604020202020204" pitchFamily="34" charset="0"/>
              </a:rPr>
              <a:t>r</a:t>
            </a:r>
            <a:r>
              <a:rPr lang="en-US" sz="1800" dirty="0">
                <a:solidFill>
                  <a:srgbClr val="231F20"/>
                </a:solidFill>
                <a:latin typeface="Arial" panose="020B0604020202020204" pitchFamily="34" charset="0"/>
                <a:cs typeface="Arial" panose="020B0604020202020204" pitchFamily="34" charset="0"/>
              </a:rPr>
              <a:t>s. He </a:t>
            </a:r>
            <a:r>
              <a:rPr lang="en-US" sz="1800" spc="-25" dirty="0">
                <a:solidFill>
                  <a:srgbClr val="231F20"/>
                </a:solidFill>
                <a:latin typeface="Arial" panose="020B0604020202020204" pitchFamily="34" charset="0"/>
                <a:cs typeface="Arial" panose="020B0604020202020204" pitchFamily="34" charset="0"/>
              </a:rPr>
              <a:t>ex</a:t>
            </a:r>
            <a:r>
              <a:rPr lang="en-US" sz="1800" dirty="0">
                <a:solidFill>
                  <a:srgbClr val="231F20"/>
                </a:solidFill>
                <a:latin typeface="Arial" panose="020B0604020202020204" pitchFamily="34" charset="0"/>
                <a:cs typeface="Arial" panose="020B0604020202020204" pitchFamily="34" charset="0"/>
              </a:rPr>
              <a:t>e</a:t>
            </a:r>
            <a:r>
              <a:rPr lang="en-US" sz="1800" spc="-20" dirty="0">
                <a:solidFill>
                  <a:srgbClr val="231F20"/>
                </a:solidFill>
                <a:latin typeface="Arial" panose="020B0604020202020204" pitchFamily="34" charset="0"/>
                <a:cs typeface="Arial" panose="020B0604020202020204" pitchFamily="34" charset="0"/>
              </a:rPr>
              <a:t>r</a:t>
            </a:r>
            <a:r>
              <a:rPr lang="en-US" sz="1800" dirty="0">
                <a:solidFill>
                  <a:srgbClr val="231F20"/>
                </a:solidFill>
                <a:latin typeface="Arial" panose="020B0604020202020204" pitchFamily="34" charset="0"/>
                <a:cs typeface="Arial" panose="020B0604020202020204" pitchFamily="34" charset="0"/>
              </a:rPr>
              <a:t>cises at least 3 times a </a:t>
            </a:r>
            <a:r>
              <a:rPr lang="en-US" sz="1800" spc="-20" dirty="0">
                <a:solidFill>
                  <a:srgbClr val="231F20"/>
                </a:solidFill>
                <a:latin typeface="Arial" panose="020B0604020202020204" pitchFamily="34" charset="0"/>
                <a:cs typeface="Arial" panose="020B0604020202020204" pitchFamily="34" charset="0"/>
              </a:rPr>
              <a:t>w</a:t>
            </a:r>
            <a:r>
              <a:rPr lang="en-US" sz="1800" dirty="0">
                <a:solidFill>
                  <a:srgbClr val="231F20"/>
                </a:solidFill>
                <a:latin typeface="Arial" panose="020B0604020202020204" pitchFamily="34" charset="0"/>
                <a:cs typeface="Arial" panose="020B0604020202020204" pitchFamily="34" charset="0"/>
              </a:rPr>
              <a:t>eek and does n</a:t>
            </a:r>
            <a:r>
              <a:rPr lang="en-US" sz="1800" spc="-15"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t smo</a:t>
            </a:r>
            <a:r>
              <a:rPr lang="en-US" sz="1800" spc="-30" dirty="0">
                <a:solidFill>
                  <a:srgbClr val="231F20"/>
                </a:solidFill>
                <a:latin typeface="Arial" panose="020B0604020202020204" pitchFamily="34" charset="0"/>
                <a:cs typeface="Arial" panose="020B0604020202020204" pitchFamily="34" charset="0"/>
              </a:rPr>
              <a:t>k</a:t>
            </a:r>
            <a:r>
              <a:rPr lang="en-US" sz="1800" dirty="0">
                <a:solidFill>
                  <a:srgbClr val="231F20"/>
                </a:solidFill>
                <a:latin typeface="Arial" panose="020B0604020202020204" pitchFamily="34" charset="0"/>
                <a:cs typeface="Arial" panose="020B0604020202020204" pitchFamily="34" charset="0"/>
              </a:rPr>
              <a:t>e. He drinks only on the </a:t>
            </a:r>
            <a:r>
              <a:rPr lang="en-US" sz="1800" spc="-25" dirty="0">
                <a:solidFill>
                  <a:srgbClr val="231F20"/>
                </a:solidFill>
                <a:latin typeface="Arial" panose="020B0604020202020204" pitchFamily="34" charset="0"/>
                <a:cs typeface="Arial" panose="020B0604020202020204" pitchFamily="34" charset="0"/>
              </a:rPr>
              <a:t>w</a:t>
            </a:r>
            <a:r>
              <a:rPr lang="en-US" sz="1800" dirty="0">
                <a:solidFill>
                  <a:srgbClr val="231F20"/>
                </a:solidFill>
                <a:latin typeface="Arial" panose="020B0604020202020204" pitchFamily="34" charset="0"/>
                <a:cs typeface="Arial" panose="020B0604020202020204" pitchFamily="34" charset="0"/>
              </a:rPr>
              <a:t>ee</a:t>
            </a:r>
            <a:r>
              <a:rPr lang="en-US" sz="1800" spc="-30" dirty="0">
                <a:solidFill>
                  <a:srgbClr val="231F20"/>
                </a:solidFill>
                <a:latin typeface="Arial" panose="020B0604020202020204" pitchFamily="34" charset="0"/>
                <a:cs typeface="Arial" panose="020B0604020202020204" pitchFamily="34" charset="0"/>
              </a:rPr>
              <a:t>k</a:t>
            </a:r>
            <a:r>
              <a:rPr lang="en-US" sz="1800" dirty="0">
                <a:solidFill>
                  <a:srgbClr val="231F20"/>
                </a:solidFill>
                <a:latin typeface="Arial" panose="020B0604020202020204" pitchFamily="34" charset="0"/>
                <a:cs typeface="Arial" panose="020B0604020202020204" pitchFamily="34" charset="0"/>
              </a:rPr>
              <a:t>ends. His </a:t>
            </a:r>
            <a:r>
              <a:rPr lang="en-US" sz="1800" spc="-10" dirty="0">
                <a:solidFill>
                  <a:srgbClr val="231F20"/>
                </a:solidFill>
                <a:latin typeface="Arial" panose="020B0604020202020204" pitchFamily="34" charset="0"/>
                <a:cs typeface="Arial" panose="020B0604020202020204" pitchFamily="34" charset="0"/>
              </a:rPr>
              <a:t>m</a:t>
            </a:r>
            <a:r>
              <a:rPr lang="en-US" sz="1800" spc="-20" dirty="0">
                <a:solidFill>
                  <a:srgbClr val="231F20"/>
                </a:solidFill>
                <a:latin typeface="Arial" panose="020B0604020202020204" pitchFamily="34" charset="0"/>
                <a:cs typeface="Arial" panose="020B0604020202020204" pitchFamily="34" charset="0"/>
              </a:rPr>
              <a:t>o</a:t>
            </a:r>
            <a:r>
              <a:rPr lang="en-US" sz="1800" spc="-5" dirty="0">
                <a:solidFill>
                  <a:srgbClr val="231F20"/>
                </a:solidFill>
                <a:latin typeface="Arial" panose="020B0604020202020204" pitchFamily="34" charset="0"/>
                <a:cs typeface="Arial" panose="020B0604020202020204" pitchFamily="34" charset="0"/>
              </a:rPr>
              <a:t>ther </a:t>
            </a:r>
            <a:r>
              <a:rPr lang="en-US" sz="1800" spc="-10" dirty="0">
                <a:solidFill>
                  <a:srgbClr val="231F20"/>
                </a:solidFill>
                <a:latin typeface="Arial" panose="020B0604020202020204" pitchFamily="34" charset="0"/>
                <a:cs typeface="Arial" panose="020B0604020202020204" pitchFamily="34" charset="0"/>
              </a:rPr>
              <a:t>has</a:t>
            </a:r>
            <a:r>
              <a:rPr lang="en-US" sz="1800" dirty="0">
                <a:solidFill>
                  <a:srgbClr val="231F20"/>
                </a:solidFill>
                <a:latin typeface="Arial" panose="020B0604020202020204" pitchFamily="34" charset="0"/>
                <a:cs typeface="Arial" panose="020B0604020202020204" pitchFamily="34" charset="0"/>
              </a:rPr>
              <a:t> </a:t>
            </a:r>
            <a:r>
              <a:rPr lang="en-US" sz="1800" spc="-25" dirty="0">
                <a:solidFill>
                  <a:srgbClr val="231F20"/>
                </a:solidFill>
                <a:latin typeface="Arial" panose="020B0604020202020204" pitchFamily="34" charset="0"/>
                <a:cs typeface="Arial" panose="020B0604020202020204" pitchFamily="34" charset="0"/>
              </a:rPr>
              <a:t>h</a:t>
            </a:r>
            <a:r>
              <a:rPr lang="en-US" sz="1800" spc="-10" dirty="0">
                <a:solidFill>
                  <a:srgbClr val="231F20"/>
                </a:solidFill>
                <a:latin typeface="Arial" panose="020B0604020202020204" pitchFamily="34" charset="0"/>
                <a:cs typeface="Arial" panose="020B0604020202020204" pitchFamily="34" charset="0"/>
              </a:rPr>
              <a:t>ype</a:t>
            </a:r>
            <a:r>
              <a:rPr lang="en-US" sz="1800" spc="30" dirty="0">
                <a:solidFill>
                  <a:srgbClr val="231F20"/>
                </a:solidFill>
                <a:latin typeface="Arial" panose="020B0604020202020204" pitchFamily="34" charset="0"/>
                <a:cs typeface="Arial" panose="020B0604020202020204" pitchFamily="34" charset="0"/>
              </a:rPr>
              <a:t>r</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ension and</a:t>
            </a:r>
            <a:r>
              <a:rPr lang="en-US" sz="1800" spc="-5" dirty="0">
                <a:solidFill>
                  <a:srgbClr val="231F20"/>
                </a:solidFill>
                <a:latin typeface="Arial" panose="020B0604020202020204" pitchFamily="34" charset="0"/>
                <a:cs typeface="Arial" panose="020B0604020202020204" pitchFamily="34" charset="0"/>
              </a:rPr>
              <a:t> at</a:t>
            </a:r>
            <a:r>
              <a:rPr lang="en-US" sz="1800" spc="-30"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ends</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the</a:t>
            </a:r>
            <a:r>
              <a:rPr lang="en-US" sz="1800" spc="-5" dirty="0">
                <a:solidFill>
                  <a:srgbClr val="231F20"/>
                </a:solidFill>
                <a:latin typeface="Arial" panose="020B0604020202020204" pitchFamily="34" charset="0"/>
                <a:cs typeface="Arial" panose="020B0604020202020204" pitchFamily="34" charset="0"/>
              </a:rPr>
              <a:t> </a:t>
            </a:r>
            <a:r>
              <a:rPr lang="en-US" sz="1800" dirty="0">
                <a:solidFill>
                  <a:srgbClr val="231F20"/>
                </a:solidFill>
                <a:latin typeface="Arial" panose="020B0604020202020204" pitchFamily="34" charset="0"/>
                <a:cs typeface="Arial" panose="020B0604020202020204" pitchFamily="34" charset="0"/>
              </a:rPr>
              <a:t>clinic</a:t>
            </a:r>
            <a:r>
              <a:rPr lang="en-US" sz="1800" spc="-5"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monthl</a:t>
            </a:r>
            <a:r>
              <a:rPr lang="en-US" sz="1800" spc="-60" dirty="0">
                <a:solidFill>
                  <a:srgbClr val="231F20"/>
                </a:solidFill>
                <a:latin typeface="Arial" panose="020B0604020202020204" pitchFamily="34" charset="0"/>
                <a:cs typeface="Arial" panose="020B0604020202020204" pitchFamily="34" charset="0"/>
              </a:rPr>
              <a:t>y</a:t>
            </a:r>
            <a:r>
              <a:rPr lang="en-US" sz="1800" dirty="0">
                <a:solidFill>
                  <a:srgbClr val="231F20"/>
                </a:solidFill>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241300" indent="-228600">
              <a:lnSpc>
                <a:spcPts val="3060"/>
              </a:lnSpc>
              <a:spcBef>
                <a:spcPts val="565"/>
              </a:spcBef>
              <a:buClr>
                <a:srgbClr val="231F20"/>
              </a:buClr>
              <a:tabLst>
                <a:tab pos="241300" algn="l"/>
              </a:tabLst>
            </a:pPr>
            <a:r>
              <a:rPr lang="en-US" sz="1800" spc="-15" dirty="0">
                <a:solidFill>
                  <a:srgbClr val="231F20"/>
                </a:solidFill>
                <a:latin typeface="Arial" panose="020B0604020202020204" pitchFamily="34" charset="0"/>
                <a:cs typeface="Arial" panose="020B0604020202020204" pitchFamily="34" charset="0"/>
              </a:rPr>
              <a:t>Wha</a:t>
            </a:r>
            <a:r>
              <a:rPr lang="en-US" sz="1800" spc="-5" dirty="0">
                <a:solidFill>
                  <a:srgbClr val="231F20"/>
                </a:solidFill>
                <a:latin typeface="Arial" panose="020B0604020202020204" pitchFamily="34" charset="0"/>
                <a:cs typeface="Arial" panose="020B0604020202020204" pitchFamily="34" charset="0"/>
              </a:rPr>
              <a:t>t</a:t>
            </a:r>
            <a:r>
              <a:rPr lang="en-US" sz="1800" dirty="0">
                <a:solidFill>
                  <a:srgbClr val="231F20"/>
                </a:solidFill>
                <a:latin typeface="Arial" panose="020B0604020202020204" pitchFamily="34" charset="0"/>
                <a:cs typeface="Arial" panose="020B0604020202020204" pitchFamily="34" charset="0"/>
              </a:rPr>
              <a:t> </a:t>
            </a:r>
            <a:r>
              <a:rPr lang="en-US" sz="1800" spc="-5" dirty="0">
                <a:solidFill>
                  <a:srgbClr val="231F20"/>
                </a:solidFill>
                <a:latin typeface="Arial" panose="020B0604020202020204" pitchFamily="34" charset="0"/>
                <a:cs typeface="Arial" panose="020B0604020202020204" pitchFamily="34" charset="0"/>
              </a:rPr>
              <a:t>wil</a:t>
            </a:r>
            <a:r>
              <a:rPr lang="en-US" sz="1800" dirty="0">
                <a:solidFill>
                  <a:srgbClr val="231F20"/>
                </a:solidFill>
                <a:latin typeface="Arial" panose="020B0604020202020204" pitchFamily="34" charset="0"/>
                <a:cs typeface="Arial" panose="020B0604020202020204" pitchFamily="34" charset="0"/>
              </a:rPr>
              <a:t>l</a:t>
            </a:r>
            <a:r>
              <a:rPr lang="en-US" sz="1800" spc="-5" dirty="0">
                <a:solidFill>
                  <a:srgbClr val="231F20"/>
                </a:solidFill>
                <a:latin typeface="Arial" panose="020B0604020202020204" pitchFamily="34" charset="0"/>
                <a:cs typeface="Arial" panose="020B0604020202020204" pitchFamily="34" charset="0"/>
              </a:rPr>
              <a:t> </a:t>
            </a:r>
            <a:r>
              <a:rPr lang="en-US" sz="1800" spc="-20" dirty="0">
                <a:solidFill>
                  <a:srgbClr val="231F20"/>
                </a:solidFill>
                <a:latin typeface="Arial" panose="020B0604020202020204" pitchFamily="34" charset="0"/>
                <a:cs typeface="Arial" panose="020B0604020202020204" pitchFamily="34" charset="0"/>
              </a:rPr>
              <a:t>y</a:t>
            </a:r>
            <a:r>
              <a:rPr lang="en-US" sz="1800" spc="-10" dirty="0">
                <a:solidFill>
                  <a:srgbClr val="231F20"/>
                </a:solidFill>
                <a:latin typeface="Arial" panose="020B0604020202020204" pitchFamily="34" charset="0"/>
                <a:cs typeface="Arial" panose="020B0604020202020204" pitchFamily="34" charset="0"/>
              </a:rPr>
              <a:t>ou</a:t>
            </a:r>
            <a:r>
              <a:rPr lang="en-US" sz="1800" dirty="0">
                <a:solidFill>
                  <a:srgbClr val="231F20"/>
                </a:solidFill>
                <a:latin typeface="Arial" panose="020B0604020202020204" pitchFamily="34" charset="0"/>
                <a:cs typeface="Arial" panose="020B0604020202020204" pitchFamily="34" charset="0"/>
              </a:rPr>
              <a:t> </a:t>
            </a:r>
            <a:r>
              <a:rPr lang="en-US" sz="1800" spc="-10" dirty="0">
                <a:solidFill>
                  <a:srgbClr val="231F20"/>
                </a:solidFill>
                <a:latin typeface="Arial" panose="020B0604020202020204" pitchFamily="34" charset="0"/>
                <a:cs typeface="Arial" panose="020B0604020202020204" pitchFamily="34" charset="0"/>
              </a:rPr>
              <a:t>s</a:t>
            </a:r>
            <a:r>
              <a:rPr lang="en-US" sz="1800" spc="-40" dirty="0">
                <a:solidFill>
                  <a:srgbClr val="231F20"/>
                </a:solidFill>
                <a:latin typeface="Arial" panose="020B0604020202020204" pitchFamily="34" charset="0"/>
                <a:cs typeface="Arial" panose="020B0604020202020204" pitchFamily="34" charset="0"/>
              </a:rPr>
              <a:t>a</a:t>
            </a:r>
            <a:r>
              <a:rPr lang="en-US" sz="1800" dirty="0">
                <a:solidFill>
                  <a:srgbClr val="231F20"/>
                </a:solidFill>
                <a:latin typeface="Arial" panose="020B0604020202020204" pitchFamily="34" charset="0"/>
                <a:cs typeface="Arial" panose="020B0604020202020204" pitchFamily="34" charset="0"/>
              </a:rPr>
              <a:t>y </a:t>
            </a:r>
            <a:r>
              <a:rPr lang="en-US" sz="1800" spc="-25" dirty="0">
                <a:solidFill>
                  <a:srgbClr val="231F20"/>
                </a:solidFill>
                <a:latin typeface="Arial" panose="020B0604020202020204" pitchFamily="34" charset="0"/>
                <a:cs typeface="Arial" panose="020B0604020202020204" pitchFamily="34" charset="0"/>
              </a:rPr>
              <a:t>t</a:t>
            </a:r>
            <a:r>
              <a:rPr lang="en-US" sz="1800" spc="-10" dirty="0">
                <a:solidFill>
                  <a:srgbClr val="231F20"/>
                </a:solidFill>
                <a:latin typeface="Arial" panose="020B0604020202020204" pitchFamily="34" charset="0"/>
                <a:cs typeface="Arial" panose="020B0604020202020204" pitchFamily="34" charset="0"/>
              </a:rPr>
              <a:t>o</a:t>
            </a:r>
            <a:r>
              <a:rPr lang="en-US" sz="1800" dirty="0">
                <a:solidFill>
                  <a:srgbClr val="231F20"/>
                </a:solidFill>
                <a:latin typeface="Arial" panose="020B0604020202020204" pitchFamily="34" charset="0"/>
                <a:cs typeface="Arial" panose="020B0604020202020204" pitchFamily="34" charset="0"/>
              </a:rPr>
              <a:t> </a:t>
            </a:r>
            <a:r>
              <a:rPr lang="en-US" sz="1800" spc="-80" dirty="0" err="1" smtClean="0">
                <a:solidFill>
                  <a:srgbClr val="FF0000"/>
                </a:solidFill>
                <a:latin typeface="Arial" panose="020B0604020202020204" pitchFamily="34" charset="0"/>
                <a:cs typeface="Arial" panose="020B0604020202020204" pitchFamily="34" charset="0"/>
              </a:rPr>
              <a:t>Junkung</a:t>
            </a:r>
            <a:r>
              <a:rPr lang="en-US" sz="1800" spc="-10" dirty="0" smtClean="0">
                <a:solidFill>
                  <a:srgbClr val="231F20"/>
                </a:solidFill>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1441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DBEB2338-AE05-0246-99AE-382289FCC5DE}"/>
              </a:ext>
            </a:extLst>
          </p:cNvPr>
          <p:cNvSpPr>
            <a:spLocks noGrp="1"/>
          </p:cNvSpPr>
          <p:nvPr>
            <p:ph type="sldNum" sz="quarter" idx="12"/>
          </p:nvPr>
        </p:nvSpPr>
        <p:spPr/>
        <p:txBody>
          <a:bodyPr/>
          <a:lstStyle/>
          <a:p>
            <a:fld id="{5FCE7002-8CF6-784B-9A24-69DF51357AB2}" type="slidenum">
              <a:rPr lang="en-US" smtClean="0"/>
              <a:t>47</a:t>
            </a:fld>
            <a:endParaRPr lang="en-US"/>
          </a:p>
        </p:txBody>
      </p:sp>
      <p:sp>
        <p:nvSpPr>
          <p:cNvPr id="5" name="object 2">
            <a:extLst>
              <a:ext uri="{FF2B5EF4-FFF2-40B4-BE49-F238E27FC236}">
                <a16:creationId xmlns:a16="http://schemas.microsoft.com/office/drawing/2014/main" xmlns="" id="{06CFCC31-163B-9845-A22D-333C59D9D7EB}"/>
              </a:ext>
            </a:extLst>
          </p:cNvPr>
          <p:cNvSpPr txBox="1"/>
          <p:nvPr/>
        </p:nvSpPr>
        <p:spPr>
          <a:xfrm>
            <a:off x="7797" y="423417"/>
            <a:ext cx="2053015" cy="430887"/>
          </a:xfrm>
          <a:prstGeom prst="rect">
            <a:avLst/>
          </a:prstGeom>
          <a:solidFill>
            <a:srgbClr val="00B050"/>
          </a:solidFill>
          <a:ln w="9524">
            <a:noFill/>
          </a:ln>
        </p:spPr>
        <p:txBody>
          <a:bodyPr vert="horz" wrap="square" lIns="0" tIns="0" rIns="0" bIns="0" rtlCol="0">
            <a:spAutoFit/>
          </a:bodyPr>
          <a:lstStyle/>
          <a:p>
            <a:pPr marL="564289"/>
            <a:r>
              <a:rPr lang="en-US" sz="2800" b="1" dirty="0">
                <a:solidFill>
                  <a:schemeClr val="bg1"/>
                </a:solidFill>
                <a:latin typeface="Arial"/>
                <a:cs typeface="Arial"/>
              </a:rPr>
              <a:t>  UNIT 6</a:t>
            </a:r>
            <a:endParaRPr sz="2800" b="1" dirty="0">
              <a:solidFill>
                <a:schemeClr val="bg1"/>
              </a:solidFill>
              <a:latin typeface="Arial"/>
              <a:cs typeface="Arial"/>
            </a:endParaRPr>
          </a:p>
        </p:txBody>
      </p:sp>
      <p:sp>
        <p:nvSpPr>
          <p:cNvPr id="6" name="Rectangle 5">
            <a:extLst>
              <a:ext uri="{FF2B5EF4-FFF2-40B4-BE49-F238E27FC236}">
                <a16:creationId xmlns:a16="http://schemas.microsoft.com/office/drawing/2014/main" xmlns="" id="{9325671E-6C7C-B44F-806D-568BA0A452CA}"/>
              </a:ext>
            </a:extLst>
          </p:cNvPr>
          <p:cNvSpPr/>
          <p:nvPr/>
        </p:nvSpPr>
        <p:spPr>
          <a:xfrm>
            <a:off x="2060812" y="43088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3">
            <a:extLst>
              <a:ext uri="{FF2B5EF4-FFF2-40B4-BE49-F238E27FC236}">
                <a16:creationId xmlns:a16="http://schemas.microsoft.com/office/drawing/2014/main" xmlns="" id="{309EBDFE-CA25-234D-9245-32C0DD7AB9E5}"/>
              </a:ext>
            </a:extLst>
          </p:cNvPr>
          <p:cNvSpPr txBox="1"/>
          <p:nvPr/>
        </p:nvSpPr>
        <p:spPr>
          <a:xfrm>
            <a:off x="774762" y="1375395"/>
            <a:ext cx="9075820" cy="430887"/>
          </a:xfrm>
          <a:prstGeom prst="rect">
            <a:avLst/>
          </a:prstGeom>
        </p:spPr>
        <p:txBody>
          <a:bodyPr vert="horz" wrap="square" lIns="0" tIns="0" rIns="0" bIns="0" rtlCol="0">
            <a:spAutoFit/>
          </a:bodyPr>
          <a:lstStyle/>
          <a:p>
            <a:pPr marL="12700">
              <a:spcBef>
                <a:spcPts val="1130"/>
              </a:spcBef>
            </a:pPr>
            <a:r>
              <a:rPr lang="en-US" sz="2800" b="1" kern="0" dirty="0">
                <a:solidFill>
                  <a:srgbClr val="00B050"/>
                </a:solidFill>
                <a:latin typeface="Arial" pitchFamily="34" charset="0"/>
                <a:cs typeface="Arial" pitchFamily="34" charset="0"/>
              </a:rPr>
              <a:t>Reporting</a:t>
            </a:r>
            <a:endParaRPr lang="en-US" sz="2800" b="1" dirty="0">
              <a:solidFill>
                <a:srgbClr val="00B050"/>
              </a:solidFill>
              <a:latin typeface="Arial"/>
              <a:cs typeface="Arial"/>
            </a:endParaRPr>
          </a:p>
        </p:txBody>
      </p:sp>
      <p:sp>
        <p:nvSpPr>
          <p:cNvPr id="9" name="object 4">
            <a:extLst>
              <a:ext uri="{FF2B5EF4-FFF2-40B4-BE49-F238E27FC236}">
                <a16:creationId xmlns:a16="http://schemas.microsoft.com/office/drawing/2014/main" xmlns="" id="{1B0278A0-E263-8644-A4FE-250258F0DDA3}"/>
              </a:ext>
            </a:extLst>
          </p:cNvPr>
          <p:cNvSpPr txBox="1"/>
          <p:nvPr/>
        </p:nvSpPr>
        <p:spPr>
          <a:xfrm>
            <a:off x="774762" y="2146188"/>
            <a:ext cx="6692838" cy="1577355"/>
          </a:xfrm>
          <a:prstGeom prst="rect">
            <a:avLst/>
          </a:prstGeom>
        </p:spPr>
        <p:txBody>
          <a:bodyPr vert="horz" wrap="square" lIns="0" tIns="0" rIns="0" bIns="0" rtlCol="0">
            <a:spAutoFit/>
          </a:bodyPr>
          <a:lstStyle/>
          <a:p>
            <a:pPr marL="12700">
              <a:lnSpc>
                <a:spcPts val="2800"/>
              </a:lnSpc>
            </a:pPr>
            <a:r>
              <a:rPr lang="en-GB" sz="2000" b="1" kern="0" dirty="0">
                <a:solidFill>
                  <a:srgbClr val="00B050"/>
                </a:solidFill>
                <a:latin typeface="Arial" pitchFamily="34" charset="0"/>
                <a:cs typeface="Arial" pitchFamily="34" charset="0"/>
              </a:rPr>
              <a:t>Orientation to data collection tools</a:t>
            </a:r>
            <a:endParaRPr sz="2000" b="1" dirty="0">
              <a:solidFill>
                <a:srgbClr val="00B050"/>
              </a:solidFill>
              <a:latin typeface="Arial" panose="020B0604020202020204" pitchFamily="34" charset="0"/>
              <a:cs typeface="Arial" panose="020B0604020202020204" pitchFamily="34" charset="0"/>
            </a:endParaRPr>
          </a:p>
          <a:p>
            <a:pPr marL="264160" indent="-228600">
              <a:lnSpc>
                <a:spcPts val="2800"/>
              </a:lnSpc>
              <a:spcBef>
                <a:spcPts val="505"/>
              </a:spcBef>
              <a:buClr>
                <a:srgbClr val="231F20"/>
              </a:buClr>
              <a:buFont typeface="Arial"/>
              <a:buChar char="•"/>
              <a:tabLst>
                <a:tab pos="264795" algn="l"/>
              </a:tabLst>
            </a:pPr>
            <a:r>
              <a:rPr sz="1800" spc="-10" dirty="0">
                <a:solidFill>
                  <a:srgbClr val="231F20"/>
                </a:solidFill>
                <a:latin typeface="Arial" panose="020B0604020202020204" pitchFamily="34" charset="0"/>
                <a:cs typeface="Arial" panose="020B0604020202020204" pitchFamily="34" charset="0"/>
              </a:rPr>
              <a:t>Orienta</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smtClean="0">
                <a:solidFill>
                  <a:srgbClr val="FF0000"/>
                </a:solidFill>
                <a:latin typeface="Arial" panose="020B0604020202020204" pitchFamily="34" charset="0"/>
                <a:cs typeface="Arial" panose="020B0604020202020204" pitchFamily="34" charset="0"/>
              </a:rPr>
              <a:t>CH</a:t>
            </a:r>
            <a:r>
              <a:rPr lang="en-US" sz="1800" spc="-15" dirty="0">
                <a:solidFill>
                  <a:srgbClr val="FF0000"/>
                </a:solidFill>
                <a:latin typeface="Arial" panose="020B0604020202020204" pitchFamily="34" charset="0"/>
                <a:cs typeface="Arial" panose="020B0604020202020204" pitchFamily="34" charset="0"/>
              </a:rPr>
              <a:t>W</a:t>
            </a:r>
            <a:r>
              <a:rPr sz="1800" spc="-10" dirty="0" smtClean="0">
                <a:solidFill>
                  <a:srgbClr val="FF0000"/>
                </a:solidFill>
                <a:latin typeface="Arial" panose="020B0604020202020204" pitchFamily="34" charset="0"/>
                <a:cs typeface="Arial" panose="020B0604020202020204" pitchFamily="34" charset="0"/>
              </a:rPr>
              <a:t>s</a:t>
            </a:r>
            <a:r>
              <a:rPr sz="1800" dirty="0" smtClean="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data</a:t>
            </a:r>
            <a:r>
              <a:rPr sz="1800" spc="-5" dirty="0">
                <a:solidFill>
                  <a:srgbClr val="231F20"/>
                </a:solidFill>
                <a:latin typeface="Arial" panose="020B0604020202020204" pitchFamily="34" charset="0"/>
                <a:cs typeface="Arial" panose="020B0604020202020204" pitchFamily="34" charset="0"/>
              </a:rPr>
              <a:t> collection </a:t>
            </a:r>
            <a:r>
              <a:rPr sz="1800" spc="-30"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ools</a:t>
            </a:r>
            <a:endParaRPr sz="1800" dirty="0">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5" dirty="0">
                <a:solidFill>
                  <a:srgbClr val="231F20"/>
                </a:solidFill>
                <a:latin typeface="Arial" panose="020B0604020202020204" pitchFamily="34" charset="0"/>
                <a:cs typeface="Arial" panose="020B0604020202020204" pitchFamily="34" charset="0"/>
              </a:rPr>
              <a:t>Submi</a:t>
            </a:r>
            <a:r>
              <a:rPr sz="1800" dirty="0">
                <a:solidFill>
                  <a:srgbClr val="231F20"/>
                </a:solidFill>
                <a:latin typeface="Arial" panose="020B0604020202020204" pitchFamily="34" charset="0"/>
                <a:cs typeface="Arial" panose="020B0604020202020204" pitchFamily="34" charset="0"/>
              </a:rPr>
              <a:t>t </a:t>
            </a:r>
            <a:r>
              <a:rPr sz="1800" spc="-10" dirty="0">
                <a:solidFill>
                  <a:srgbClr val="231F20"/>
                </a:solidFill>
                <a:latin typeface="Arial" panose="020B0604020202020204" pitchFamily="34" charset="0"/>
                <a:cs typeface="Arial" panose="020B0604020202020204" pitchFamily="34" charset="0"/>
              </a:rPr>
              <a:t>monthly</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repo</a:t>
            </a:r>
            <a:r>
              <a:rPr sz="1800" spc="25" dirty="0">
                <a:solidFill>
                  <a:srgbClr val="231F20"/>
                </a:solidFill>
                <a:latin typeface="Arial" panose="020B0604020202020204" pitchFamily="34" charset="0"/>
                <a:cs typeface="Arial" panose="020B0604020202020204" pitchFamily="34" charset="0"/>
              </a:rPr>
              <a:t>r</a:t>
            </a:r>
            <a:r>
              <a:rPr sz="1800" spc="-5" dirty="0">
                <a:solidFill>
                  <a:srgbClr val="231F20"/>
                </a:solidFill>
                <a:latin typeface="Arial" panose="020B0604020202020204" pitchFamily="34" charset="0"/>
                <a:cs typeface="Arial" panose="020B0604020202020204" pitchFamily="34" charset="0"/>
              </a:rPr>
              <a:t>ts </a:t>
            </a:r>
            <a:r>
              <a:rPr sz="1800" spc="-25" dirty="0">
                <a:latin typeface="Arial" panose="020B0604020202020204" pitchFamily="34" charset="0"/>
                <a:cs typeface="Arial" panose="020B0604020202020204" pitchFamily="34" charset="0"/>
              </a:rPr>
              <a:t>t</a:t>
            </a:r>
            <a:r>
              <a:rPr sz="1800" spc="-10" dirty="0">
                <a:latin typeface="Arial" panose="020B0604020202020204" pitchFamily="34" charset="0"/>
                <a:cs typeface="Arial" panose="020B0604020202020204" pitchFamily="34" charset="0"/>
              </a:rPr>
              <a:t>o</a:t>
            </a:r>
            <a:r>
              <a:rPr sz="1800"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the</a:t>
            </a:r>
            <a:r>
              <a:rPr lang="en-US" sz="1800" spc="-5" dirty="0">
                <a:latin typeface="Arial" panose="020B0604020202020204" pitchFamily="34" charset="0"/>
                <a:cs typeface="Arial" panose="020B0604020202020204" pitchFamily="34" charset="0"/>
              </a:rPr>
              <a:t> sub-district leader</a:t>
            </a:r>
            <a:endParaRPr sz="1800" dirty="0">
              <a:highlight>
                <a:srgbClr val="FFFF00"/>
              </a:highlight>
              <a:latin typeface="Arial" panose="020B0604020202020204" pitchFamily="34" charset="0"/>
              <a:cs typeface="Arial" panose="020B0604020202020204" pitchFamily="34" charset="0"/>
            </a:endParaRPr>
          </a:p>
          <a:p>
            <a:pPr marL="264160" indent="-228600">
              <a:lnSpc>
                <a:spcPts val="2800"/>
              </a:lnSpc>
              <a:spcBef>
                <a:spcPts val="280"/>
              </a:spcBef>
              <a:buClr>
                <a:srgbClr val="231F20"/>
              </a:buClr>
              <a:buFont typeface="Arial"/>
              <a:buChar char="•"/>
              <a:tabLst>
                <a:tab pos="264795" algn="l"/>
              </a:tabLst>
            </a:pPr>
            <a:r>
              <a:rPr sz="1800" spc="-25" dirty="0">
                <a:solidFill>
                  <a:srgbClr val="231F20"/>
                </a:solidFill>
                <a:latin typeface="Arial" panose="020B0604020202020204" pitchFamily="34" charset="0"/>
                <a:cs typeface="Arial" panose="020B0604020202020204" pitchFamily="34" charset="0"/>
              </a:rPr>
              <a:t>A</a:t>
            </a:r>
            <a:r>
              <a:rPr sz="1800" spc="-10" dirty="0">
                <a:solidFill>
                  <a:srgbClr val="231F20"/>
                </a:solidFill>
                <a:latin typeface="Arial" panose="020B0604020202020204" pitchFamily="34" charset="0"/>
                <a:cs typeface="Arial" panose="020B0604020202020204" pitchFamily="34" charset="0"/>
              </a:rPr>
              <a:t>dd</a:t>
            </a:r>
            <a:r>
              <a:rPr sz="1800"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number</a:t>
            </a:r>
            <a:r>
              <a:rPr sz="1800" dirty="0">
                <a:solidFill>
                  <a:srgbClr val="231F20"/>
                </a:solidFill>
                <a:latin typeface="Arial" panose="020B0604020202020204" pitchFamily="34" charset="0"/>
                <a:cs typeface="Arial" panose="020B0604020202020204" pitchFamily="34" charset="0"/>
              </a:rPr>
              <a:t> </a:t>
            </a:r>
            <a:r>
              <a:rPr sz="1800" spc="-5" dirty="0">
                <a:solidFill>
                  <a:srgbClr val="231F20"/>
                </a:solidFill>
                <a:latin typeface="Arial" panose="020B0604020202020204" pitchFamily="34" charset="0"/>
                <a:cs typeface="Arial" panose="020B0604020202020204" pitchFamily="34" charset="0"/>
              </a:rPr>
              <a:t>of </a:t>
            </a:r>
            <a:r>
              <a:rPr sz="1800" spc="-30" dirty="0">
                <a:solidFill>
                  <a:srgbClr val="231F20"/>
                </a:solidFill>
                <a:latin typeface="Arial" panose="020B0604020202020204" pitchFamily="34" charset="0"/>
                <a:cs typeface="Arial" panose="020B0604020202020204" pitchFamily="34" charset="0"/>
              </a:rPr>
              <a:t>h</a:t>
            </a:r>
            <a:r>
              <a:rPr sz="1800" spc="-10" dirty="0">
                <a:solidFill>
                  <a:srgbClr val="231F20"/>
                </a:solidFill>
                <a:latin typeface="Arial" panose="020B0604020202020204" pitchFamily="34" charset="0"/>
                <a:cs typeface="Arial" panose="020B0604020202020204" pitchFamily="34" charset="0"/>
              </a:rPr>
              <a:t>ype</a:t>
            </a:r>
            <a:r>
              <a:rPr sz="1800" spc="30" dirty="0">
                <a:solidFill>
                  <a:srgbClr val="231F20"/>
                </a:solidFill>
                <a:latin typeface="Arial" panose="020B0604020202020204" pitchFamily="34" charset="0"/>
                <a:cs typeface="Arial" panose="020B0604020202020204" pitchFamily="34" charset="0"/>
              </a:rPr>
              <a:t>r</a:t>
            </a:r>
            <a:r>
              <a:rPr sz="1800" spc="-30" dirty="0">
                <a:solidFill>
                  <a:srgbClr val="231F20"/>
                </a:solidFill>
                <a:latin typeface="Arial" panose="020B0604020202020204" pitchFamily="34" charset="0"/>
                <a:cs typeface="Arial" panose="020B0604020202020204" pitchFamily="34" charset="0"/>
              </a:rPr>
              <a:t>t</a:t>
            </a:r>
            <a:r>
              <a:rPr sz="1800" dirty="0">
                <a:solidFill>
                  <a:srgbClr val="231F20"/>
                </a:solidFill>
                <a:latin typeface="Arial" panose="020B0604020202020204" pitchFamily="34" charset="0"/>
                <a:cs typeface="Arial" panose="020B0604020202020204" pitchFamily="34" charset="0"/>
              </a:rPr>
              <a:t>ensi</a:t>
            </a:r>
            <a:r>
              <a:rPr sz="1800" spc="-25" dirty="0">
                <a:solidFill>
                  <a:srgbClr val="231F20"/>
                </a:solidFill>
                <a:latin typeface="Arial" panose="020B0604020202020204" pitchFamily="34" charset="0"/>
                <a:cs typeface="Arial" panose="020B0604020202020204" pitchFamily="34" charset="0"/>
              </a:rPr>
              <a:t>v</a:t>
            </a:r>
            <a:r>
              <a:rPr sz="1800" spc="-10" dirty="0">
                <a:solidFill>
                  <a:srgbClr val="231F20"/>
                </a:solidFill>
                <a:latin typeface="Arial" panose="020B0604020202020204" pitchFamily="34" charset="0"/>
                <a:cs typeface="Arial" panose="020B0604020202020204" pitchFamily="34" charset="0"/>
              </a:rPr>
              <a:t>es</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on</a:t>
            </a:r>
            <a:r>
              <a:rPr sz="1800" spc="-5" dirty="0">
                <a:solidFill>
                  <a:srgbClr val="231F20"/>
                </a:solidFill>
                <a:latin typeface="Arial" panose="020B0604020202020204" pitchFamily="34" charset="0"/>
                <a:cs typeface="Arial" panose="020B0604020202020204" pitchFamily="34" charset="0"/>
              </a:rPr>
              <a:t> </a:t>
            </a:r>
            <a:r>
              <a:rPr sz="1800" spc="-10" dirty="0">
                <a:solidFill>
                  <a:srgbClr val="231F20"/>
                </a:solidFill>
                <a:latin typeface="Arial" panose="020B0604020202020204" pitchFamily="34" charset="0"/>
                <a:cs typeface="Arial" panose="020B0604020202020204" pitchFamily="34" charset="0"/>
              </a:rPr>
              <a:t>the</a:t>
            </a:r>
            <a:r>
              <a:rPr sz="1800" spc="-5" dirty="0">
                <a:solidFill>
                  <a:srgbClr val="231F20"/>
                </a:solidFill>
                <a:latin typeface="Arial" panose="020B0604020202020204" pitchFamily="34" charset="0"/>
                <a:cs typeface="Arial" panose="020B0604020202020204" pitchFamily="34" charset="0"/>
              </a:rPr>
              <a:t> </a:t>
            </a:r>
            <a:r>
              <a:rPr sz="1800" dirty="0">
                <a:solidFill>
                  <a:srgbClr val="231F20"/>
                </a:solidFill>
                <a:latin typeface="Arial" panose="020B0604020202020204" pitchFamily="34" charset="0"/>
                <a:cs typeface="Arial" panose="020B0604020202020204" pitchFamily="34" charset="0"/>
              </a:rPr>
              <a:t>whi</a:t>
            </a:r>
            <a:r>
              <a:rPr sz="1800" spc="-25" dirty="0">
                <a:solidFill>
                  <a:srgbClr val="231F20"/>
                </a:solidFill>
                <a:latin typeface="Arial" panose="020B0604020202020204" pitchFamily="34" charset="0"/>
                <a:cs typeface="Arial" panose="020B0604020202020204" pitchFamily="34" charset="0"/>
              </a:rPr>
              <a:t>t</a:t>
            </a:r>
            <a:r>
              <a:rPr sz="1800" spc="-10" dirty="0">
                <a:solidFill>
                  <a:srgbClr val="231F20"/>
                </a:solidFill>
                <a:latin typeface="Arial" panose="020B0604020202020204" pitchFamily="34" charset="0"/>
                <a:cs typeface="Arial" panose="020B0604020202020204" pitchFamily="34" charset="0"/>
              </a:rPr>
              <a:t>e</a:t>
            </a:r>
            <a:r>
              <a:rPr sz="1800" dirty="0">
                <a:solidFill>
                  <a:srgbClr val="231F20"/>
                </a:solidFill>
                <a:latin typeface="Arial" panose="020B0604020202020204" pitchFamily="34" charset="0"/>
                <a:cs typeface="Arial" panose="020B0604020202020204" pitchFamily="34" charset="0"/>
              </a:rPr>
              <a:t> </a:t>
            </a:r>
            <a:r>
              <a:rPr sz="1800" spc="-15" dirty="0">
                <a:solidFill>
                  <a:srgbClr val="231F20"/>
                </a:solidFill>
                <a:latin typeface="Arial" panose="020B0604020202020204" pitchFamily="34" charset="0"/>
                <a:cs typeface="Arial" panose="020B0604020202020204" pitchFamily="34" charset="0"/>
              </a:rPr>
              <a:t>Boa</a:t>
            </a:r>
            <a:r>
              <a:rPr sz="1800" spc="-25" dirty="0">
                <a:solidFill>
                  <a:srgbClr val="231F20"/>
                </a:solidFill>
                <a:latin typeface="Arial" panose="020B0604020202020204" pitchFamily="34" charset="0"/>
                <a:cs typeface="Arial" panose="020B0604020202020204" pitchFamily="34" charset="0"/>
              </a:rPr>
              <a:t>r</a:t>
            </a:r>
            <a:r>
              <a:rPr sz="1800" spc="-10" dirty="0">
                <a:solidFill>
                  <a:srgbClr val="231F20"/>
                </a:solidFill>
                <a:latin typeface="Arial" panose="020B0604020202020204" pitchFamily="34" charset="0"/>
                <a:cs typeface="Arial" panose="020B0604020202020204" pitchFamily="34" charset="0"/>
              </a:rPr>
              <a:t>d</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4309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C41F94D-BDA4-B341-A6B2-F11D14C5A5F0}"/>
              </a:ext>
            </a:extLst>
          </p:cNvPr>
          <p:cNvSpPr>
            <a:spLocks noGrp="1"/>
          </p:cNvSpPr>
          <p:nvPr>
            <p:ph type="sldNum" sz="quarter" idx="12"/>
          </p:nvPr>
        </p:nvSpPr>
        <p:spPr/>
        <p:txBody>
          <a:bodyPr/>
          <a:lstStyle/>
          <a:p>
            <a:fld id="{5FCE7002-8CF6-784B-9A24-69DF51357AB2}" type="slidenum">
              <a:rPr lang="en-US" smtClean="0"/>
              <a:t>48</a:t>
            </a:fld>
            <a:endParaRPr lang="en-US"/>
          </a:p>
        </p:txBody>
      </p:sp>
      <p:sp>
        <p:nvSpPr>
          <p:cNvPr id="5" name="object 2">
            <a:extLst>
              <a:ext uri="{FF2B5EF4-FFF2-40B4-BE49-F238E27FC236}">
                <a16:creationId xmlns:a16="http://schemas.microsoft.com/office/drawing/2014/main" xmlns="" id="{E492F7A0-6832-984F-92E4-9D3D54867336}"/>
              </a:ext>
            </a:extLst>
          </p:cNvPr>
          <p:cNvSpPr txBox="1"/>
          <p:nvPr/>
        </p:nvSpPr>
        <p:spPr>
          <a:xfrm>
            <a:off x="7798" y="423418"/>
            <a:ext cx="4198442" cy="430887"/>
          </a:xfrm>
          <a:prstGeom prst="rect">
            <a:avLst/>
          </a:prstGeom>
          <a:solidFill>
            <a:srgbClr val="00B050"/>
          </a:solidFill>
          <a:ln w="9524">
            <a:noFill/>
          </a:ln>
        </p:spPr>
        <p:txBody>
          <a:bodyPr vert="horz" wrap="square" lIns="0" tIns="0" rIns="0" bIns="0" rtlCol="0">
            <a:spAutoFit/>
          </a:bodyPr>
          <a:lstStyle/>
          <a:p>
            <a:pPr marL="564289"/>
            <a:r>
              <a:rPr lang="en-US" sz="2800" b="1" kern="0" dirty="0">
                <a:solidFill>
                  <a:schemeClr val="bg1"/>
                </a:solidFill>
                <a:latin typeface="Arial" pitchFamily="34" charset="0"/>
                <a:cs typeface="Arial" pitchFamily="34" charset="0"/>
              </a:rPr>
              <a:t>  References</a:t>
            </a:r>
          </a:p>
        </p:txBody>
      </p:sp>
      <p:sp>
        <p:nvSpPr>
          <p:cNvPr id="6" name="Rectangle 5">
            <a:extLst>
              <a:ext uri="{FF2B5EF4-FFF2-40B4-BE49-F238E27FC236}">
                <a16:creationId xmlns:a16="http://schemas.microsoft.com/office/drawing/2014/main" xmlns="" id="{D20887C0-A5F9-A34C-9ED1-B93B68CD11C0}"/>
              </a:ext>
            </a:extLst>
          </p:cNvPr>
          <p:cNvSpPr/>
          <p:nvPr/>
        </p:nvSpPr>
        <p:spPr>
          <a:xfrm>
            <a:off x="4206241" y="423417"/>
            <a:ext cx="129092" cy="430887"/>
          </a:xfrm>
          <a:prstGeom prst="rect">
            <a:avLst/>
          </a:prstGeom>
          <a:solidFill>
            <a:srgbClr val="FF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93406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661</TotalTime>
  <Words>4890</Words>
  <Application>Microsoft Office PowerPoint</Application>
  <PresentationFormat>Custom</PresentationFormat>
  <Paragraphs>550</Paragraphs>
  <Slides>48</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48</vt:i4>
      </vt:variant>
    </vt:vector>
  </HeadingPairs>
  <TitlesOfParts>
    <vt:vector size="57" baseType="lpstr">
      <vt:lpstr>Arial</vt:lpstr>
      <vt:lpstr>Arial Black</vt:lpstr>
      <vt:lpstr>Calibri</vt:lpstr>
      <vt:lpstr>Calibri Light</vt:lpstr>
      <vt:lpstr>Franklin Gothic Book</vt:lpstr>
      <vt:lpstr>Times New Roman</vt:lpstr>
      <vt:lpstr>Wingdings</vt:lpstr>
      <vt:lpstr>Office Theme</vt:lpstr>
      <vt:lpstr>1_Office Theme</vt:lpstr>
      <vt:lpstr>HYPERTENSION PREVENTION AND CONTROL MANUAL  FOR COMMUNITY HEALTH CARE WORKERS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Mutuku</dc:creator>
  <cp:lastModifiedBy>Microsoft account</cp:lastModifiedBy>
  <cp:revision>56</cp:revision>
  <dcterms:created xsi:type="dcterms:W3CDTF">2019-09-30T10:24:34Z</dcterms:created>
  <dcterms:modified xsi:type="dcterms:W3CDTF">2023-05-10T16:17:57Z</dcterms:modified>
</cp:coreProperties>
</file>